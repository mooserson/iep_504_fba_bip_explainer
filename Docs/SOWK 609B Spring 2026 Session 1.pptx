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notesMasterIdLst>
    <p:notesMasterId r:id="rId21"/>
  </p:notesMasterIdLst>
  <p:sldIdLst>
    <p:sldId id="257" r:id="rId2"/>
    <p:sldId id="361" r:id="rId3"/>
    <p:sldId id="346" r:id="rId4"/>
    <p:sldId id="258" r:id="rId5"/>
    <p:sldId id="342" r:id="rId6"/>
    <p:sldId id="343" r:id="rId7"/>
    <p:sldId id="315" r:id="rId8"/>
    <p:sldId id="272" r:id="rId9"/>
    <p:sldId id="266" r:id="rId10"/>
    <p:sldId id="338" r:id="rId11"/>
    <p:sldId id="261" r:id="rId12"/>
    <p:sldId id="319" r:id="rId13"/>
    <p:sldId id="341" r:id="rId14"/>
    <p:sldId id="347" r:id="rId15"/>
    <p:sldId id="334" r:id="rId16"/>
    <p:sldId id="268" r:id="rId17"/>
    <p:sldId id="344" r:id="rId18"/>
    <p:sldId id="318" r:id="rId19"/>
    <p:sldId id="34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932"/>
  </p:normalViewPr>
  <p:slideViewPr>
    <p:cSldViewPr snapToGrid="0">
      <p:cViewPr varScale="1">
        <p:scale>
          <a:sx n="104" d="100"/>
          <a:sy n="104" d="100"/>
        </p:scale>
        <p:origin x="23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D9D318-7FB2-FB40-9F63-A3ABC9CD7DE1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D1F36C-D4AE-5448-964E-A2E1E868065D}">
      <dgm:prSet phldrT="[Text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/>
            <a:t>Important events that have occurred</a:t>
          </a:r>
        </a:p>
      </dgm:t>
    </dgm:pt>
    <dgm:pt modelId="{4D953993-0AFD-154D-BC6C-55EF6E4F2149}" type="parTrans" cxnId="{CD68B9B6-C9E9-1341-8AC7-F63BD0093D4F}">
      <dgm:prSet/>
      <dgm:spPr/>
      <dgm:t>
        <a:bodyPr/>
        <a:lstStyle/>
        <a:p>
          <a:endParaRPr lang="en-US"/>
        </a:p>
      </dgm:t>
    </dgm:pt>
    <dgm:pt modelId="{3827887A-1856-9C4A-BAC6-276BF866B2F1}" type="sibTrans" cxnId="{CD68B9B6-C9E9-1341-8AC7-F63BD0093D4F}">
      <dgm:prSet/>
      <dgm:spPr/>
      <dgm:t>
        <a:bodyPr/>
        <a:lstStyle/>
        <a:p>
          <a:endParaRPr lang="en-US"/>
        </a:p>
      </dgm:t>
    </dgm:pt>
    <dgm:pt modelId="{F5482984-2F86-5C46-9BD5-37F91185948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Crises/challenges that you have experienced</a:t>
          </a:r>
        </a:p>
      </dgm:t>
    </dgm:pt>
    <dgm:pt modelId="{A4DF7F51-19BB-7C41-B212-D0D841161C07}" type="parTrans" cxnId="{85503EFF-7283-D547-A32A-33E41C0AD722}">
      <dgm:prSet/>
      <dgm:spPr/>
      <dgm:t>
        <a:bodyPr/>
        <a:lstStyle/>
        <a:p>
          <a:endParaRPr lang="en-US"/>
        </a:p>
      </dgm:t>
    </dgm:pt>
    <dgm:pt modelId="{1B5A139C-AABF-B94A-8956-C7B99D03B698}" type="sibTrans" cxnId="{85503EFF-7283-D547-A32A-33E41C0AD722}">
      <dgm:prSet/>
      <dgm:spPr/>
      <dgm:t>
        <a:bodyPr/>
        <a:lstStyle/>
        <a:p>
          <a:endParaRPr lang="en-US"/>
        </a:p>
      </dgm:t>
    </dgm:pt>
    <dgm:pt modelId="{78103343-E491-7D40-A729-10F52F99CCDC}">
      <dgm:prSet phldrT="[Text]"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dirty="0"/>
            <a:t>Skills you have acquired</a:t>
          </a:r>
        </a:p>
      </dgm:t>
    </dgm:pt>
    <dgm:pt modelId="{7B6CFA86-F421-5F44-8A90-DE3A88F60396}" type="parTrans" cxnId="{F5C6CEA4-5176-CB4E-9B34-2A010461993D}">
      <dgm:prSet/>
      <dgm:spPr/>
      <dgm:t>
        <a:bodyPr/>
        <a:lstStyle/>
        <a:p>
          <a:endParaRPr lang="en-US"/>
        </a:p>
      </dgm:t>
    </dgm:pt>
    <dgm:pt modelId="{E8FE58A2-E772-6948-B613-BF59030B7785}" type="sibTrans" cxnId="{F5C6CEA4-5176-CB4E-9B34-2A010461993D}">
      <dgm:prSet/>
      <dgm:spPr/>
      <dgm:t>
        <a:bodyPr/>
        <a:lstStyle/>
        <a:p>
          <a:endParaRPr lang="en-US"/>
        </a:p>
      </dgm:t>
    </dgm:pt>
    <dgm:pt modelId="{F3F4DC39-775C-D346-8C79-AA5F8440E71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Relationship with supervisor</a:t>
          </a:r>
        </a:p>
      </dgm:t>
    </dgm:pt>
    <dgm:pt modelId="{A9551C6A-F562-C646-82A0-806054F6BF50}" type="parTrans" cxnId="{33C27180-A9F5-234D-89F3-8B5107DCD088}">
      <dgm:prSet/>
      <dgm:spPr/>
      <dgm:t>
        <a:bodyPr/>
        <a:lstStyle/>
        <a:p>
          <a:endParaRPr lang="en-US"/>
        </a:p>
      </dgm:t>
    </dgm:pt>
    <dgm:pt modelId="{C1933BE4-0607-AB45-9ACF-840EE8F88C8B}" type="sibTrans" cxnId="{33C27180-A9F5-234D-89F3-8B5107DCD088}">
      <dgm:prSet/>
      <dgm:spPr/>
      <dgm:t>
        <a:bodyPr/>
        <a:lstStyle/>
        <a:p>
          <a:endParaRPr lang="en-US"/>
        </a:p>
      </dgm:t>
    </dgm:pt>
    <dgm:pt modelId="{258B2358-E590-5D48-88FD-736805AD2E46}" type="pres">
      <dgm:prSet presAssocID="{68D9D318-7FB2-FB40-9F63-A3ABC9CD7DE1}" presName="linear" presStyleCnt="0">
        <dgm:presLayoutVars>
          <dgm:animLvl val="lvl"/>
          <dgm:resizeHandles val="exact"/>
        </dgm:presLayoutVars>
      </dgm:prSet>
      <dgm:spPr/>
    </dgm:pt>
    <dgm:pt modelId="{B7EA0DCE-E481-B545-ADA8-D48D4F6073C4}" type="pres">
      <dgm:prSet presAssocID="{35D1F36C-D4AE-5448-964E-A2E1E86806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F2D3BD-DC73-E548-B65F-BBAF9920B5C2}" type="pres">
      <dgm:prSet presAssocID="{3827887A-1856-9C4A-BAC6-276BF866B2F1}" presName="spacer" presStyleCnt="0"/>
      <dgm:spPr/>
    </dgm:pt>
    <dgm:pt modelId="{AA3597BF-F1A3-1946-BD7F-7BEBCC31BD9A}" type="pres">
      <dgm:prSet presAssocID="{F5482984-2F86-5C46-9BD5-37F9118594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92DA83-2D55-FF45-8E98-C5F1B967A5D4}" type="pres">
      <dgm:prSet presAssocID="{1B5A139C-AABF-B94A-8956-C7B99D03B698}" presName="spacer" presStyleCnt="0"/>
      <dgm:spPr/>
    </dgm:pt>
    <dgm:pt modelId="{D102A774-C36E-9744-A4FE-1844200C8573}" type="pres">
      <dgm:prSet presAssocID="{78103343-E491-7D40-A729-10F52F99CC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1094683-BA04-4E47-8F97-17E170E4E8F5}" type="pres">
      <dgm:prSet presAssocID="{E8FE58A2-E772-6948-B613-BF59030B7785}" presName="spacer" presStyleCnt="0"/>
      <dgm:spPr/>
    </dgm:pt>
    <dgm:pt modelId="{FD83ACCD-BB45-A144-936A-7FC002DA56C5}" type="pres">
      <dgm:prSet presAssocID="{F3F4DC39-775C-D346-8C79-AA5F8440E7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30CB708-D180-864C-ADAA-5C056D5A4E43}" type="presOf" srcId="{68D9D318-7FB2-FB40-9F63-A3ABC9CD7DE1}" destId="{258B2358-E590-5D48-88FD-736805AD2E46}" srcOrd="0" destOrd="0" presId="urn:microsoft.com/office/officeart/2005/8/layout/vList2"/>
    <dgm:cxn modelId="{483E2823-041F-5947-91CA-67062587DEC2}" type="presOf" srcId="{35D1F36C-D4AE-5448-964E-A2E1E868065D}" destId="{B7EA0DCE-E481-B545-ADA8-D48D4F6073C4}" srcOrd="0" destOrd="0" presId="urn:microsoft.com/office/officeart/2005/8/layout/vList2"/>
    <dgm:cxn modelId="{DD15FC35-17D6-4F4F-AE3E-696DD829D5DB}" type="presOf" srcId="{78103343-E491-7D40-A729-10F52F99CCDC}" destId="{D102A774-C36E-9744-A4FE-1844200C8573}" srcOrd="0" destOrd="0" presId="urn:microsoft.com/office/officeart/2005/8/layout/vList2"/>
    <dgm:cxn modelId="{33C27180-A9F5-234D-89F3-8B5107DCD088}" srcId="{68D9D318-7FB2-FB40-9F63-A3ABC9CD7DE1}" destId="{F3F4DC39-775C-D346-8C79-AA5F8440E715}" srcOrd="3" destOrd="0" parTransId="{A9551C6A-F562-C646-82A0-806054F6BF50}" sibTransId="{C1933BE4-0607-AB45-9ACF-840EE8F88C8B}"/>
    <dgm:cxn modelId="{8B98E28E-2087-D04E-AEDB-5283E659ED3B}" type="presOf" srcId="{F5482984-2F86-5C46-9BD5-37F911859483}" destId="{AA3597BF-F1A3-1946-BD7F-7BEBCC31BD9A}" srcOrd="0" destOrd="0" presId="urn:microsoft.com/office/officeart/2005/8/layout/vList2"/>
    <dgm:cxn modelId="{F5C6CEA4-5176-CB4E-9B34-2A010461993D}" srcId="{68D9D318-7FB2-FB40-9F63-A3ABC9CD7DE1}" destId="{78103343-E491-7D40-A729-10F52F99CCDC}" srcOrd="2" destOrd="0" parTransId="{7B6CFA86-F421-5F44-8A90-DE3A88F60396}" sibTransId="{E8FE58A2-E772-6948-B613-BF59030B7785}"/>
    <dgm:cxn modelId="{CD68B9B6-C9E9-1341-8AC7-F63BD0093D4F}" srcId="{68D9D318-7FB2-FB40-9F63-A3ABC9CD7DE1}" destId="{35D1F36C-D4AE-5448-964E-A2E1E868065D}" srcOrd="0" destOrd="0" parTransId="{4D953993-0AFD-154D-BC6C-55EF6E4F2149}" sibTransId="{3827887A-1856-9C4A-BAC6-276BF866B2F1}"/>
    <dgm:cxn modelId="{3EB63DFC-67C9-944A-821A-D6DCF8D42906}" type="presOf" srcId="{F3F4DC39-775C-D346-8C79-AA5F8440E715}" destId="{FD83ACCD-BB45-A144-936A-7FC002DA56C5}" srcOrd="0" destOrd="0" presId="urn:microsoft.com/office/officeart/2005/8/layout/vList2"/>
    <dgm:cxn modelId="{85503EFF-7283-D547-A32A-33E41C0AD722}" srcId="{68D9D318-7FB2-FB40-9F63-A3ABC9CD7DE1}" destId="{F5482984-2F86-5C46-9BD5-37F911859483}" srcOrd="1" destOrd="0" parTransId="{A4DF7F51-19BB-7C41-B212-D0D841161C07}" sibTransId="{1B5A139C-AABF-B94A-8956-C7B99D03B698}"/>
    <dgm:cxn modelId="{7CCE1CAC-8CB5-414F-BE00-AA7BE74D0C1D}" type="presParOf" srcId="{258B2358-E590-5D48-88FD-736805AD2E46}" destId="{B7EA0DCE-E481-B545-ADA8-D48D4F6073C4}" srcOrd="0" destOrd="0" presId="urn:microsoft.com/office/officeart/2005/8/layout/vList2"/>
    <dgm:cxn modelId="{07632CA8-8CD6-2743-A549-1A3C99C11956}" type="presParOf" srcId="{258B2358-E590-5D48-88FD-736805AD2E46}" destId="{A6F2D3BD-DC73-E548-B65F-BBAF9920B5C2}" srcOrd="1" destOrd="0" presId="urn:microsoft.com/office/officeart/2005/8/layout/vList2"/>
    <dgm:cxn modelId="{B8ED17AD-2C3D-3C43-97C1-45D076548E61}" type="presParOf" srcId="{258B2358-E590-5D48-88FD-736805AD2E46}" destId="{AA3597BF-F1A3-1946-BD7F-7BEBCC31BD9A}" srcOrd="2" destOrd="0" presId="urn:microsoft.com/office/officeart/2005/8/layout/vList2"/>
    <dgm:cxn modelId="{9A83AABD-C13E-DA48-B8FD-0BBEE5FBA2FC}" type="presParOf" srcId="{258B2358-E590-5D48-88FD-736805AD2E46}" destId="{1492DA83-2D55-FF45-8E98-C5F1B967A5D4}" srcOrd="3" destOrd="0" presId="urn:microsoft.com/office/officeart/2005/8/layout/vList2"/>
    <dgm:cxn modelId="{71693F81-D9F8-564A-BFA7-8DFD7C3F630F}" type="presParOf" srcId="{258B2358-E590-5D48-88FD-736805AD2E46}" destId="{D102A774-C36E-9744-A4FE-1844200C8573}" srcOrd="4" destOrd="0" presId="urn:microsoft.com/office/officeart/2005/8/layout/vList2"/>
    <dgm:cxn modelId="{E18E89DE-F5D7-7548-B7AD-A8E6F1D97D26}" type="presParOf" srcId="{258B2358-E590-5D48-88FD-736805AD2E46}" destId="{B1094683-BA04-4E47-8F97-17E170E4E8F5}" srcOrd="5" destOrd="0" presId="urn:microsoft.com/office/officeart/2005/8/layout/vList2"/>
    <dgm:cxn modelId="{D416DEED-4922-3044-BEC4-0A4B6E45016B}" type="presParOf" srcId="{258B2358-E590-5D48-88FD-736805AD2E46}" destId="{FD83ACCD-BB45-A144-936A-7FC002DA56C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849A6-CC9A-E64E-AC98-0C9273F3230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3B00DF-264C-2242-B442-65DA88C859C8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/>
            <a:t>How are your background and identities defining your experiences and learning </a:t>
          </a:r>
        </a:p>
      </dgm:t>
    </dgm:pt>
    <dgm:pt modelId="{7CFA9524-6710-284C-9DF6-534CA93B162A}" type="parTrans" cxnId="{240DFBB9-B985-F74C-A546-413B21D37D9F}">
      <dgm:prSet/>
      <dgm:spPr/>
      <dgm:t>
        <a:bodyPr/>
        <a:lstStyle/>
        <a:p>
          <a:endParaRPr lang="en-US"/>
        </a:p>
      </dgm:t>
    </dgm:pt>
    <dgm:pt modelId="{63C4D7BD-255A-1E4C-BD4A-7BF079EEC8F0}" type="sibTrans" cxnId="{240DFBB9-B985-F74C-A546-413B21D37D9F}">
      <dgm:prSet/>
      <dgm:spPr/>
      <dgm:t>
        <a:bodyPr/>
        <a:lstStyle/>
        <a:p>
          <a:endParaRPr lang="en-US"/>
        </a:p>
      </dgm:t>
    </dgm:pt>
    <dgm:pt modelId="{2A91925F-76A2-0D45-873D-94C9442DF6E6}" type="pres">
      <dgm:prSet presAssocID="{E08849A6-CC9A-E64E-AC98-0C9273F32300}" presName="linear" presStyleCnt="0">
        <dgm:presLayoutVars>
          <dgm:animLvl val="lvl"/>
          <dgm:resizeHandles val="exact"/>
        </dgm:presLayoutVars>
      </dgm:prSet>
      <dgm:spPr/>
    </dgm:pt>
    <dgm:pt modelId="{15EE10D9-5C3D-A14C-A6A1-A1EDFE87FC1E}" type="pres">
      <dgm:prSet presAssocID="{613B00DF-264C-2242-B442-65DA88C859C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873C760-4CE2-B64A-813D-5E2806A3F45E}" type="presOf" srcId="{613B00DF-264C-2242-B442-65DA88C859C8}" destId="{15EE10D9-5C3D-A14C-A6A1-A1EDFE87FC1E}" srcOrd="0" destOrd="0" presId="urn:microsoft.com/office/officeart/2005/8/layout/vList2"/>
    <dgm:cxn modelId="{240DFBB9-B985-F74C-A546-413B21D37D9F}" srcId="{E08849A6-CC9A-E64E-AC98-0C9273F32300}" destId="{613B00DF-264C-2242-B442-65DA88C859C8}" srcOrd="0" destOrd="0" parTransId="{7CFA9524-6710-284C-9DF6-534CA93B162A}" sibTransId="{63C4D7BD-255A-1E4C-BD4A-7BF079EEC8F0}"/>
    <dgm:cxn modelId="{6AA7E9DE-93E5-DD45-9FBF-DCC20046B7B2}" type="presOf" srcId="{E08849A6-CC9A-E64E-AC98-0C9273F32300}" destId="{2A91925F-76A2-0D45-873D-94C9442DF6E6}" srcOrd="0" destOrd="0" presId="urn:microsoft.com/office/officeart/2005/8/layout/vList2"/>
    <dgm:cxn modelId="{107DFC5B-EB6A-7A4D-9EF2-C06F658E64B9}" type="presParOf" srcId="{2A91925F-76A2-0D45-873D-94C9442DF6E6}" destId="{15EE10D9-5C3D-A14C-A6A1-A1EDFE87FC1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4422C8-AF58-46C1-B40F-11983E1E0F6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BDA3F40-D5E9-4F0E-BF76-E320453C6B9C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From your experience thus far, what has been keeping you oriented?</a:t>
          </a:r>
        </a:p>
      </dgm:t>
    </dgm:pt>
    <dgm:pt modelId="{C5129CBA-96CE-46C9-A1BE-FBCE75005227}" type="parTrans" cxnId="{ADDB7174-0313-490C-82A3-0774E470F342}">
      <dgm:prSet/>
      <dgm:spPr/>
      <dgm:t>
        <a:bodyPr/>
        <a:lstStyle/>
        <a:p>
          <a:endParaRPr lang="en-US"/>
        </a:p>
      </dgm:t>
    </dgm:pt>
    <dgm:pt modelId="{06875E11-1C90-4701-A883-959618D6505F}" type="sibTrans" cxnId="{ADDB7174-0313-490C-82A3-0774E470F342}">
      <dgm:prSet/>
      <dgm:spPr/>
      <dgm:t>
        <a:bodyPr/>
        <a:lstStyle/>
        <a:p>
          <a:endParaRPr lang="en-US"/>
        </a:p>
      </dgm:t>
    </dgm:pt>
    <dgm:pt modelId="{C4A857A2-B1FB-416B-A877-D07691A35216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What feels disorienting?</a:t>
          </a:r>
        </a:p>
      </dgm:t>
    </dgm:pt>
    <dgm:pt modelId="{07A96661-DB80-4FDA-8E1E-CD2E43B6C013}" type="parTrans" cxnId="{96CDA146-7935-47D7-AE34-80609F857F0A}">
      <dgm:prSet/>
      <dgm:spPr/>
      <dgm:t>
        <a:bodyPr/>
        <a:lstStyle/>
        <a:p>
          <a:endParaRPr lang="en-US"/>
        </a:p>
      </dgm:t>
    </dgm:pt>
    <dgm:pt modelId="{AF8DD2A9-67AE-467B-9BA0-B18C064761EB}" type="sibTrans" cxnId="{96CDA146-7935-47D7-AE34-80609F857F0A}">
      <dgm:prSet/>
      <dgm:spPr/>
      <dgm:t>
        <a:bodyPr/>
        <a:lstStyle/>
        <a:p>
          <a:endParaRPr lang="en-US"/>
        </a:p>
      </dgm:t>
    </dgm:pt>
    <dgm:pt modelId="{E2005D55-DB3A-4B47-BC24-C0D0CA605C8A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How is all of this impacting you</a:t>
          </a:r>
          <a:r>
            <a:rPr lang="en-US" dirty="0"/>
            <a:t>?</a:t>
          </a:r>
        </a:p>
      </dgm:t>
    </dgm:pt>
    <dgm:pt modelId="{BFDD16A8-B8D3-4B9B-8BC2-552E4FBBA512}" type="parTrans" cxnId="{82248AA1-2BA5-457A-A356-A8E228D503B8}">
      <dgm:prSet/>
      <dgm:spPr/>
      <dgm:t>
        <a:bodyPr/>
        <a:lstStyle/>
        <a:p>
          <a:endParaRPr lang="en-US"/>
        </a:p>
      </dgm:t>
    </dgm:pt>
    <dgm:pt modelId="{1FD0246D-8A55-4937-A97B-1E1CE6757AA0}" type="sibTrans" cxnId="{82248AA1-2BA5-457A-A356-A8E228D503B8}">
      <dgm:prSet/>
      <dgm:spPr/>
      <dgm:t>
        <a:bodyPr/>
        <a:lstStyle/>
        <a:p>
          <a:endParaRPr lang="en-US"/>
        </a:p>
      </dgm:t>
    </dgm:pt>
    <dgm:pt modelId="{9CEC90A6-3B9B-F546-B7EB-223172D9B424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What do you see as the role of our classroom space?</a:t>
          </a:r>
        </a:p>
      </dgm:t>
    </dgm:pt>
    <dgm:pt modelId="{02007D87-86F8-C745-ABD1-AD791E28FD5A}" type="parTrans" cxnId="{916D2328-45B0-6B4E-8E25-951F367E65E2}">
      <dgm:prSet/>
      <dgm:spPr/>
      <dgm:t>
        <a:bodyPr/>
        <a:lstStyle/>
        <a:p>
          <a:endParaRPr lang="en-US"/>
        </a:p>
      </dgm:t>
    </dgm:pt>
    <dgm:pt modelId="{42D2AE65-01F3-644E-B903-309176B99ABA}" type="sibTrans" cxnId="{916D2328-45B0-6B4E-8E25-951F367E65E2}">
      <dgm:prSet/>
      <dgm:spPr/>
      <dgm:t>
        <a:bodyPr/>
        <a:lstStyle/>
        <a:p>
          <a:endParaRPr lang="en-US"/>
        </a:p>
      </dgm:t>
    </dgm:pt>
    <dgm:pt modelId="{9FF7AA65-F6F0-7743-9484-0CA2F98E8D36}" type="pres">
      <dgm:prSet presAssocID="{CD4422C8-AF58-46C1-B40F-11983E1E0F61}" presName="linear" presStyleCnt="0">
        <dgm:presLayoutVars>
          <dgm:animLvl val="lvl"/>
          <dgm:resizeHandles val="exact"/>
        </dgm:presLayoutVars>
      </dgm:prSet>
      <dgm:spPr/>
    </dgm:pt>
    <dgm:pt modelId="{FE5B4484-5ABE-1744-B8CF-FA74E1AA9CAB}" type="pres">
      <dgm:prSet presAssocID="{BBDA3F40-D5E9-4F0E-BF76-E320453C6B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208097-A429-D04B-A9A9-D90B32EB6D16}" type="pres">
      <dgm:prSet presAssocID="{06875E11-1C90-4701-A883-959618D6505F}" presName="spacer" presStyleCnt="0"/>
      <dgm:spPr/>
    </dgm:pt>
    <dgm:pt modelId="{6D320C3F-5586-FE40-96C9-414E2DDA272C}" type="pres">
      <dgm:prSet presAssocID="{C4A857A2-B1FB-416B-A877-D07691A352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3DB8BF-319C-284B-821A-713DC6775B5B}" type="pres">
      <dgm:prSet presAssocID="{AF8DD2A9-67AE-467B-9BA0-B18C064761EB}" presName="spacer" presStyleCnt="0"/>
      <dgm:spPr/>
    </dgm:pt>
    <dgm:pt modelId="{E60F11BB-63DA-9A4D-8689-3502E848825A}" type="pres">
      <dgm:prSet presAssocID="{E2005D55-DB3A-4B47-BC24-C0D0CA605C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3856D6-285A-1748-8AFD-EF9D8E2A54A3}" type="pres">
      <dgm:prSet presAssocID="{1FD0246D-8A55-4937-A97B-1E1CE6757AA0}" presName="spacer" presStyleCnt="0"/>
      <dgm:spPr/>
    </dgm:pt>
    <dgm:pt modelId="{B41AF545-247B-4540-9F38-3BA0C17C1195}" type="pres">
      <dgm:prSet presAssocID="{9CEC90A6-3B9B-F546-B7EB-223172D9B4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932C08-647C-294F-8AAA-94A34EAF5867}" type="presOf" srcId="{BBDA3F40-D5E9-4F0E-BF76-E320453C6B9C}" destId="{FE5B4484-5ABE-1744-B8CF-FA74E1AA9CAB}" srcOrd="0" destOrd="0" presId="urn:microsoft.com/office/officeart/2005/8/layout/vList2"/>
    <dgm:cxn modelId="{BDF42218-9E3A-A444-92C0-C240B47D3217}" type="presOf" srcId="{C4A857A2-B1FB-416B-A877-D07691A35216}" destId="{6D320C3F-5586-FE40-96C9-414E2DDA272C}" srcOrd="0" destOrd="0" presId="urn:microsoft.com/office/officeart/2005/8/layout/vList2"/>
    <dgm:cxn modelId="{916D2328-45B0-6B4E-8E25-951F367E65E2}" srcId="{CD4422C8-AF58-46C1-B40F-11983E1E0F61}" destId="{9CEC90A6-3B9B-F546-B7EB-223172D9B424}" srcOrd="3" destOrd="0" parTransId="{02007D87-86F8-C745-ABD1-AD791E28FD5A}" sibTransId="{42D2AE65-01F3-644E-B903-309176B99ABA}"/>
    <dgm:cxn modelId="{96CDA146-7935-47D7-AE34-80609F857F0A}" srcId="{CD4422C8-AF58-46C1-B40F-11983E1E0F61}" destId="{C4A857A2-B1FB-416B-A877-D07691A35216}" srcOrd="1" destOrd="0" parTransId="{07A96661-DB80-4FDA-8E1E-CD2E43B6C013}" sibTransId="{AF8DD2A9-67AE-467B-9BA0-B18C064761EB}"/>
    <dgm:cxn modelId="{9ED2A160-E213-8441-8F63-98ADFFFACB0D}" type="presOf" srcId="{9CEC90A6-3B9B-F546-B7EB-223172D9B424}" destId="{B41AF545-247B-4540-9F38-3BA0C17C1195}" srcOrd="0" destOrd="0" presId="urn:microsoft.com/office/officeart/2005/8/layout/vList2"/>
    <dgm:cxn modelId="{ADDB7174-0313-490C-82A3-0774E470F342}" srcId="{CD4422C8-AF58-46C1-B40F-11983E1E0F61}" destId="{BBDA3F40-D5E9-4F0E-BF76-E320453C6B9C}" srcOrd="0" destOrd="0" parTransId="{C5129CBA-96CE-46C9-A1BE-FBCE75005227}" sibTransId="{06875E11-1C90-4701-A883-959618D6505F}"/>
    <dgm:cxn modelId="{82248AA1-2BA5-457A-A356-A8E228D503B8}" srcId="{CD4422C8-AF58-46C1-B40F-11983E1E0F61}" destId="{E2005D55-DB3A-4B47-BC24-C0D0CA605C8A}" srcOrd="2" destOrd="0" parTransId="{BFDD16A8-B8D3-4B9B-8BC2-552E4FBBA512}" sibTransId="{1FD0246D-8A55-4937-A97B-1E1CE6757AA0}"/>
    <dgm:cxn modelId="{41D52CBC-A152-A948-8939-5E761B5E4AFA}" type="presOf" srcId="{CD4422C8-AF58-46C1-B40F-11983E1E0F61}" destId="{9FF7AA65-F6F0-7743-9484-0CA2F98E8D36}" srcOrd="0" destOrd="0" presId="urn:microsoft.com/office/officeart/2005/8/layout/vList2"/>
    <dgm:cxn modelId="{54C6BFBC-7E9C-B54F-8931-D876F41F1060}" type="presOf" srcId="{E2005D55-DB3A-4B47-BC24-C0D0CA605C8A}" destId="{E60F11BB-63DA-9A4D-8689-3502E848825A}" srcOrd="0" destOrd="0" presId="urn:microsoft.com/office/officeart/2005/8/layout/vList2"/>
    <dgm:cxn modelId="{8DD8D4C0-C296-9341-9B52-6F7C8E65146A}" type="presParOf" srcId="{9FF7AA65-F6F0-7743-9484-0CA2F98E8D36}" destId="{FE5B4484-5ABE-1744-B8CF-FA74E1AA9CAB}" srcOrd="0" destOrd="0" presId="urn:microsoft.com/office/officeart/2005/8/layout/vList2"/>
    <dgm:cxn modelId="{95C6D7AB-F6D0-154A-911F-79EC505DCC49}" type="presParOf" srcId="{9FF7AA65-F6F0-7743-9484-0CA2F98E8D36}" destId="{22208097-A429-D04B-A9A9-D90B32EB6D16}" srcOrd="1" destOrd="0" presId="urn:microsoft.com/office/officeart/2005/8/layout/vList2"/>
    <dgm:cxn modelId="{CC00B5B6-F0C7-2448-9EAC-0EFB2A5E636E}" type="presParOf" srcId="{9FF7AA65-F6F0-7743-9484-0CA2F98E8D36}" destId="{6D320C3F-5586-FE40-96C9-414E2DDA272C}" srcOrd="2" destOrd="0" presId="urn:microsoft.com/office/officeart/2005/8/layout/vList2"/>
    <dgm:cxn modelId="{CC26E001-A191-EF42-B144-231740FFF2C7}" type="presParOf" srcId="{9FF7AA65-F6F0-7743-9484-0CA2F98E8D36}" destId="{003DB8BF-319C-284B-821A-713DC6775B5B}" srcOrd="3" destOrd="0" presId="urn:microsoft.com/office/officeart/2005/8/layout/vList2"/>
    <dgm:cxn modelId="{6EBC3067-4C23-D049-B4DB-32D4BC7ED65C}" type="presParOf" srcId="{9FF7AA65-F6F0-7743-9484-0CA2F98E8D36}" destId="{E60F11BB-63DA-9A4D-8689-3502E848825A}" srcOrd="4" destOrd="0" presId="urn:microsoft.com/office/officeart/2005/8/layout/vList2"/>
    <dgm:cxn modelId="{D99F4EE9-7677-A644-9D40-8CA7A7DD982A}" type="presParOf" srcId="{9FF7AA65-F6F0-7743-9484-0CA2F98E8D36}" destId="{AA3856D6-285A-1748-8AFD-EF9D8E2A54A3}" srcOrd="5" destOrd="0" presId="urn:microsoft.com/office/officeart/2005/8/layout/vList2"/>
    <dgm:cxn modelId="{98CA5876-B53C-6040-85CF-4EBB27490E06}" type="presParOf" srcId="{9FF7AA65-F6F0-7743-9484-0CA2F98E8D36}" destId="{B41AF545-247B-4540-9F38-3BA0C17C11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176AE9-EA7F-4816-ACDD-2B201DDDD99B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F50FA57-56B6-4FE9-8F76-DADC7889AE13}">
      <dgm:prSet custT="1"/>
      <dgm:spPr/>
      <dgm:t>
        <a:bodyPr/>
        <a:lstStyle/>
        <a:p>
          <a:pPr>
            <a:defRPr b="1"/>
          </a:pPr>
          <a:r>
            <a:rPr lang="en-US" sz="2600" dirty="0">
              <a:latin typeface="Univers" panose="020B0503020202020204" pitchFamily="34" charset="0"/>
            </a:rPr>
            <a:t>Part 1 </a:t>
          </a:r>
        </a:p>
      </dgm:t>
    </dgm:pt>
    <dgm:pt modelId="{02EF1CB6-2BAE-4D58-A9DA-25231F092DFC}" type="parTrans" cxnId="{0ECEBFA7-D392-4065-BCCB-6BAEDA783D53}">
      <dgm:prSet/>
      <dgm:spPr/>
      <dgm:t>
        <a:bodyPr/>
        <a:lstStyle/>
        <a:p>
          <a:endParaRPr lang="en-US"/>
        </a:p>
      </dgm:t>
    </dgm:pt>
    <dgm:pt modelId="{250DE41B-8B52-4DD1-AAA3-220785D001D4}" type="sibTrans" cxnId="{0ECEBFA7-D392-4065-BCCB-6BAEDA783D5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435E3BD-5436-41BC-ABC0-3B819E13E9D0}">
      <dgm:prSet custT="1"/>
      <dgm:spPr/>
      <dgm:t>
        <a:bodyPr/>
        <a:lstStyle/>
        <a:p>
          <a:r>
            <a:rPr lang="en-US" sz="1800" dirty="0">
              <a:latin typeface="Univers" panose="020B0503020202020204" pitchFamily="34" charset="0"/>
            </a:rPr>
            <a:t>Choose student</a:t>
          </a:r>
        </a:p>
      </dgm:t>
    </dgm:pt>
    <dgm:pt modelId="{9B5693BB-1843-4211-8D45-6D4BE5FC5FB0}" type="parTrans" cxnId="{E2906874-60EE-4AAF-A3C9-59664EBDEFEF}">
      <dgm:prSet/>
      <dgm:spPr/>
      <dgm:t>
        <a:bodyPr/>
        <a:lstStyle/>
        <a:p>
          <a:endParaRPr lang="en-US"/>
        </a:p>
      </dgm:t>
    </dgm:pt>
    <dgm:pt modelId="{E93AC0C6-1538-4E40-B695-5CF23D83757F}" type="sibTrans" cxnId="{E2906874-60EE-4AAF-A3C9-59664EBDEFEF}">
      <dgm:prSet/>
      <dgm:spPr/>
      <dgm:t>
        <a:bodyPr/>
        <a:lstStyle/>
        <a:p>
          <a:endParaRPr lang="en-US"/>
        </a:p>
      </dgm:t>
    </dgm:pt>
    <dgm:pt modelId="{81CB4293-8120-4F48-91BE-D5601CCFC59D}">
      <dgm:prSet custT="1"/>
      <dgm:spPr/>
      <dgm:t>
        <a:bodyPr/>
        <a:lstStyle/>
        <a:p>
          <a:r>
            <a:rPr lang="en-US" sz="1800" dirty="0">
              <a:latin typeface="Univers" panose="020B0503020202020204" pitchFamily="34" charset="0"/>
            </a:rPr>
            <a:t>Write plan</a:t>
          </a:r>
        </a:p>
      </dgm:t>
    </dgm:pt>
    <dgm:pt modelId="{E6C6A929-CA4E-4336-BE43-477AD95DDE1B}" type="parTrans" cxnId="{B6ECF6CD-D467-4098-954C-516A728EED3B}">
      <dgm:prSet/>
      <dgm:spPr/>
      <dgm:t>
        <a:bodyPr/>
        <a:lstStyle/>
        <a:p>
          <a:endParaRPr lang="en-US"/>
        </a:p>
      </dgm:t>
    </dgm:pt>
    <dgm:pt modelId="{8E3077BC-8C43-4127-93BD-49E730D9C025}" type="sibTrans" cxnId="{B6ECF6CD-D467-4098-954C-516A728EED3B}">
      <dgm:prSet/>
      <dgm:spPr/>
      <dgm:t>
        <a:bodyPr/>
        <a:lstStyle/>
        <a:p>
          <a:endParaRPr lang="en-US"/>
        </a:p>
      </dgm:t>
    </dgm:pt>
    <dgm:pt modelId="{C7CAA12D-88E4-41D0-8D10-8128025CB729}">
      <dgm:prSet custT="1"/>
      <dgm:spPr/>
      <dgm:t>
        <a:bodyPr/>
        <a:lstStyle/>
        <a:p>
          <a:r>
            <a:rPr lang="en-US" sz="1800" dirty="0">
              <a:latin typeface="Univers" panose="020B0503020202020204" pitchFamily="34" charset="0"/>
            </a:rPr>
            <a:t>Direct and indirect assessments</a:t>
          </a:r>
        </a:p>
      </dgm:t>
    </dgm:pt>
    <dgm:pt modelId="{D8937625-9824-4469-8869-50FE43477023}" type="parTrans" cxnId="{C91E7129-4EFD-4C15-8BAD-FEE3F95E798A}">
      <dgm:prSet/>
      <dgm:spPr/>
      <dgm:t>
        <a:bodyPr/>
        <a:lstStyle/>
        <a:p>
          <a:endParaRPr lang="en-US"/>
        </a:p>
      </dgm:t>
    </dgm:pt>
    <dgm:pt modelId="{937E37F5-F0CC-49B0-84D4-54AAB99F04B7}" type="sibTrans" cxnId="{C91E7129-4EFD-4C15-8BAD-FEE3F95E798A}">
      <dgm:prSet/>
      <dgm:spPr/>
      <dgm:t>
        <a:bodyPr/>
        <a:lstStyle/>
        <a:p>
          <a:endParaRPr lang="en-US"/>
        </a:p>
      </dgm:t>
    </dgm:pt>
    <dgm:pt modelId="{7586C8ED-1008-4481-8D37-A5434BFFFA12}">
      <dgm:prSet custT="1"/>
      <dgm:spPr/>
      <dgm:t>
        <a:bodyPr/>
        <a:lstStyle/>
        <a:p>
          <a:r>
            <a:rPr lang="en-US" sz="1800" dirty="0">
              <a:latin typeface="Univers" panose="020B0503020202020204" pitchFamily="34" charset="0"/>
            </a:rPr>
            <a:t>Record reviews</a:t>
          </a:r>
        </a:p>
      </dgm:t>
    </dgm:pt>
    <dgm:pt modelId="{D53FC214-BF41-4E77-88FD-A4FC5F8DA366}" type="parTrans" cxnId="{B1BE8F9D-4C02-4031-9F5D-55988D88AE40}">
      <dgm:prSet/>
      <dgm:spPr/>
      <dgm:t>
        <a:bodyPr/>
        <a:lstStyle/>
        <a:p>
          <a:endParaRPr lang="en-US"/>
        </a:p>
      </dgm:t>
    </dgm:pt>
    <dgm:pt modelId="{38E9AA74-ED68-4074-BDE9-4889C14E7514}" type="sibTrans" cxnId="{B1BE8F9D-4C02-4031-9F5D-55988D88AE40}">
      <dgm:prSet/>
      <dgm:spPr/>
      <dgm:t>
        <a:bodyPr/>
        <a:lstStyle/>
        <a:p>
          <a:endParaRPr lang="en-US"/>
        </a:p>
      </dgm:t>
    </dgm:pt>
    <dgm:pt modelId="{63574F79-E2BE-4977-A210-617C883D24DB}">
      <dgm:prSet/>
      <dgm:spPr/>
      <dgm:t>
        <a:bodyPr/>
        <a:lstStyle/>
        <a:p>
          <a:pPr>
            <a:defRPr b="1"/>
          </a:pPr>
          <a:r>
            <a:rPr lang="en-US" dirty="0">
              <a:latin typeface="Univers" panose="020B0503020202020204" pitchFamily="34" charset="0"/>
            </a:rPr>
            <a:t>Part 2</a:t>
          </a:r>
        </a:p>
      </dgm:t>
    </dgm:pt>
    <dgm:pt modelId="{E6039E72-8480-4F7B-A7F4-DB1DF6DA8AE4}" type="parTrans" cxnId="{4BCBE140-01F9-41B6-A2A9-A5E02A5948A8}">
      <dgm:prSet/>
      <dgm:spPr/>
      <dgm:t>
        <a:bodyPr/>
        <a:lstStyle/>
        <a:p>
          <a:endParaRPr lang="en-US"/>
        </a:p>
      </dgm:t>
    </dgm:pt>
    <dgm:pt modelId="{5255257E-BE4D-4FA7-B3B5-6BA990126CB5}" type="sibTrans" cxnId="{4BCBE140-01F9-41B6-A2A9-A5E02A5948A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48802F7-FA35-4629-B112-7B297FC098DC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Do your plan</a:t>
          </a:r>
        </a:p>
      </dgm:t>
    </dgm:pt>
    <dgm:pt modelId="{9DF0DA8F-81EC-4108-B4D3-5DF0E849BE68}" type="parTrans" cxnId="{E3009F33-5069-4E1B-9AE9-D6A1D90837CC}">
      <dgm:prSet/>
      <dgm:spPr/>
      <dgm:t>
        <a:bodyPr/>
        <a:lstStyle/>
        <a:p>
          <a:endParaRPr lang="en-US"/>
        </a:p>
      </dgm:t>
    </dgm:pt>
    <dgm:pt modelId="{C118325C-C97B-49BF-81C7-09843BE9F1B6}" type="sibTrans" cxnId="{E3009F33-5069-4E1B-9AE9-D6A1D90837CC}">
      <dgm:prSet/>
      <dgm:spPr/>
      <dgm:t>
        <a:bodyPr/>
        <a:lstStyle/>
        <a:p>
          <a:endParaRPr lang="en-US"/>
        </a:p>
      </dgm:t>
    </dgm:pt>
    <dgm:pt modelId="{864F3CB2-ECA4-4AD9-B0C1-54106CB2BC91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Write up the FBA and BIP</a:t>
          </a:r>
        </a:p>
      </dgm:t>
    </dgm:pt>
    <dgm:pt modelId="{98BF128E-F9C1-48CD-8367-A7D545A27FD0}" type="parTrans" cxnId="{B8D7CDEA-AA78-4F6A-A617-B21D4C9C1D82}">
      <dgm:prSet/>
      <dgm:spPr/>
      <dgm:t>
        <a:bodyPr/>
        <a:lstStyle/>
        <a:p>
          <a:endParaRPr lang="en-US"/>
        </a:p>
      </dgm:t>
    </dgm:pt>
    <dgm:pt modelId="{1AD4BCCF-0B06-4858-8832-73A51E00EA8C}" type="sibTrans" cxnId="{B8D7CDEA-AA78-4F6A-A617-B21D4C9C1D82}">
      <dgm:prSet/>
      <dgm:spPr/>
      <dgm:t>
        <a:bodyPr/>
        <a:lstStyle/>
        <a:p>
          <a:endParaRPr lang="en-US"/>
        </a:p>
      </dgm:t>
    </dgm:pt>
    <dgm:pt modelId="{51F39936-0A65-456C-AF56-943B7CD868A8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Reflect on process</a:t>
          </a:r>
        </a:p>
      </dgm:t>
    </dgm:pt>
    <dgm:pt modelId="{1DD76EC0-9D3F-429C-A2AA-8153A4E5572D}" type="parTrans" cxnId="{F5603A65-57B1-4B3C-9124-D09C262B904C}">
      <dgm:prSet/>
      <dgm:spPr/>
      <dgm:t>
        <a:bodyPr/>
        <a:lstStyle/>
        <a:p>
          <a:endParaRPr lang="en-US"/>
        </a:p>
      </dgm:t>
    </dgm:pt>
    <dgm:pt modelId="{7BD1B384-8329-4F13-8EA7-76D49599A63F}" type="sibTrans" cxnId="{F5603A65-57B1-4B3C-9124-D09C262B904C}">
      <dgm:prSet/>
      <dgm:spPr/>
      <dgm:t>
        <a:bodyPr/>
        <a:lstStyle/>
        <a:p>
          <a:endParaRPr lang="en-US"/>
        </a:p>
      </dgm:t>
    </dgm:pt>
    <dgm:pt modelId="{22ACF1D5-936D-704A-8623-A2CF433AB875}">
      <dgm:prSet custT="1"/>
      <dgm:spPr/>
      <dgm:t>
        <a:bodyPr/>
        <a:lstStyle/>
        <a:p>
          <a:r>
            <a:rPr lang="en-US" sz="1800" dirty="0">
              <a:latin typeface="Univers" panose="020B0503020202020204" pitchFamily="34" charset="0"/>
            </a:rPr>
            <a:t>½ - 1 page</a:t>
          </a:r>
        </a:p>
      </dgm:t>
    </dgm:pt>
    <dgm:pt modelId="{9A714106-DC2E-574C-8BB5-DBCCCBFB2A87}" type="parTrans" cxnId="{F2CB4E96-FE1D-7743-86F6-4223DA31D492}">
      <dgm:prSet/>
      <dgm:spPr/>
      <dgm:t>
        <a:bodyPr/>
        <a:lstStyle/>
        <a:p>
          <a:endParaRPr lang="en-US"/>
        </a:p>
      </dgm:t>
    </dgm:pt>
    <dgm:pt modelId="{2BC44F90-CEBC-6947-9900-378B55748DE5}" type="sibTrans" cxnId="{F2CB4E96-FE1D-7743-86F6-4223DA31D492}">
      <dgm:prSet/>
      <dgm:spPr/>
      <dgm:t>
        <a:bodyPr/>
        <a:lstStyle/>
        <a:p>
          <a:endParaRPr lang="en-US"/>
        </a:p>
      </dgm:t>
    </dgm:pt>
    <dgm:pt modelId="{0A0AC4CA-505F-1840-A79B-9C0D2DDA4E49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2 pages or 3-6 pages</a:t>
          </a:r>
        </a:p>
      </dgm:t>
    </dgm:pt>
    <dgm:pt modelId="{ABA4277E-DA1D-5644-8071-A75D6C208B65}" type="parTrans" cxnId="{50773481-4707-794A-B9C0-DDEADE2EF006}">
      <dgm:prSet/>
      <dgm:spPr/>
      <dgm:t>
        <a:bodyPr/>
        <a:lstStyle/>
        <a:p>
          <a:endParaRPr lang="en-US"/>
        </a:p>
      </dgm:t>
    </dgm:pt>
    <dgm:pt modelId="{B0B4484A-F7FF-F740-A630-7EBF97692335}" type="sibTrans" cxnId="{50773481-4707-794A-B9C0-DDEADE2EF006}">
      <dgm:prSet/>
      <dgm:spPr/>
      <dgm:t>
        <a:bodyPr/>
        <a:lstStyle/>
        <a:p>
          <a:endParaRPr lang="en-US"/>
        </a:p>
      </dgm:t>
    </dgm:pt>
    <dgm:pt modelId="{6BA656DA-8464-2048-B935-7847304AB2EB}" type="pres">
      <dgm:prSet presAssocID="{16176AE9-EA7F-4816-ACDD-2B201DDDD99B}" presName="Name0" presStyleCnt="0">
        <dgm:presLayoutVars>
          <dgm:animLvl val="lvl"/>
          <dgm:resizeHandles val="exact"/>
        </dgm:presLayoutVars>
      </dgm:prSet>
      <dgm:spPr/>
    </dgm:pt>
    <dgm:pt modelId="{5DA441D1-3DD4-A744-9B71-241AF39B38F6}" type="pres">
      <dgm:prSet presAssocID="{5F50FA57-56B6-4FE9-8F76-DADC7889AE13}" presName="compositeNode" presStyleCnt="0">
        <dgm:presLayoutVars>
          <dgm:bulletEnabled val="1"/>
        </dgm:presLayoutVars>
      </dgm:prSet>
      <dgm:spPr/>
    </dgm:pt>
    <dgm:pt modelId="{EBDAD19B-AF31-8F47-8958-F28ECEA01901}" type="pres">
      <dgm:prSet presAssocID="{5F50FA57-56B6-4FE9-8F76-DADC7889AE13}" presName="bgRect" presStyleLbl="bgAccFollowNode1" presStyleIdx="0" presStyleCnt="2"/>
      <dgm:spPr/>
    </dgm:pt>
    <dgm:pt modelId="{535DD99D-D13B-5E46-8C99-FEF87FCEB0E9}" type="pres">
      <dgm:prSet presAssocID="{250DE41B-8B52-4DD1-AAA3-220785D001D4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06F7B58A-6BF0-104C-BCD0-FE6456C5F995}" type="pres">
      <dgm:prSet presAssocID="{5F50FA57-56B6-4FE9-8F76-DADC7889AE13}" presName="bottomLine" presStyleLbl="alignNode1" presStyleIdx="1" presStyleCnt="4">
        <dgm:presLayoutVars/>
      </dgm:prSet>
      <dgm:spPr/>
    </dgm:pt>
    <dgm:pt modelId="{84F680BC-2E9F-E946-BDFF-1CF8E6D395A5}" type="pres">
      <dgm:prSet presAssocID="{5F50FA57-56B6-4FE9-8F76-DADC7889AE13}" presName="nodeText" presStyleLbl="bgAccFollowNode1" presStyleIdx="0" presStyleCnt="2">
        <dgm:presLayoutVars>
          <dgm:bulletEnabled val="1"/>
        </dgm:presLayoutVars>
      </dgm:prSet>
      <dgm:spPr/>
    </dgm:pt>
    <dgm:pt modelId="{CAC2DB50-C29B-A542-A40A-5AEDF39C0B94}" type="pres">
      <dgm:prSet presAssocID="{250DE41B-8B52-4DD1-AAA3-220785D001D4}" presName="sibTrans" presStyleCnt="0"/>
      <dgm:spPr/>
    </dgm:pt>
    <dgm:pt modelId="{D5EA0299-55D8-4B4E-B189-6D0DE4456E12}" type="pres">
      <dgm:prSet presAssocID="{63574F79-E2BE-4977-A210-617C883D24DB}" presName="compositeNode" presStyleCnt="0">
        <dgm:presLayoutVars>
          <dgm:bulletEnabled val="1"/>
        </dgm:presLayoutVars>
      </dgm:prSet>
      <dgm:spPr/>
    </dgm:pt>
    <dgm:pt modelId="{355FB9B8-09A1-274C-9004-AFAC9283AAD0}" type="pres">
      <dgm:prSet presAssocID="{63574F79-E2BE-4977-A210-617C883D24DB}" presName="bgRect" presStyleLbl="bgAccFollowNode1" presStyleIdx="1" presStyleCnt="2"/>
      <dgm:spPr/>
    </dgm:pt>
    <dgm:pt modelId="{823BD1F5-753A-A640-BFDF-9F6CD5DC4CA5}" type="pres">
      <dgm:prSet presAssocID="{5255257E-BE4D-4FA7-B3B5-6BA990126CB5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1B0953BE-1576-2841-B96F-525E4C9C35C4}" type="pres">
      <dgm:prSet presAssocID="{63574F79-E2BE-4977-A210-617C883D24DB}" presName="bottomLine" presStyleLbl="alignNode1" presStyleIdx="3" presStyleCnt="4">
        <dgm:presLayoutVars/>
      </dgm:prSet>
      <dgm:spPr/>
    </dgm:pt>
    <dgm:pt modelId="{907EFFAD-8D9A-2A4F-96C8-15D91ACD7ABA}" type="pres">
      <dgm:prSet presAssocID="{63574F79-E2BE-4977-A210-617C883D24DB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51E34412-FB7E-0C4F-BB70-64C539899B2D}" type="presOf" srcId="{51F39936-0A65-456C-AF56-943B7CD868A8}" destId="{907EFFAD-8D9A-2A4F-96C8-15D91ACD7ABA}" srcOrd="0" destOrd="3" presId="urn:microsoft.com/office/officeart/2016/7/layout/BasicLinearProcessNumbered"/>
    <dgm:cxn modelId="{B7561520-EE2B-5641-9D70-6EDCDE8A1AA5}" type="presOf" srcId="{5F50FA57-56B6-4FE9-8F76-DADC7889AE13}" destId="{EBDAD19B-AF31-8F47-8958-F28ECEA01901}" srcOrd="0" destOrd="0" presId="urn:microsoft.com/office/officeart/2016/7/layout/BasicLinearProcessNumbered"/>
    <dgm:cxn modelId="{AD1C2927-D25A-4144-A348-55582FE06EFA}" type="presOf" srcId="{7586C8ED-1008-4481-8D37-A5434BFFFA12}" destId="{84F680BC-2E9F-E946-BDFF-1CF8E6D395A5}" srcOrd="0" destOrd="4" presId="urn:microsoft.com/office/officeart/2016/7/layout/BasicLinearProcessNumbered"/>
    <dgm:cxn modelId="{C91E7129-4EFD-4C15-8BAD-FEE3F95E798A}" srcId="{81CB4293-8120-4F48-91BE-D5601CCFC59D}" destId="{C7CAA12D-88E4-41D0-8D10-8128025CB729}" srcOrd="0" destOrd="0" parTransId="{D8937625-9824-4469-8869-50FE43477023}" sibTransId="{937E37F5-F0CC-49B0-84D4-54AAB99F04B7}"/>
    <dgm:cxn modelId="{AC42A929-9E3D-C84F-B355-EA931C96ADD3}" type="presOf" srcId="{250DE41B-8B52-4DD1-AAA3-220785D001D4}" destId="{535DD99D-D13B-5E46-8C99-FEF87FCEB0E9}" srcOrd="0" destOrd="0" presId="urn:microsoft.com/office/officeart/2016/7/layout/BasicLinearProcessNumbered"/>
    <dgm:cxn modelId="{E3009F33-5069-4E1B-9AE9-D6A1D90837CC}" srcId="{63574F79-E2BE-4977-A210-617C883D24DB}" destId="{648802F7-FA35-4629-B112-7B297FC098DC}" srcOrd="0" destOrd="0" parTransId="{9DF0DA8F-81EC-4108-B4D3-5DF0E849BE68}" sibTransId="{C118325C-C97B-49BF-81C7-09843BE9F1B6}"/>
    <dgm:cxn modelId="{4BCBE140-01F9-41B6-A2A9-A5E02A5948A8}" srcId="{16176AE9-EA7F-4816-ACDD-2B201DDDD99B}" destId="{63574F79-E2BE-4977-A210-617C883D24DB}" srcOrd="1" destOrd="0" parTransId="{E6039E72-8480-4F7B-A7F4-DB1DF6DA8AE4}" sibTransId="{5255257E-BE4D-4FA7-B3B5-6BA990126CB5}"/>
    <dgm:cxn modelId="{F5603A65-57B1-4B3C-9124-D09C262B904C}" srcId="{63574F79-E2BE-4977-A210-617C883D24DB}" destId="{51F39936-0A65-456C-AF56-943B7CD868A8}" srcOrd="2" destOrd="0" parTransId="{1DD76EC0-9D3F-429C-A2AA-8153A4E5572D}" sibTransId="{7BD1B384-8329-4F13-8EA7-76D49599A63F}"/>
    <dgm:cxn modelId="{93C44766-DB29-D74A-82C6-D85B4B798358}" type="presOf" srcId="{5F50FA57-56B6-4FE9-8F76-DADC7889AE13}" destId="{84F680BC-2E9F-E946-BDFF-1CF8E6D395A5}" srcOrd="1" destOrd="0" presId="urn:microsoft.com/office/officeart/2016/7/layout/BasicLinearProcessNumbered"/>
    <dgm:cxn modelId="{E2906874-60EE-4AAF-A3C9-59664EBDEFEF}" srcId="{5F50FA57-56B6-4FE9-8F76-DADC7889AE13}" destId="{9435E3BD-5436-41BC-ABC0-3B819E13E9D0}" srcOrd="0" destOrd="0" parTransId="{9B5693BB-1843-4211-8D45-6D4BE5FC5FB0}" sibTransId="{E93AC0C6-1538-4E40-B695-5CF23D83757F}"/>
    <dgm:cxn modelId="{50773481-4707-794A-B9C0-DDEADE2EF006}" srcId="{63574F79-E2BE-4977-A210-617C883D24DB}" destId="{0A0AC4CA-505F-1840-A79B-9C0D2DDA4E49}" srcOrd="3" destOrd="0" parTransId="{ABA4277E-DA1D-5644-8071-A75D6C208B65}" sibTransId="{B0B4484A-F7FF-F740-A630-7EBF97692335}"/>
    <dgm:cxn modelId="{F2CB4E96-FE1D-7743-86F6-4223DA31D492}" srcId="{81CB4293-8120-4F48-91BE-D5601CCFC59D}" destId="{22ACF1D5-936D-704A-8623-A2CF433AB875}" srcOrd="2" destOrd="0" parTransId="{9A714106-DC2E-574C-8BB5-DBCCCBFB2A87}" sibTransId="{2BC44F90-CEBC-6947-9900-378B55748DE5}"/>
    <dgm:cxn modelId="{49716997-6ADD-2546-ABDD-94790DAC9A1D}" type="presOf" srcId="{9435E3BD-5436-41BC-ABC0-3B819E13E9D0}" destId="{84F680BC-2E9F-E946-BDFF-1CF8E6D395A5}" srcOrd="0" destOrd="1" presId="urn:microsoft.com/office/officeart/2016/7/layout/BasicLinearProcessNumbered"/>
    <dgm:cxn modelId="{C4CE759B-A42F-8A41-9978-4290F138E546}" type="presOf" srcId="{22ACF1D5-936D-704A-8623-A2CF433AB875}" destId="{84F680BC-2E9F-E946-BDFF-1CF8E6D395A5}" srcOrd="0" destOrd="5" presId="urn:microsoft.com/office/officeart/2016/7/layout/BasicLinearProcessNumbered"/>
    <dgm:cxn modelId="{B1BE8F9D-4C02-4031-9F5D-55988D88AE40}" srcId="{81CB4293-8120-4F48-91BE-D5601CCFC59D}" destId="{7586C8ED-1008-4481-8D37-A5434BFFFA12}" srcOrd="1" destOrd="0" parTransId="{D53FC214-BF41-4E77-88FD-A4FC5F8DA366}" sibTransId="{38E9AA74-ED68-4074-BDE9-4889C14E7514}"/>
    <dgm:cxn modelId="{0ECEBFA7-D392-4065-BCCB-6BAEDA783D53}" srcId="{16176AE9-EA7F-4816-ACDD-2B201DDDD99B}" destId="{5F50FA57-56B6-4FE9-8F76-DADC7889AE13}" srcOrd="0" destOrd="0" parTransId="{02EF1CB6-2BAE-4D58-A9DA-25231F092DFC}" sibTransId="{250DE41B-8B52-4DD1-AAA3-220785D001D4}"/>
    <dgm:cxn modelId="{D9CF34AF-78F3-BA45-BC72-6A53F793DAF1}" type="presOf" srcId="{63574F79-E2BE-4977-A210-617C883D24DB}" destId="{355FB9B8-09A1-274C-9004-AFAC9283AAD0}" srcOrd="0" destOrd="0" presId="urn:microsoft.com/office/officeart/2016/7/layout/BasicLinearProcessNumbered"/>
    <dgm:cxn modelId="{769D06B0-A8A8-234D-B24B-2553FA12F243}" type="presOf" srcId="{648802F7-FA35-4629-B112-7B297FC098DC}" destId="{907EFFAD-8D9A-2A4F-96C8-15D91ACD7ABA}" srcOrd="0" destOrd="1" presId="urn:microsoft.com/office/officeart/2016/7/layout/BasicLinearProcessNumbered"/>
    <dgm:cxn modelId="{7BA663B7-F804-BE4B-96FA-0FBCEBEEAC5B}" type="presOf" srcId="{5255257E-BE4D-4FA7-B3B5-6BA990126CB5}" destId="{823BD1F5-753A-A640-BFDF-9F6CD5DC4CA5}" srcOrd="0" destOrd="0" presId="urn:microsoft.com/office/officeart/2016/7/layout/BasicLinearProcessNumbered"/>
    <dgm:cxn modelId="{DD2CB9B7-D00E-5F45-8D67-F075102D3653}" type="presOf" srcId="{81CB4293-8120-4F48-91BE-D5601CCFC59D}" destId="{84F680BC-2E9F-E946-BDFF-1CF8E6D395A5}" srcOrd="0" destOrd="2" presId="urn:microsoft.com/office/officeart/2016/7/layout/BasicLinearProcessNumbered"/>
    <dgm:cxn modelId="{AED809BC-2893-9844-BB7F-81B92D59A55A}" type="presOf" srcId="{864F3CB2-ECA4-4AD9-B0C1-54106CB2BC91}" destId="{907EFFAD-8D9A-2A4F-96C8-15D91ACD7ABA}" srcOrd="0" destOrd="2" presId="urn:microsoft.com/office/officeart/2016/7/layout/BasicLinearProcessNumbered"/>
    <dgm:cxn modelId="{601397BC-9200-6D45-947D-D89727EC2D9B}" type="presOf" srcId="{63574F79-E2BE-4977-A210-617C883D24DB}" destId="{907EFFAD-8D9A-2A4F-96C8-15D91ACD7ABA}" srcOrd="1" destOrd="0" presId="urn:microsoft.com/office/officeart/2016/7/layout/BasicLinearProcessNumbered"/>
    <dgm:cxn modelId="{B6ECF6CD-D467-4098-954C-516A728EED3B}" srcId="{5F50FA57-56B6-4FE9-8F76-DADC7889AE13}" destId="{81CB4293-8120-4F48-91BE-D5601CCFC59D}" srcOrd="1" destOrd="0" parTransId="{E6C6A929-CA4E-4336-BE43-477AD95DDE1B}" sibTransId="{8E3077BC-8C43-4127-93BD-49E730D9C025}"/>
    <dgm:cxn modelId="{4E5B3FD9-468E-104E-8AD7-A4C8F2EE6DD4}" type="presOf" srcId="{0A0AC4CA-505F-1840-A79B-9C0D2DDA4E49}" destId="{907EFFAD-8D9A-2A4F-96C8-15D91ACD7ABA}" srcOrd="0" destOrd="4" presId="urn:microsoft.com/office/officeart/2016/7/layout/BasicLinearProcessNumbered"/>
    <dgm:cxn modelId="{5E6380DF-7119-714A-B944-ACE09B44B85D}" type="presOf" srcId="{C7CAA12D-88E4-41D0-8D10-8128025CB729}" destId="{84F680BC-2E9F-E946-BDFF-1CF8E6D395A5}" srcOrd="0" destOrd="3" presId="urn:microsoft.com/office/officeart/2016/7/layout/BasicLinearProcessNumbered"/>
    <dgm:cxn modelId="{B8D7CDEA-AA78-4F6A-A617-B21D4C9C1D82}" srcId="{63574F79-E2BE-4977-A210-617C883D24DB}" destId="{864F3CB2-ECA4-4AD9-B0C1-54106CB2BC91}" srcOrd="1" destOrd="0" parTransId="{98BF128E-F9C1-48CD-8367-A7D545A27FD0}" sibTransId="{1AD4BCCF-0B06-4858-8832-73A51E00EA8C}"/>
    <dgm:cxn modelId="{F66662F6-AE60-A747-9BE0-FCC2E962148D}" type="presOf" srcId="{16176AE9-EA7F-4816-ACDD-2B201DDDD99B}" destId="{6BA656DA-8464-2048-B935-7847304AB2EB}" srcOrd="0" destOrd="0" presId="urn:microsoft.com/office/officeart/2016/7/layout/BasicLinearProcessNumbered"/>
    <dgm:cxn modelId="{E1F867D4-B110-DA43-8319-ED7219CCBEF1}" type="presParOf" srcId="{6BA656DA-8464-2048-B935-7847304AB2EB}" destId="{5DA441D1-3DD4-A744-9B71-241AF39B38F6}" srcOrd="0" destOrd="0" presId="urn:microsoft.com/office/officeart/2016/7/layout/BasicLinearProcessNumbered"/>
    <dgm:cxn modelId="{662A539A-200F-6C4A-AF23-97B5B12AC1A9}" type="presParOf" srcId="{5DA441D1-3DD4-A744-9B71-241AF39B38F6}" destId="{EBDAD19B-AF31-8F47-8958-F28ECEA01901}" srcOrd="0" destOrd="0" presId="urn:microsoft.com/office/officeart/2016/7/layout/BasicLinearProcessNumbered"/>
    <dgm:cxn modelId="{7A2BF14F-3FB3-FE4A-8E50-9DE19272C912}" type="presParOf" srcId="{5DA441D1-3DD4-A744-9B71-241AF39B38F6}" destId="{535DD99D-D13B-5E46-8C99-FEF87FCEB0E9}" srcOrd="1" destOrd="0" presId="urn:microsoft.com/office/officeart/2016/7/layout/BasicLinearProcessNumbered"/>
    <dgm:cxn modelId="{67E01BC3-B258-1F4B-B332-559236775F88}" type="presParOf" srcId="{5DA441D1-3DD4-A744-9B71-241AF39B38F6}" destId="{06F7B58A-6BF0-104C-BCD0-FE6456C5F995}" srcOrd="2" destOrd="0" presId="urn:microsoft.com/office/officeart/2016/7/layout/BasicLinearProcessNumbered"/>
    <dgm:cxn modelId="{CE271035-8E6E-304C-9CB2-8EB4942B1F97}" type="presParOf" srcId="{5DA441D1-3DD4-A744-9B71-241AF39B38F6}" destId="{84F680BC-2E9F-E946-BDFF-1CF8E6D395A5}" srcOrd="3" destOrd="0" presId="urn:microsoft.com/office/officeart/2016/7/layout/BasicLinearProcessNumbered"/>
    <dgm:cxn modelId="{B2C76833-BD78-8C4B-A1BC-D883FEA2D75B}" type="presParOf" srcId="{6BA656DA-8464-2048-B935-7847304AB2EB}" destId="{CAC2DB50-C29B-A542-A40A-5AEDF39C0B94}" srcOrd="1" destOrd="0" presId="urn:microsoft.com/office/officeart/2016/7/layout/BasicLinearProcessNumbered"/>
    <dgm:cxn modelId="{663D042B-9337-8B49-918A-0A3E2B27E3B7}" type="presParOf" srcId="{6BA656DA-8464-2048-B935-7847304AB2EB}" destId="{D5EA0299-55D8-4B4E-B189-6D0DE4456E12}" srcOrd="2" destOrd="0" presId="urn:microsoft.com/office/officeart/2016/7/layout/BasicLinearProcessNumbered"/>
    <dgm:cxn modelId="{8591D54C-6816-734C-A55F-4802CE1533BD}" type="presParOf" srcId="{D5EA0299-55D8-4B4E-B189-6D0DE4456E12}" destId="{355FB9B8-09A1-274C-9004-AFAC9283AAD0}" srcOrd="0" destOrd="0" presId="urn:microsoft.com/office/officeart/2016/7/layout/BasicLinearProcessNumbered"/>
    <dgm:cxn modelId="{2E5F75B8-98DD-DD4E-8A19-154D7C2750B7}" type="presParOf" srcId="{D5EA0299-55D8-4B4E-B189-6D0DE4456E12}" destId="{823BD1F5-753A-A640-BFDF-9F6CD5DC4CA5}" srcOrd="1" destOrd="0" presId="urn:microsoft.com/office/officeart/2016/7/layout/BasicLinearProcessNumbered"/>
    <dgm:cxn modelId="{7FF956DA-7376-4E41-AA27-BE6B8339790A}" type="presParOf" srcId="{D5EA0299-55D8-4B4E-B189-6D0DE4456E12}" destId="{1B0953BE-1576-2841-B96F-525E4C9C35C4}" srcOrd="2" destOrd="0" presId="urn:microsoft.com/office/officeart/2016/7/layout/BasicLinearProcessNumbered"/>
    <dgm:cxn modelId="{3247323C-2A50-104B-9918-F574682809D1}" type="presParOf" srcId="{D5EA0299-55D8-4B4E-B189-6D0DE4456E12}" destId="{907EFFAD-8D9A-2A4F-96C8-15D91ACD7AB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443E80-EF8F-4495-9070-3A5A6586BA5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A793FC3-0052-4D03-AC85-058D4D623A3B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Special education – social work assessments and roles</a:t>
          </a:r>
        </a:p>
      </dgm:t>
    </dgm:pt>
    <dgm:pt modelId="{CC086B02-024B-44CB-BCDE-965D978E4CF1}" type="parTrans" cxnId="{2C0472C5-64B1-423E-A817-68FF1459A817}">
      <dgm:prSet/>
      <dgm:spPr/>
      <dgm:t>
        <a:bodyPr/>
        <a:lstStyle/>
        <a:p>
          <a:endParaRPr lang="en-US"/>
        </a:p>
      </dgm:t>
    </dgm:pt>
    <dgm:pt modelId="{C484B062-E506-47C4-B0BA-B292032583CB}" type="sibTrans" cxnId="{2C0472C5-64B1-423E-A817-68FF1459A817}">
      <dgm:prSet/>
      <dgm:spPr/>
      <dgm:t>
        <a:bodyPr/>
        <a:lstStyle/>
        <a:p>
          <a:endParaRPr lang="en-US"/>
        </a:p>
      </dgm:t>
    </dgm:pt>
    <dgm:pt modelId="{190E0298-2633-4E5C-B087-65350256F321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SDS, FBA/BIP, Goals, MDR</a:t>
          </a:r>
        </a:p>
      </dgm:t>
    </dgm:pt>
    <dgm:pt modelId="{01D76F36-48AF-4851-9B8E-CFF1FEC2320B}" type="parTrans" cxnId="{42D343D9-7693-4BB9-9AB1-4A6B7AE06073}">
      <dgm:prSet/>
      <dgm:spPr/>
      <dgm:t>
        <a:bodyPr/>
        <a:lstStyle/>
        <a:p>
          <a:endParaRPr lang="en-US"/>
        </a:p>
      </dgm:t>
    </dgm:pt>
    <dgm:pt modelId="{CA8BEACF-B0BD-48B9-92F4-125AA544689F}" type="sibTrans" cxnId="{42D343D9-7693-4BB9-9AB1-4A6B7AE06073}">
      <dgm:prSet/>
      <dgm:spPr/>
      <dgm:t>
        <a:bodyPr/>
        <a:lstStyle/>
        <a:p>
          <a:endParaRPr lang="en-US"/>
        </a:p>
      </dgm:t>
    </dgm:pt>
    <dgm:pt modelId="{5A887039-18E6-4889-84EA-AFD37E3A647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Professional Development</a:t>
          </a:r>
        </a:p>
      </dgm:t>
    </dgm:pt>
    <dgm:pt modelId="{B38E5ABD-28C9-4986-B1E7-275E75A13484}" type="parTrans" cxnId="{E139041A-D009-42DE-93C8-FFBC502F898E}">
      <dgm:prSet/>
      <dgm:spPr/>
      <dgm:t>
        <a:bodyPr/>
        <a:lstStyle/>
        <a:p>
          <a:endParaRPr lang="en-US"/>
        </a:p>
      </dgm:t>
    </dgm:pt>
    <dgm:pt modelId="{EA03C3C0-DE58-47DE-8945-F376A4ACDA70}" type="sibTrans" cxnId="{E139041A-D009-42DE-93C8-FFBC502F898E}">
      <dgm:prSet/>
      <dgm:spPr/>
      <dgm:t>
        <a:bodyPr/>
        <a:lstStyle/>
        <a:p>
          <a:endParaRPr lang="en-US"/>
        </a:p>
      </dgm:t>
    </dgm:pt>
    <dgm:pt modelId="{1D8ACA97-8577-48CF-8BAE-E94BE4A0DD96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Licenses</a:t>
          </a:r>
        </a:p>
      </dgm:t>
    </dgm:pt>
    <dgm:pt modelId="{ACA58B97-B81A-42C7-A28A-1351E0DAD8C7}" type="parTrans" cxnId="{03318477-00FD-4511-8A80-666F2BB7C92E}">
      <dgm:prSet/>
      <dgm:spPr/>
      <dgm:t>
        <a:bodyPr/>
        <a:lstStyle/>
        <a:p>
          <a:endParaRPr lang="en-US"/>
        </a:p>
      </dgm:t>
    </dgm:pt>
    <dgm:pt modelId="{DDBD3C26-7A21-4534-BDC3-245B8FC6D65C}" type="sibTrans" cxnId="{03318477-00FD-4511-8A80-666F2BB7C92E}">
      <dgm:prSet/>
      <dgm:spPr/>
      <dgm:t>
        <a:bodyPr/>
        <a:lstStyle/>
        <a:p>
          <a:endParaRPr lang="en-US"/>
        </a:p>
      </dgm:t>
    </dgm:pt>
    <dgm:pt modelId="{04713BC7-C766-4D21-BC0A-D106D19FB007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Burnout and self-care</a:t>
          </a:r>
        </a:p>
      </dgm:t>
    </dgm:pt>
    <dgm:pt modelId="{37DC6D46-4C1D-4CC2-B605-30190233AC8D}" type="parTrans" cxnId="{F959094F-4185-4763-A7F5-2C3D4CC27A2B}">
      <dgm:prSet/>
      <dgm:spPr/>
      <dgm:t>
        <a:bodyPr/>
        <a:lstStyle/>
        <a:p>
          <a:endParaRPr lang="en-US"/>
        </a:p>
      </dgm:t>
    </dgm:pt>
    <dgm:pt modelId="{A1056029-CBA4-449D-AAB4-F678363ABC72}" type="sibTrans" cxnId="{F959094F-4185-4763-A7F5-2C3D4CC27A2B}">
      <dgm:prSet/>
      <dgm:spPr/>
      <dgm:t>
        <a:bodyPr/>
        <a:lstStyle/>
        <a:p>
          <a:endParaRPr lang="en-US"/>
        </a:p>
      </dgm:t>
    </dgm:pt>
    <dgm:pt modelId="{32196090-B55B-4D5B-87C3-2C813D7B035C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>
              <a:latin typeface="Univers" panose="020B0503020202020204" pitchFamily="34" charset="0"/>
            </a:rPr>
            <a:t>Intervention in schools</a:t>
          </a:r>
        </a:p>
      </dgm:t>
    </dgm:pt>
    <dgm:pt modelId="{480E754C-653D-4F30-AE32-C7310651702E}" type="parTrans" cxnId="{9422EAAD-4BF6-4C98-94C9-A3F8CA2B2B71}">
      <dgm:prSet/>
      <dgm:spPr/>
      <dgm:t>
        <a:bodyPr/>
        <a:lstStyle/>
        <a:p>
          <a:endParaRPr lang="en-US"/>
        </a:p>
      </dgm:t>
    </dgm:pt>
    <dgm:pt modelId="{BB26EFFD-B0CB-4F07-943F-04D08FD731A1}" type="sibTrans" cxnId="{9422EAAD-4BF6-4C98-94C9-A3F8CA2B2B71}">
      <dgm:prSet/>
      <dgm:spPr/>
      <dgm:t>
        <a:bodyPr/>
        <a:lstStyle/>
        <a:p>
          <a:endParaRPr lang="en-US"/>
        </a:p>
      </dgm:t>
    </dgm:pt>
    <dgm:pt modelId="{242EFD11-F895-4E16-8F87-B24E32A3EC7A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Tiers 2 and 3</a:t>
          </a:r>
        </a:p>
      </dgm:t>
    </dgm:pt>
    <dgm:pt modelId="{BF28C26E-EC2B-4A54-85B7-B4B7979D035C}" type="parTrans" cxnId="{051947AB-C26C-4942-AB0B-CCE28B60C636}">
      <dgm:prSet/>
      <dgm:spPr/>
      <dgm:t>
        <a:bodyPr/>
        <a:lstStyle/>
        <a:p>
          <a:endParaRPr lang="en-US"/>
        </a:p>
      </dgm:t>
    </dgm:pt>
    <dgm:pt modelId="{54899FC8-A800-4004-A704-C732862B0913}" type="sibTrans" cxnId="{051947AB-C26C-4942-AB0B-CCE28B60C636}">
      <dgm:prSet/>
      <dgm:spPr/>
      <dgm:t>
        <a:bodyPr/>
        <a:lstStyle/>
        <a:p>
          <a:endParaRPr lang="en-US"/>
        </a:p>
      </dgm:t>
    </dgm:pt>
    <dgm:pt modelId="{E6D121C2-FF27-4D8A-A3DE-F00B35F6693B}">
      <dgm:prSet/>
      <dgm:spPr/>
      <dgm:t>
        <a:bodyPr/>
        <a:lstStyle/>
        <a:p>
          <a:r>
            <a:rPr lang="en-US" dirty="0">
              <a:latin typeface="Univers" panose="020B0503020202020204" pitchFamily="34" charset="0"/>
            </a:rPr>
            <a:t>Clinical frameworks</a:t>
          </a:r>
        </a:p>
      </dgm:t>
    </dgm:pt>
    <dgm:pt modelId="{98D83A4E-5AE2-4F48-BED1-B1BE87530C98}" type="parTrans" cxnId="{8784D9A4-4CC4-4935-9F7E-412EFD4E7D19}">
      <dgm:prSet/>
      <dgm:spPr/>
      <dgm:t>
        <a:bodyPr/>
        <a:lstStyle/>
        <a:p>
          <a:endParaRPr lang="en-US"/>
        </a:p>
      </dgm:t>
    </dgm:pt>
    <dgm:pt modelId="{C8FB4CBC-A082-4FED-A5F4-C7438F8FBF64}" type="sibTrans" cxnId="{8784D9A4-4CC4-4935-9F7E-412EFD4E7D19}">
      <dgm:prSet/>
      <dgm:spPr/>
      <dgm:t>
        <a:bodyPr/>
        <a:lstStyle/>
        <a:p>
          <a:endParaRPr lang="en-US"/>
        </a:p>
      </dgm:t>
    </dgm:pt>
    <dgm:pt modelId="{81811B55-D99C-47D4-B89E-86AC190BA186}">
      <dgm:prSet/>
      <dgm:spPr/>
      <dgm:t>
        <a:bodyPr/>
        <a:lstStyle/>
        <a:p>
          <a:r>
            <a:rPr lang="en-US">
              <a:latin typeface="Univers" panose="020B0503020202020204" pitchFamily="34" charset="0"/>
            </a:rPr>
            <a:t>School anxiety</a:t>
          </a:r>
        </a:p>
      </dgm:t>
    </dgm:pt>
    <dgm:pt modelId="{CAB9E9B7-6CE0-4845-9D9D-1E613C02E11B}" type="parTrans" cxnId="{499CB495-7EFB-48D7-B1D0-F9975DA05030}">
      <dgm:prSet/>
      <dgm:spPr/>
      <dgm:t>
        <a:bodyPr/>
        <a:lstStyle/>
        <a:p>
          <a:endParaRPr lang="en-US"/>
        </a:p>
      </dgm:t>
    </dgm:pt>
    <dgm:pt modelId="{263A38D3-7FD5-4177-A462-FF65EA4F1C6C}" type="sibTrans" cxnId="{499CB495-7EFB-48D7-B1D0-F9975DA05030}">
      <dgm:prSet/>
      <dgm:spPr/>
      <dgm:t>
        <a:bodyPr/>
        <a:lstStyle/>
        <a:p>
          <a:endParaRPr lang="en-US"/>
        </a:p>
      </dgm:t>
    </dgm:pt>
    <dgm:pt modelId="{68169C87-6EE8-4B58-87FD-71AEF5766935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Crisis Intervention</a:t>
          </a:r>
        </a:p>
      </dgm:t>
    </dgm:pt>
    <dgm:pt modelId="{A3E5F0B7-CE1F-442C-B597-4B388D7189AB}" type="parTrans" cxnId="{C5A435C0-D31C-4874-ADE7-4B755DB58C2A}">
      <dgm:prSet/>
      <dgm:spPr/>
      <dgm:t>
        <a:bodyPr/>
        <a:lstStyle/>
        <a:p>
          <a:endParaRPr lang="en-US"/>
        </a:p>
      </dgm:t>
    </dgm:pt>
    <dgm:pt modelId="{1F9533F3-F923-45FE-89A4-9932BD964446}" type="sibTrans" cxnId="{C5A435C0-D31C-4874-ADE7-4B755DB58C2A}">
      <dgm:prSet/>
      <dgm:spPr/>
      <dgm:t>
        <a:bodyPr/>
        <a:lstStyle/>
        <a:p>
          <a:endParaRPr lang="en-US"/>
        </a:p>
      </dgm:t>
    </dgm:pt>
    <dgm:pt modelId="{43DC912E-77A6-134B-BBC0-B6F73027C413}" type="pres">
      <dgm:prSet presAssocID="{B6443E80-EF8F-4495-9070-3A5A6586BA55}" presName="linear" presStyleCnt="0">
        <dgm:presLayoutVars>
          <dgm:animLvl val="lvl"/>
          <dgm:resizeHandles val="exact"/>
        </dgm:presLayoutVars>
      </dgm:prSet>
      <dgm:spPr/>
    </dgm:pt>
    <dgm:pt modelId="{235CBE2F-672D-F040-BB14-1F27AC60C4F3}" type="pres">
      <dgm:prSet presAssocID="{EA793FC3-0052-4D03-AC85-058D4D623A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8811FB-B3B3-4A4E-82F9-0D5AFA992DE8}" type="pres">
      <dgm:prSet presAssocID="{EA793FC3-0052-4D03-AC85-058D4D623A3B}" presName="childText" presStyleLbl="revTx" presStyleIdx="0" presStyleCnt="3">
        <dgm:presLayoutVars>
          <dgm:bulletEnabled val="1"/>
        </dgm:presLayoutVars>
      </dgm:prSet>
      <dgm:spPr/>
    </dgm:pt>
    <dgm:pt modelId="{2E66968E-61E1-784A-A714-E733EAB36C12}" type="pres">
      <dgm:prSet presAssocID="{5A887039-18E6-4889-84EA-AFD37E3A64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D402F93-6ED5-2E4A-9898-C59511120268}" type="pres">
      <dgm:prSet presAssocID="{5A887039-18E6-4889-84EA-AFD37E3A6475}" presName="childText" presStyleLbl="revTx" presStyleIdx="1" presStyleCnt="3">
        <dgm:presLayoutVars>
          <dgm:bulletEnabled val="1"/>
        </dgm:presLayoutVars>
      </dgm:prSet>
      <dgm:spPr/>
    </dgm:pt>
    <dgm:pt modelId="{47ADE34A-CE66-3C44-89BB-FFDACED1AE33}" type="pres">
      <dgm:prSet presAssocID="{32196090-B55B-4D5B-87C3-2C813D7B035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0953BF-34F8-0E4E-8E4D-FEB3D47951E5}" type="pres">
      <dgm:prSet presAssocID="{32196090-B55B-4D5B-87C3-2C813D7B035C}" presName="childText" presStyleLbl="revTx" presStyleIdx="2" presStyleCnt="3">
        <dgm:presLayoutVars>
          <dgm:bulletEnabled val="1"/>
        </dgm:presLayoutVars>
      </dgm:prSet>
      <dgm:spPr/>
    </dgm:pt>
    <dgm:pt modelId="{3154C96D-FE81-CC4B-B5AD-19A8EB1F8BA9}" type="pres">
      <dgm:prSet presAssocID="{68169C87-6EE8-4B58-87FD-71AEF576693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B067612-96BA-374E-8E15-F3E6CF288CF3}" type="presOf" srcId="{EA793FC3-0052-4D03-AC85-058D4D623A3B}" destId="{235CBE2F-672D-F040-BB14-1F27AC60C4F3}" srcOrd="0" destOrd="0" presId="urn:microsoft.com/office/officeart/2005/8/layout/vList2"/>
    <dgm:cxn modelId="{40C10819-2FE7-4A4D-A009-748CA7E7139D}" type="presOf" srcId="{68169C87-6EE8-4B58-87FD-71AEF5766935}" destId="{3154C96D-FE81-CC4B-B5AD-19A8EB1F8BA9}" srcOrd="0" destOrd="0" presId="urn:microsoft.com/office/officeart/2005/8/layout/vList2"/>
    <dgm:cxn modelId="{E139041A-D009-42DE-93C8-FFBC502F898E}" srcId="{B6443E80-EF8F-4495-9070-3A5A6586BA55}" destId="{5A887039-18E6-4889-84EA-AFD37E3A6475}" srcOrd="1" destOrd="0" parTransId="{B38E5ABD-28C9-4986-B1E7-275E75A13484}" sibTransId="{EA03C3C0-DE58-47DE-8945-F376A4ACDA70}"/>
    <dgm:cxn modelId="{B2ABF03E-D76B-8B49-AE55-D2F83DB6F0F7}" type="presOf" srcId="{242EFD11-F895-4E16-8F87-B24E32A3EC7A}" destId="{FA0953BF-34F8-0E4E-8E4D-FEB3D47951E5}" srcOrd="0" destOrd="0" presId="urn:microsoft.com/office/officeart/2005/8/layout/vList2"/>
    <dgm:cxn modelId="{F959094F-4185-4763-A7F5-2C3D4CC27A2B}" srcId="{5A887039-18E6-4889-84EA-AFD37E3A6475}" destId="{04713BC7-C766-4D21-BC0A-D106D19FB007}" srcOrd="1" destOrd="0" parTransId="{37DC6D46-4C1D-4CC2-B605-30190233AC8D}" sibTransId="{A1056029-CBA4-449D-AAB4-F678363ABC72}"/>
    <dgm:cxn modelId="{3016BB61-A303-014E-9C89-8FF317E2B165}" type="presOf" srcId="{B6443E80-EF8F-4495-9070-3A5A6586BA55}" destId="{43DC912E-77A6-134B-BBC0-B6F73027C413}" srcOrd="0" destOrd="0" presId="urn:microsoft.com/office/officeart/2005/8/layout/vList2"/>
    <dgm:cxn modelId="{04B4AC70-8F0B-AF4F-83DD-909FF1C9C639}" type="presOf" srcId="{190E0298-2633-4E5C-B087-65350256F321}" destId="{608811FB-B3B3-4A4E-82F9-0D5AFA992DE8}" srcOrd="0" destOrd="0" presId="urn:microsoft.com/office/officeart/2005/8/layout/vList2"/>
    <dgm:cxn modelId="{B8802C72-ADBB-5E48-9084-2C8EB7A85170}" type="presOf" srcId="{5A887039-18E6-4889-84EA-AFD37E3A6475}" destId="{2E66968E-61E1-784A-A714-E733EAB36C12}" srcOrd="0" destOrd="0" presId="urn:microsoft.com/office/officeart/2005/8/layout/vList2"/>
    <dgm:cxn modelId="{03318477-00FD-4511-8A80-666F2BB7C92E}" srcId="{5A887039-18E6-4889-84EA-AFD37E3A6475}" destId="{1D8ACA97-8577-48CF-8BAE-E94BE4A0DD96}" srcOrd="0" destOrd="0" parTransId="{ACA58B97-B81A-42C7-A28A-1351E0DAD8C7}" sibTransId="{DDBD3C26-7A21-4534-BDC3-245B8FC6D65C}"/>
    <dgm:cxn modelId="{92F02C7F-70E9-5C42-8B30-5B5CBAA3F573}" type="presOf" srcId="{04713BC7-C766-4D21-BC0A-D106D19FB007}" destId="{6D402F93-6ED5-2E4A-9898-C59511120268}" srcOrd="0" destOrd="1" presId="urn:microsoft.com/office/officeart/2005/8/layout/vList2"/>
    <dgm:cxn modelId="{499CB495-7EFB-48D7-B1D0-F9975DA05030}" srcId="{32196090-B55B-4D5B-87C3-2C813D7B035C}" destId="{81811B55-D99C-47D4-B89E-86AC190BA186}" srcOrd="2" destOrd="0" parTransId="{CAB9E9B7-6CE0-4845-9D9D-1E613C02E11B}" sibTransId="{263A38D3-7FD5-4177-A462-FF65EA4F1C6C}"/>
    <dgm:cxn modelId="{0A18F59D-8C85-EB42-A428-31F1A88F906A}" type="presOf" srcId="{81811B55-D99C-47D4-B89E-86AC190BA186}" destId="{FA0953BF-34F8-0E4E-8E4D-FEB3D47951E5}" srcOrd="0" destOrd="2" presId="urn:microsoft.com/office/officeart/2005/8/layout/vList2"/>
    <dgm:cxn modelId="{8784D9A4-4CC4-4935-9F7E-412EFD4E7D19}" srcId="{32196090-B55B-4D5B-87C3-2C813D7B035C}" destId="{E6D121C2-FF27-4D8A-A3DE-F00B35F6693B}" srcOrd="1" destOrd="0" parTransId="{98D83A4E-5AE2-4F48-BED1-B1BE87530C98}" sibTransId="{C8FB4CBC-A082-4FED-A5F4-C7438F8FBF64}"/>
    <dgm:cxn modelId="{051947AB-C26C-4942-AB0B-CCE28B60C636}" srcId="{32196090-B55B-4D5B-87C3-2C813D7B035C}" destId="{242EFD11-F895-4E16-8F87-B24E32A3EC7A}" srcOrd="0" destOrd="0" parTransId="{BF28C26E-EC2B-4A54-85B7-B4B7979D035C}" sibTransId="{54899FC8-A800-4004-A704-C732862B0913}"/>
    <dgm:cxn modelId="{9422EAAD-4BF6-4C98-94C9-A3F8CA2B2B71}" srcId="{B6443E80-EF8F-4495-9070-3A5A6586BA55}" destId="{32196090-B55B-4D5B-87C3-2C813D7B035C}" srcOrd="2" destOrd="0" parTransId="{480E754C-653D-4F30-AE32-C7310651702E}" sibTransId="{BB26EFFD-B0CB-4F07-943F-04D08FD731A1}"/>
    <dgm:cxn modelId="{C5A435C0-D31C-4874-ADE7-4B755DB58C2A}" srcId="{B6443E80-EF8F-4495-9070-3A5A6586BA55}" destId="{68169C87-6EE8-4B58-87FD-71AEF5766935}" srcOrd="3" destOrd="0" parTransId="{A3E5F0B7-CE1F-442C-B597-4B388D7189AB}" sibTransId="{1F9533F3-F923-45FE-89A4-9932BD964446}"/>
    <dgm:cxn modelId="{2C0472C5-64B1-423E-A817-68FF1459A817}" srcId="{B6443E80-EF8F-4495-9070-3A5A6586BA55}" destId="{EA793FC3-0052-4D03-AC85-058D4D623A3B}" srcOrd="0" destOrd="0" parTransId="{CC086B02-024B-44CB-BCDE-965D978E4CF1}" sibTransId="{C484B062-E506-47C4-B0BA-B292032583CB}"/>
    <dgm:cxn modelId="{A7002AC6-DF29-5A4B-8592-818EE6E8B523}" type="presOf" srcId="{32196090-B55B-4D5B-87C3-2C813D7B035C}" destId="{47ADE34A-CE66-3C44-89BB-FFDACED1AE33}" srcOrd="0" destOrd="0" presId="urn:microsoft.com/office/officeart/2005/8/layout/vList2"/>
    <dgm:cxn modelId="{42D343D9-7693-4BB9-9AB1-4A6B7AE06073}" srcId="{EA793FC3-0052-4D03-AC85-058D4D623A3B}" destId="{190E0298-2633-4E5C-B087-65350256F321}" srcOrd="0" destOrd="0" parTransId="{01D76F36-48AF-4851-9B8E-CFF1FEC2320B}" sibTransId="{CA8BEACF-B0BD-48B9-92F4-125AA544689F}"/>
    <dgm:cxn modelId="{A1EB8DDD-3512-5B44-82D9-9DC05FEF6036}" type="presOf" srcId="{1D8ACA97-8577-48CF-8BAE-E94BE4A0DD96}" destId="{6D402F93-6ED5-2E4A-9898-C59511120268}" srcOrd="0" destOrd="0" presId="urn:microsoft.com/office/officeart/2005/8/layout/vList2"/>
    <dgm:cxn modelId="{ACDAC0FE-BCE2-A545-94C5-F42D192F5015}" type="presOf" srcId="{E6D121C2-FF27-4D8A-A3DE-F00B35F6693B}" destId="{FA0953BF-34F8-0E4E-8E4D-FEB3D47951E5}" srcOrd="0" destOrd="1" presId="urn:microsoft.com/office/officeart/2005/8/layout/vList2"/>
    <dgm:cxn modelId="{E3419C79-4313-A946-89E0-F4A038E681E6}" type="presParOf" srcId="{43DC912E-77A6-134B-BBC0-B6F73027C413}" destId="{235CBE2F-672D-F040-BB14-1F27AC60C4F3}" srcOrd="0" destOrd="0" presId="urn:microsoft.com/office/officeart/2005/8/layout/vList2"/>
    <dgm:cxn modelId="{99C7D726-A926-E741-8D16-B23CF2AF1C8E}" type="presParOf" srcId="{43DC912E-77A6-134B-BBC0-B6F73027C413}" destId="{608811FB-B3B3-4A4E-82F9-0D5AFA992DE8}" srcOrd="1" destOrd="0" presId="urn:microsoft.com/office/officeart/2005/8/layout/vList2"/>
    <dgm:cxn modelId="{52D6E116-9DD6-6244-ADD5-D0BCD178FD32}" type="presParOf" srcId="{43DC912E-77A6-134B-BBC0-B6F73027C413}" destId="{2E66968E-61E1-784A-A714-E733EAB36C12}" srcOrd="2" destOrd="0" presId="urn:microsoft.com/office/officeart/2005/8/layout/vList2"/>
    <dgm:cxn modelId="{C485ADF1-0E30-374E-839B-6FBABCE8FB52}" type="presParOf" srcId="{43DC912E-77A6-134B-BBC0-B6F73027C413}" destId="{6D402F93-6ED5-2E4A-9898-C59511120268}" srcOrd="3" destOrd="0" presId="urn:microsoft.com/office/officeart/2005/8/layout/vList2"/>
    <dgm:cxn modelId="{1A5236FA-14CC-AC46-9A56-B2A87196747B}" type="presParOf" srcId="{43DC912E-77A6-134B-BBC0-B6F73027C413}" destId="{47ADE34A-CE66-3C44-89BB-FFDACED1AE33}" srcOrd="4" destOrd="0" presId="urn:microsoft.com/office/officeart/2005/8/layout/vList2"/>
    <dgm:cxn modelId="{AD49CC85-ED68-8346-BFB4-80A60628C633}" type="presParOf" srcId="{43DC912E-77A6-134B-BBC0-B6F73027C413}" destId="{FA0953BF-34F8-0E4E-8E4D-FEB3D47951E5}" srcOrd="5" destOrd="0" presId="urn:microsoft.com/office/officeart/2005/8/layout/vList2"/>
    <dgm:cxn modelId="{67B1A406-1A1E-6F45-B0EC-CE70DB1BF27F}" type="presParOf" srcId="{43DC912E-77A6-134B-BBC0-B6F73027C413}" destId="{3154C96D-FE81-CC4B-B5AD-19A8EB1F8B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D326E2-137D-044F-8C9C-77D9D8CA7AB6}" type="doc">
      <dgm:prSet loTypeId="urn:microsoft.com/office/officeart/2005/8/layout/matrix3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4BDA816-62AC-9748-A5FF-F0E35338C564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Able and willing</a:t>
          </a:r>
        </a:p>
      </dgm:t>
    </dgm:pt>
    <dgm:pt modelId="{66010D8C-607E-684B-B0A7-7D2B2E9F8EBF}" type="parTrans" cxnId="{C24057D8-82B6-0F43-B47F-FB7EAE59E8EC}">
      <dgm:prSet/>
      <dgm:spPr/>
      <dgm:t>
        <a:bodyPr/>
        <a:lstStyle/>
        <a:p>
          <a:endParaRPr lang="en-US"/>
        </a:p>
      </dgm:t>
    </dgm:pt>
    <dgm:pt modelId="{BC597378-56C5-8843-A5FB-41CF5FD6D5CC}" type="sibTrans" cxnId="{C24057D8-82B6-0F43-B47F-FB7EAE59E8EC}">
      <dgm:prSet/>
      <dgm:spPr/>
      <dgm:t>
        <a:bodyPr/>
        <a:lstStyle/>
        <a:p>
          <a:endParaRPr lang="en-US"/>
        </a:p>
      </dgm:t>
    </dgm:pt>
    <dgm:pt modelId="{5EC0C21E-D324-1441-9BDB-7C26862ABEB7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Able but unwilling</a:t>
          </a:r>
        </a:p>
      </dgm:t>
    </dgm:pt>
    <dgm:pt modelId="{4FDB7C96-57BD-6448-8C0A-06B396A7EDAA}" type="parTrans" cxnId="{CDE97F52-F536-234F-B724-E137ED45A174}">
      <dgm:prSet/>
      <dgm:spPr/>
      <dgm:t>
        <a:bodyPr/>
        <a:lstStyle/>
        <a:p>
          <a:endParaRPr lang="en-US"/>
        </a:p>
      </dgm:t>
    </dgm:pt>
    <dgm:pt modelId="{59877ECB-F315-8847-A3B1-BB35B46B0814}" type="sibTrans" cxnId="{CDE97F52-F536-234F-B724-E137ED45A174}">
      <dgm:prSet/>
      <dgm:spPr/>
      <dgm:t>
        <a:bodyPr/>
        <a:lstStyle/>
        <a:p>
          <a:endParaRPr lang="en-US"/>
        </a:p>
      </dgm:t>
    </dgm:pt>
    <dgm:pt modelId="{E17BE6FE-89D2-B542-AF10-9FF184996369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Willing but unable</a:t>
          </a:r>
        </a:p>
      </dgm:t>
    </dgm:pt>
    <dgm:pt modelId="{9383E2DA-97B2-C84E-9061-94513FA4ECE3}" type="parTrans" cxnId="{5F2C7331-B0B2-E04F-ADDE-EB84E5BFCDD4}">
      <dgm:prSet/>
      <dgm:spPr/>
      <dgm:t>
        <a:bodyPr/>
        <a:lstStyle/>
        <a:p>
          <a:endParaRPr lang="en-US"/>
        </a:p>
      </dgm:t>
    </dgm:pt>
    <dgm:pt modelId="{FA26296B-2655-4B42-A3D3-D940627777A0}" type="sibTrans" cxnId="{5F2C7331-B0B2-E04F-ADDE-EB84E5BFCDD4}">
      <dgm:prSet/>
      <dgm:spPr/>
      <dgm:t>
        <a:bodyPr/>
        <a:lstStyle/>
        <a:p>
          <a:endParaRPr lang="en-US"/>
        </a:p>
      </dgm:t>
    </dgm:pt>
    <dgm:pt modelId="{2B47B68F-B18D-C841-AEE6-CCAD4FF2AA25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Can’t and won’t</a:t>
          </a:r>
        </a:p>
      </dgm:t>
    </dgm:pt>
    <dgm:pt modelId="{372DD829-5FDB-784B-A8D4-E06B7CC1AA29}" type="parTrans" cxnId="{66CBFC83-4541-AA48-A825-4D904BDA0C65}">
      <dgm:prSet/>
      <dgm:spPr/>
      <dgm:t>
        <a:bodyPr/>
        <a:lstStyle/>
        <a:p>
          <a:endParaRPr lang="en-US"/>
        </a:p>
      </dgm:t>
    </dgm:pt>
    <dgm:pt modelId="{2B9ADB8E-C9CB-874D-B5AC-66C21D2C75B3}" type="sibTrans" cxnId="{66CBFC83-4541-AA48-A825-4D904BDA0C65}">
      <dgm:prSet/>
      <dgm:spPr/>
      <dgm:t>
        <a:bodyPr/>
        <a:lstStyle/>
        <a:p>
          <a:endParaRPr lang="en-US"/>
        </a:p>
      </dgm:t>
    </dgm:pt>
    <dgm:pt modelId="{FBE70C23-5ECE-7543-8CF3-F3FED508DBE3}" type="pres">
      <dgm:prSet presAssocID="{95D326E2-137D-044F-8C9C-77D9D8CA7AB6}" presName="matrix" presStyleCnt="0">
        <dgm:presLayoutVars>
          <dgm:chMax val="1"/>
          <dgm:dir/>
          <dgm:resizeHandles val="exact"/>
        </dgm:presLayoutVars>
      </dgm:prSet>
      <dgm:spPr/>
    </dgm:pt>
    <dgm:pt modelId="{78CEC38C-F3C6-1B47-A0BC-6FD4EDA4CA7A}" type="pres">
      <dgm:prSet presAssocID="{95D326E2-137D-044F-8C9C-77D9D8CA7AB6}" presName="diamond" presStyleLbl="bgShp" presStyleIdx="0" presStyleCnt="1"/>
      <dgm:spPr/>
    </dgm:pt>
    <dgm:pt modelId="{91B7010E-3323-B64E-A937-D72ABA092281}" type="pres">
      <dgm:prSet presAssocID="{95D326E2-137D-044F-8C9C-77D9D8CA7AB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7E4AA7A-C526-AF47-ACD6-331079179F28}" type="pres">
      <dgm:prSet presAssocID="{95D326E2-137D-044F-8C9C-77D9D8CA7AB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44DC075-C31F-E54C-840B-A965AD9AE210}" type="pres">
      <dgm:prSet presAssocID="{95D326E2-137D-044F-8C9C-77D9D8CA7AB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056ADD9-4DF8-834C-89EA-DF9E25336AD0}" type="pres">
      <dgm:prSet presAssocID="{95D326E2-137D-044F-8C9C-77D9D8CA7AB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171DA25-4ABA-664E-BD13-EDB09FDE6AC8}" type="presOf" srcId="{E17BE6FE-89D2-B542-AF10-9FF184996369}" destId="{844DC075-C31F-E54C-840B-A965AD9AE210}" srcOrd="0" destOrd="0" presId="urn:microsoft.com/office/officeart/2005/8/layout/matrix3"/>
    <dgm:cxn modelId="{5F2C7331-B0B2-E04F-ADDE-EB84E5BFCDD4}" srcId="{95D326E2-137D-044F-8C9C-77D9D8CA7AB6}" destId="{E17BE6FE-89D2-B542-AF10-9FF184996369}" srcOrd="2" destOrd="0" parTransId="{9383E2DA-97B2-C84E-9061-94513FA4ECE3}" sibTransId="{FA26296B-2655-4B42-A3D3-D940627777A0}"/>
    <dgm:cxn modelId="{22387D37-21CC-774D-AC40-665FD83ABE0A}" type="presOf" srcId="{2B47B68F-B18D-C841-AEE6-CCAD4FF2AA25}" destId="{2056ADD9-4DF8-834C-89EA-DF9E25336AD0}" srcOrd="0" destOrd="0" presId="urn:microsoft.com/office/officeart/2005/8/layout/matrix3"/>
    <dgm:cxn modelId="{CDE97F52-F536-234F-B724-E137ED45A174}" srcId="{95D326E2-137D-044F-8C9C-77D9D8CA7AB6}" destId="{5EC0C21E-D324-1441-9BDB-7C26862ABEB7}" srcOrd="1" destOrd="0" parTransId="{4FDB7C96-57BD-6448-8C0A-06B396A7EDAA}" sibTransId="{59877ECB-F315-8847-A3B1-BB35B46B0814}"/>
    <dgm:cxn modelId="{AF21685B-7053-1943-B302-BBD308047938}" type="presOf" srcId="{B4BDA816-62AC-9748-A5FF-F0E35338C564}" destId="{91B7010E-3323-B64E-A937-D72ABA092281}" srcOrd="0" destOrd="0" presId="urn:microsoft.com/office/officeart/2005/8/layout/matrix3"/>
    <dgm:cxn modelId="{66CBFC83-4541-AA48-A825-4D904BDA0C65}" srcId="{95D326E2-137D-044F-8C9C-77D9D8CA7AB6}" destId="{2B47B68F-B18D-C841-AEE6-CCAD4FF2AA25}" srcOrd="3" destOrd="0" parTransId="{372DD829-5FDB-784B-A8D4-E06B7CC1AA29}" sibTransId="{2B9ADB8E-C9CB-874D-B5AC-66C21D2C75B3}"/>
    <dgm:cxn modelId="{D97D8E95-77A7-CC40-BD20-28462E0A89E3}" type="presOf" srcId="{95D326E2-137D-044F-8C9C-77D9D8CA7AB6}" destId="{FBE70C23-5ECE-7543-8CF3-F3FED508DBE3}" srcOrd="0" destOrd="0" presId="urn:microsoft.com/office/officeart/2005/8/layout/matrix3"/>
    <dgm:cxn modelId="{B9AAD0BF-D1D3-4745-8F03-45E9B613DFBF}" type="presOf" srcId="{5EC0C21E-D324-1441-9BDB-7C26862ABEB7}" destId="{77E4AA7A-C526-AF47-ACD6-331079179F28}" srcOrd="0" destOrd="0" presId="urn:microsoft.com/office/officeart/2005/8/layout/matrix3"/>
    <dgm:cxn modelId="{C24057D8-82B6-0F43-B47F-FB7EAE59E8EC}" srcId="{95D326E2-137D-044F-8C9C-77D9D8CA7AB6}" destId="{B4BDA816-62AC-9748-A5FF-F0E35338C564}" srcOrd="0" destOrd="0" parTransId="{66010D8C-607E-684B-B0A7-7D2B2E9F8EBF}" sibTransId="{BC597378-56C5-8843-A5FB-41CF5FD6D5CC}"/>
    <dgm:cxn modelId="{7B17AF45-F0B9-6449-850E-9CCB0CC02985}" type="presParOf" srcId="{FBE70C23-5ECE-7543-8CF3-F3FED508DBE3}" destId="{78CEC38C-F3C6-1B47-A0BC-6FD4EDA4CA7A}" srcOrd="0" destOrd="0" presId="urn:microsoft.com/office/officeart/2005/8/layout/matrix3"/>
    <dgm:cxn modelId="{882A3E02-E194-D443-8043-369A476E53EA}" type="presParOf" srcId="{FBE70C23-5ECE-7543-8CF3-F3FED508DBE3}" destId="{91B7010E-3323-B64E-A937-D72ABA092281}" srcOrd="1" destOrd="0" presId="urn:microsoft.com/office/officeart/2005/8/layout/matrix3"/>
    <dgm:cxn modelId="{5357116C-7444-7C47-A724-E1FC16599C5F}" type="presParOf" srcId="{FBE70C23-5ECE-7543-8CF3-F3FED508DBE3}" destId="{77E4AA7A-C526-AF47-ACD6-331079179F28}" srcOrd="2" destOrd="0" presId="urn:microsoft.com/office/officeart/2005/8/layout/matrix3"/>
    <dgm:cxn modelId="{FCD5176C-349A-6D45-A2EC-E2ED7DE272C8}" type="presParOf" srcId="{FBE70C23-5ECE-7543-8CF3-F3FED508DBE3}" destId="{844DC075-C31F-E54C-840B-A965AD9AE210}" srcOrd="3" destOrd="0" presId="urn:microsoft.com/office/officeart/2005/8/layout/matrix3"/>
    <dgm:cxn modelId="{7C08B670-601F-5B48-A7BA-02AD3B8E3496}" type="presParOf" srcId="{FBE70C23-5ECE-7543-8CF3-F3FED508DBE3}" destId="{2056ADD9-4DF8-834C-89EA-DF9E25336AD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F44DDE-A924-D44E-B836-86C6CC4E299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1BC024B-E3F2-E241-92A3-15F9AC9D6270}">
      <dgm:prSet/>
      <dgm:spPr/>
      <dgm:t>
        <a:bodyPr/>
        <a:lstStyle/>
        <a:p>
          <a:r>
            <a:rPr lang="en-US"/>
            <a:t>Trauma, behavioral responses and mental illness can coexist</a:t>
          </a:r>
        </a:p>
      </dgm:t>
    </dgm:pt>
    <dgm:pt modelId="{97BCBCCA-9EE2-A140-8B40-10DB8A018143}" type="parTrans" cxnId="{5C18E6F9-F765-B349-A496-175C3B794BAE}">
      <dgm:prSet/>
      <dgm:spPr/>
      <dgm:t>
        <a:bodyPr/>
        <a:lstStyle/>
        <a:p>
          <a:endParaRPr lang="en-US"/>
        </a:p>
      </dgm:t>
    </dgm:pt>
    <dgm:pt modelId="{767F2DAC-CC65-FC4B-AD7A-C8C2EA97B387}" type="sibTrans" cxnId="{5C18E6F9-F765-B349-A496-175C3B794BAE}">
      <dgm:prSet/>
      <dgm:spPr/>
      <dgm:t>
        <a:bodyPr/>
        <a:lstStyle/>
        <a:p>
          <a:endParaRPr lang="en-US"/>
        </a:p>
      </dgm:t>
    </dgm:pt>
    <dgm:pt modelId="{07D9D54F-F406-1442-BE5C-F8414ED8F31D}">
      <dgm:prSet/>
      <dgm:spPr/>
      <dgm:t>
        <a:bodyPr/>
        <a:lstStyle/>
        <a:p>
          <a:r>
            <a:rPr lang="en-US"/>
            <a:t>Motivational factors can be controlled by a student</a:t>
          </a:r>
        </a:p>
      </dgm:t>
    </dgm:pt>
    <dgm:pt modelId="{08E9D586-0437-FC4A-AACD-D3E07F33FBBF}" type="parTrans" cxnId="{7A431C3B-45F6-894E-BFBC-3BB781BB39A8}">
      <dgm:prSet/>
      <dgm:spPr/>
      <dgm:t>
        <a:bodyPr/>
        <a:lstStyle/>
        <a:p>
          <a:endParaRPr lang="en-US"/>
        </a:p>
      </dgm:t>
    </dgm:pt>
    <dgm:pt modelId="{8EAEF875-5C43-8042-BE48-DDCD45FEAE7B}" type="sibTrans" cxnId="{7A431C3B-45F6-894E-BFBC-3BB781BB39A8}">
      <dgm:prSet/>
      <dgm:spPr/>
      <dgm:t>
        <a:bodyPr/>
        <a:lstStyle/>
        <a:p>
          <a:endParaRPr lang="en-US"/>
        </a:p>
      </dgm:t>
    </dgm:pt>
    <dgm:pt modelId="{D5A39C95-6B40-D94F-815B-8F90669E2847}">
      <dgm:prSet/>
      <dgm:spPr/>
      <dgm:t>
        <a:bodyPr/>
        <a:lstStyle/>
        <a:p>
          <a:r>
            <a:rPr lang="en-US"/>
            <a:t>Mental health exists on a spectrum (ebbs and flows)</a:t>
          </a:r>
        </a:p>
      </dgm:t>
    </dgm:pt>
    <dgm:pt modelId="{1E88C6F2-E6C8-194A-907A-C4E9743EFDED}" type="parTrans" cxnId="{4236FAEB-9505-D34E-A52A-188AE692B968}">
      <dgm:prSet/>
      <dgm:spPr/>
      <dgm:t>
        <a:bodyPr/>
        <a:lstStyle/>
        <a:p>
          <a:endParaRPr lang="en-US"/>
        </a:p>
      </dgm:t>
    </dgm:pt>
    <dgm:pt modelId="{ED101B5B-711B-8443-B60F-6C0D8C355F56}" type="sibTrans" cxnId="{4236FAEB-9505-D34E-A52A-188AE692B968}">
      <dgm:prSet/>
      <dgm:spPr/>
      <dgm:t>
        <a:bodyPr/>
        <a:lstStyle/>
        <a:p>
          <a:endParaRPr lang="en-US"/>
        </a:p>
      </dgm:t>
    </dgm:pt>
    <dgm:pt modelId="{FDD4C6A5-6A4B-C243-8057-E25ADABF76A4}">
      <dgm:prSet/>
      <dgm:spPr/>
      <dgm:t>
        <a:bodyPr/>
        <a:lstStyle/>
        <a:p>
          <a:r>
            <a:rPr lang="en-US"/>
            <a:t>Traumatic responses are not in the control of a student</a:t>
          </a:r>
        </a:p>
      </dgm:t>
    </dgm:pt>
    <dgm:pt modelId="{B390E672-B0F9-1C4D-84FA-FC63F99585E8}" type="parTrans" cxnId="{C9B1BDD8-6447-9546-9A97-036E50B72F60}">
      <dgm:prSet/>
      <dgm:spPr/>
      <dgm:t>
        <a:bodyPr/>
        <a:lstStyle/>
        <a:p>
          <a:endParaRPr lang="en-US"/>
        </a:p>
      </dgm:t>
    </dgm:pt>
    <dgm:pt modelId="{82B331F9-A41B-D140-AAB6-17C9BA2D2C97}" type="sibTrans" cxnId="{C9B1BDD8-6447-9546-9A97-036E50B72F60}">
      <dgm:prSet/>
      <dgm:spPr/>
      <dgm:t>
        <a:bodyPr/>
        <a:lstStyle/>
        <a:p>
          <a:endParaRPr lang="en-US"/>
        </a:p>
      </dgm:t>
    </dgm:pt>
    <dgm:pt modelId="{8DBC0127-4975-4B6D-9E94-81F2001EB057}" type="pres">
      <dgm:prSet presAssocID="{72F44DDE-A924-D44E-B836-86C6CC4E299C}" presName="root" presStyleCnt="0">
        <dgm:presLayoutVars>
          <dgm:dir/>
          <dgm:resizeHandles val="exact"/>
        </dgm:presLayoutVars>
      </dgm:prSet>
      <dgm:spPr/>
    </dgm:pt>
    <dgm:pt modelId="{E232188D-0B3D-477A-85B1-42BC5155C0C4}" type="pres">
      <dgm:prSet presAssocID="{41BC024B-E3F2-E241-92A3-15F9AC9D6270}" presName="compNode" presStyleCnt="0"/>
      <dgm:spPr/>
    </dgm:pt>
    <dgm:pt modelId="{5D3240B3-842B-445F-80DE-B34A673A5A55}" type="pres">
      <dgm:prSet presAssocID="{41BC024B-E3F2-E241-92A3-15F9AC9D6270}" presName="bgRect" presStyleLbl="bgShp" presStyleIdx="0" presStyleCnt="4"/>
      <dgm:spPr/>
    </dgm:pt>
    <dgm:pt modelId="{6500C0D2-FEFA-48E4-B5F1-03292D62F6F9}" type="pres">
      <dgm:prSet presAssocID="{41BC024B-E3F2-E241-92A3-15F9AC9D62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8808AD7C-A1CF-48DA-BC81-F198B33ACABB}" type="pres">
      <dgm:prSet presAssocID="{41BC024B-E3F2-E241-92A3-15F9AC9D6270}" presName="spaceRect" presStyleCnt="0"/>
      <dgm:spPr/>
    </dgm:pt>
    <dgm:pt modelId="{1D6E5032-62AC-4E2E-B0BE-ABC623CB9A33}" type="pres">
      <dgm:prSet presAssocID="{41BC024B-E3F2-E241-92A3-15F9AC9D6270}" presName="parTx" presStyleLbl="revTx" presStyleIdx="0" presStyleCnt="4">
        <dgm:presLayoutVars>
          <dgm:chMax val="0"/>
          <dgm:chPref val="0"/>
        </dgm:presLayoutVars>
      </dgm:prSet>
      <dgm:spPr/>
    </dgm:pt>
    <dgm:pt modelId="{3A1BB541-E71E-4D06-B6B1-08F8A707B180}" type="pres">
      <dgm:prSet presAssocID="{767F2DAC-CC65-FC4B-AD7A-C8C2EA97B387}" presName="sibTrans" presStyleCnt="0"/>
      <dgm:spPr/>
    </dgm:pt>
    <dgm:pt modelId="{CC76ACEF-B9F6-412A-8166-9F7AA7412877}" type="pres">
      <dgm:prSet presAssocID="{07D9D54F-F406-1442-BE5C-F8414ED8F31D}" presName="compNode" presStyleCnt="0"/>
      <dgm:spPr/>
    </dgm:pt>
    <dgm:pt modelId="{EEAF02AF-2B86-488D-95D5-1A287BAC67AA}" type="pres">
      <dgm:prSet presAssocID="{07D9D54F-F406-1442-BE5C-F8414ED8F31D}" presName="bgRect" presStyleLbl="bgShp" presStyleIdx="1" presStyleCnt="4"/>
      <dgm:spPr/>
    </dgm:pt>
    <dgm:pt modelId="{1E514F11-21D1-417D-861E-7BB7D19919DF}" type="pres">
      <dgm:prSet presAssocID="{07D9D54F-F406-1442-BE5C-F8414ED8F31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18C257C-68A4-465B-8014-F3073CBE721B}" type="pres">
      <dgm:prSet presAssocID="{07D9D54F-F406-1442-BE5C-F8414ED8F31D}" presName="spaceRect" presStyleCnt="0"/>
      <dgm:spPr/>
    </dgm:pt>
    <dgm:pt modelId="{7934BD77-A3AC-4D61-90A1-6F298947A52E}" type="pres">
      <dgm:prSet presAssocID="{07D9D54F-F406-1442-BE5C-F8414ED8F31D}" presName="parTx" presStyleLbl="revTx" presStyleIdx="1" presStyleCnt="4">
        <dgm:presLayoutVars>
          <dgm:chMax val="0"/>
          <dgm:chPref val="0"/>
        </dgm:presLayoutVars>
      </dgm:prSet>
      <dgm:spPr/>
    </dgm:pt>
    <dgm:pt modelId="{6B80D8D4-F8AB-4AB4-891D-C08C7464E268}" type="pres">
      <dgm:prSet presAssocID="{8EAEF875-5C43-8042-BE48-DDCD45FEAE7B}" presName="sibTrans" presStyleCnt="0"/>
      <dgm:spPr/>
    </dgm:pt>
    <dgm:pt modelId="{834B6A5A-272E-4C7C-82FE-5E1199AAAC29}" type="pres">
      <dgm:prSet presAssocID="{D5A39C95-6B40-D94F-815B-8F90669E2847}" presName="compNode" presStyleCnt="0"/>
      <dgm:spPr/>
    </dgm:pt>
    <dgm:pt modelId="{0DD82DFD-6403-4074-9926-1FFA35FC8B57}" type="pres">
      <dgm:prSet presAssocID="{D5A39C95-6B40-D94F-815B-8F90669E2847}" presName="bgRect" presStyleLbl="bgShp" presStyleIdx="2" presStyleCnt="4"/>
      <dgm:spPr/>
    </dgm:pt>
    <dgm:pt modelId="{14456F71-5AFD-43C6-B5E4-2EB6E1627267}" type="pres">
      <dgm:prSet presAssocID="{D5A39C95-6B40-D94F-815B-8F90669E284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B43B715C-C0E7-4519-8125-A83207881D43}" type="pres">
      <dgm:prSet presAssocID="{D5A39C95-6B40-D94F-815B-8F90669E2847}" presName="spaceRect" presStyleCnt="0"/>
      <dgm:spPr/>
    </dgm:pt>
    <dgm:pt modelId="{1F102E46-DF5D-45EA-92EC-CB869B9558E5}" type="pres">
      <dgm:prSet presAssocID="{D5A39C95-6B40-D94F-815B-8F90669E2847}" presName="parTx" presStyleLbl="revTx" presStyleIdx="2" presStyleCnt="4">
        <dgm:presLayoutVars>
          <dgm:chMax val="0"/>
          <dgm:chPref val="0"/>
        </dgm:presLayoutVars>
      </dgm:prSet>
      <dgm:spPr/>
    </dgm:pt>
    <dgm:pt modelId="{B46DC21E-E3C7-427E-A321-B1CD1A1E020B}" type="pres">
      <dgm:prSet presAssocID="{ED101B5B-711B-8443-B60F-6C0D8C355F56}" presName="sibTrans" presStyleCnt="0"/>
      <dgm:spPr/>
    </dgm:pt>
    <dgm:pt modelId="{5311E1B3-8EEA-4BE6-9C33-89C747183EA6}" type="pres">
      <dgm:prSet presAssocID="{FDD4C6A5-6A4B-C243-8057-E25ADABF76A4}" presName="compNode" presStyleCnt="0"/>
      <dgm:spPr/>
    </dgm:pt>
    <dgm:pt modelId="{7F68FADC-C575-4653-BE26-63EE64F2D0CC}" type="pres">
      <dgm:prSet presAssocID="{FDD4C6A5-6A4B-C243-8057-E25ADABF76A4}" presName="bgRect" presStyleLbl="bgShp" presStyleIdx="3" presStyleCnt="4"/>
      <dgm:spPr/>
    </dgm:pt>
    <dgm:pt modelId="{98702103-19B1-4DDD-95A7-B1EB21EB62AB}" type="pres">
      <dgm:prSet presAssocID="{FDD4C6A5-6A4B-C243-8057-E25ADABF76A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2B4CA111-3FC4-49CC-A2F0-BC506B8F1B12}" type="pres">
      <dgm:prSet presAssocID="{FDD4C6A5-6A4B-C243-8057-E25ADABF76A4}" presName="spaceRect" presStyleCnt="0"/>
      <dgm:spPr/>
    </dgm:pt>
    <dgm:pt modelId="{D328B781-4C23-4C93-A9BD-1FC59BB1BBF9}" type="pres">
      <dgm:prSet presAssocID="{FDD4C6A5-6A4B-C243-8057-E25ADABF76A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F09311B-9D49-5049-BB5B-0D6FD1C4184A}" type="presOf" srcId="{41BC024B-E3F2-E241-92A3-15F9AC9D6270}" destId="{1D6E5032-62AC-4E2E-B0BE-ABC623CB9A33}" srcOrd="0" destOrd="0" presId="urn:microsoft.com/office/officeart/2018/2/layout/IconVerticalSolidList"/>
    <dgm:cxn modelId="{7A431C3B-45F6-894E-BFBC-3BB781BB39A8}" srcId="{72F44DDE-A924-D44E-B836-86C6CC4E299C}" destId="{07D9D54F-F406-1442-BE5C-F8414ED8F31D}" srcOrd="1" destOrd="0" parTransId="{08E9D586-0437-FC4A-AACD-D3E07F33FBBF}" sibTransId="{8EAEF875-5C43-8042-BE48-DDCD45FEAE7B}"/>
    <dgm:cxn modelId="{1C13855A-7AEE-E14E-91B7-B699226CB122}" type="presOf" srcId="{FDD4C6A5-6A4B-C243-8057-E25ADABF76A4}" destId="{D328B781-4C23-4C93-A9BD-1FC59BB1BBF9}" srcOrd="0" destOrd="0" presId="urn:microsoft.com/office/officeart/2018/2/layout/IconVerticalSolidList"/>
    <dgm:cxn modelId="{5A26FE85-5C27-5740-B656-EFBB358B4122}" type="presOf" srcId="{D5A39C95-6B40-D94F-815B-8F90669E2847}" destId="{1F102E46-DF5D-45EA-92EC-CB869B9558E5}" srcOrd="0" destOrd="0" presId="urn:microsoft.com/office/officeart/2018/2/layout/IconVerticalSolidList"/>
    <dgm:cxn modelId="{5B70C791-4482-BE49-B8EB-2F0495E78CC0}" type="presOf" srcId="{72F44DDE-A924-D44E-B836-86C6CC4E299C}" destId="{8DBC0127-4975-4B6D-9E94-81F2001EB057}" srcOrd="0" destOrd="0" presId="urn:microsoft.com/office/officeart/2018/2/layout/IconVerticalSolidList"/>
    <dgm:cxn modelId="{592496AC-BACB-C44C-86AF-32FF2091236A}" type="presOf" srcId="{07D9D54F-F406-1442-BE5C-F8414ED8F31D}" destId="{7934BD77-A3AC-4D61-90A1-6F298947A52E}" srcOrd="0" destOrd="0" presId="urn:microsoft.com/office/officeart/2018/2/layout/IconVerticalSolidList"/>
    <dgm:cxn modelId="{C9B1BDD8-6447-9546-9A97-036E50B72F60}" srcId="{72F44DDE-A924-D44E-B836-86C6CC4E299C}" destId="{FDD4C6A5-6A4B-C243-8057-E25ADABF76A4}" srcOrd="3" destOrd="0" parTransId="{B390E672-B0F9-1C4D-84FA-FC63F99585E8}" sibTransId="{82B331F9-A41B-D140-AAB6-17C9BA2D2C97}"/>
    <dgm:cxn modelId="{4236FAEB-9505-D34E-A52A-188AE692B968}" srcId="{72F44DDE-A924-D44E-B836-86C6CC4E299C}" destId="{D5A39C95-6B40-D94F-815B-8F90669E2847}" srcOrd="2" destOrd="0" parTransId="{1E88C6F2-E6C8-194A-907A-C4E9743EFDED}" sibTransId="{ED101B5B-711B-8443-B60F-6C0D8C355F56}"/>
    <dgm:cxn modelId="{5C18E6F9-F765-B349-A496-175C3B794BAE}" srcId="{72F44DDE-A924-D44E-B836-86C6CC4E299C}" destId="{41BC024B-E3F2-E241-92A3-15F9AC9D6270}" srcOrd="0" destOrd="0" parTransId="{97BCBCCA-9EE2-A140-8B40-10DB8A018143}" sibTransId="{767F2DAC-CC65-FC4B-AD7A-C8C2EA97B387}"/>
    <dgm:cxn modelId="{784EFF69-270E-7945-BDA1-E2ED67DFDB86}" type="presParOf" srcId="{8DBC0127-4975-4B6D-9E94-81F2001EB057}" destId="{E232188D-0B3D-477A-85B1-42BC5155C0C4}" srcOrd="0" destOrd="0" presId="urn:microsoft.com/office/officeart/2018/2/layout/IconVerticalSolidList"/>
    <dgm:cxn modelId="{71A574F5-EC23-864C-A884-8193C319C891}" type="presParOf" srcId="{E232188D-0B3D-477A-85B1-42BC5155C0C4}" destId="{5D3240B3-842B-445F-80DE-B34A673A5A55}" srcOrd="0" destOrd="0" presId="urn:microsoft.com/office/officeart/2018/2/layout/IconVerticalSolidList"/>
    <dgm:cxn modelId="{F8C98494-0011-D14D-8A55-710709892C71}" type="presParOf" srcId="{E232188D-0B3D-477A-85B1-42BC5155C0C4}" destId="{6500C0D2-FEFA-48E4-B5F1-03292D62F6F9}" srcOrd="1" destOrd="0" presId="urn:microsoft.com/office/officeart/2018/2/layout/IconVerticalSolidList"/>
    <dgm:cxn modelId="{EF889EC7-16FB-A24B-A92D-90A4BFA362E9}" type="presParOf" srcId="{E232188D-0B3D-477A-85B1-42BC5155C0C4}" destId="{8808AD7C-A1CF-48DA-BC81-F198B33ACABB}" srcOrd="2" destOrd="0" presId="urn:microsoft.com/office/officeart/2018/2/layout/IconVerticalSolidList"/>
    <dgm:cxn modelId="{920BBEE8-5EE2-D847-A679-E6BEB0B8B434}" type="presParOf" srcId="{E232188D-0B3D-477A-85B1-42BC5155C0C4}" destId="{1D6E5032-62AC-4E2E-B0BE-ABC623CB9A33}" srcOrd="3" destOrd="0" presId="urn:microsoft.com/office/officeart/2018/2/layout/IconVerticalSolidList"/>
    <dgm:cxn modelId="{8431D230-A7A4-2549-BE84-C8775E70675A}" type="presParOf" srcId="{8DBC0127-4975-4B6D-9E94-81F2001EB057}" destId="{3A1BB541-E71E-4D06-B6B1-08F8A707B180}" srcOrd="1" destOrd="0" presId="urn:microsoft.com/office/officeart/2018/2/layout/IconVerticalSolidList"/>
    <dgm:cxn modelId="{0C3C0196-7FEF-6A42-B32C-52E85716BDC3}" type="presParOf" srcId="{8DBC0127-4975-4B6D-9E94-81F2001EB057}" destId="{CC76ACEF-B9F6-412A-8166-9F7AA7412877}" srcOrd="2" destOrd="0" presId="urn:microsoft.com/office/officeart/2018/2/layout/IconVerticalSolidList"/>
    <dgm:cxn modelId="{4588FD23-4140-674C-A5EC-631BE9CD9A89}" type="presParOf" srcId="{CC76ACEF-B9F6-412A-8166-9F7AA7412877}" destId="{EEAF02AF-2B86-488D-95D5-1A287BAC67AA}" srcOrd="0" destOrd="0" presId="urn:microsoft.com/office/officeart/2018/2/layout/IconVerticalSolidList"/>
    <dgm:cxn modelId="{9A89F051-5EDD-A945-AFF1-7E8BAFEBE4AE}" type="presParOf" srcId="{CC76ACEF-B9F6-412A-8166-9F7AA7412877}" destId="{1E514F11-21D1-417D-861E-7BB7D19919DF}" srcOrd="1" destOrd="0" presId="urn:microsoft.com/office/officeart/2018/2/layout/IconVerticalSolidList"/>
    <dgm:cxn modelId="{17B08F96-38F1-4942-B522-B3A56FFDA305}" type="presParOf" srcId="{CC76ACEF-B9F6-412A-8166-9F7AA7412877}" destId="{D18C257C-68A4-465B-8014-F3073CBE721B}" srcOrd="2" destOrd="0" presId="urn:microsoft.com/office/officeart/2018/2/layout/IconVerticalSolidList"/>
    <dgm:cxn modelId="{241EF08A-2DDD-AA47-A960-F0D19D5A4BC1}" type="presParOf" srcId="{CC76ACEF-B9F6-412A-8166-9F7AA7412877}" destId="{7934BD77-A3AC-4D61-90A1-6F298947A52E}" srcOrd="3" destOrd="0" presId="urn:microsoft.com/office/officeart/2018/2/layout/IconVerticalSolidList"/>
    <dgm:cxn modelId="{FE1746EC-0B32-FA4D-93D0-A35617640CEE}" type="presParOf" srcId="{8DBC0127-4975-4B6D-9E94-81F2001EB057}" destId="{6B80D8D4-F8AB-4AB4-891D-C08C7464E268}" srcOrd="3" destOrd="0" presId="urn:microsoft.com/office/officeart/2018/2/layout/IconVerticalSolidList"/>
    <dgm:cxn modelId="{C3D8613C-870F-1B45-B475-A98834F73361}" type="presParOf" srcId="{8DBC0127-4975-4B6D-9E94-81F2001EB057}" destId="{834B6A5A-272E-4C7C-82FE-5E1199AAAC29}" srcOrd="4" destOrd="0" presId="urn:microsoft.com/office/officeart/2018/2/layout/IconVerticalSolidList"/>
    <dgm:cxn modelId="{32AEE3D3-431B-4744-AB4C-5C7954ACD960}" type="presParOf" srcId="{834B6A5A-272E-4C7C-82FE-5E1199AAAC29}" destId="{0DD82DFD-6403-4074-9926-1FFA35FC8B57}" srcOrd="0" destOrd="0" presId="urn:microsoft.com/office/officeart/2018/2/layout/IconVerticalSolidList"/>
    <dgm:cxn modelId="{8D31785F-C447-C646-AB08-BDD1E9998616}" type="presParOf" srcId="{834B6A5A-272E-4C7C-82FE-5E1199AAAC29}" destId="{14456F71-5AFD-43C6-B5E4-2EB6E1627267}" srcOrd="1" destOrd="0" presId="urn:microsoft.com/office/officeart/2018/2/layout/IconVerticalSolidList"/>
    <dgm:cxn modelId="{2592B8E9-911B-3B4C-8D68-7201E9702D52}" type="presParOf" srcId="{834B6A5A-272E-4C7C-82FE-5E1199AAAC29}" destId="{B43B715C-C0E7-4519-8125-A83207881D43}" srcOrd="2" destOrd="0" presId="urn:microsoft.com/office/officeart/2018/2/layout/IconVerticalSolidList"/>
    <dgm:cxn modelId="{5EB1E039-BFC7-524F-A024-9151602799BA}" type="presParOf" srcId="{834B6A5A-272E-4C7C-82FE-5E1199AAAC29}" destId="{1F102E46-DF5D-45EA-92EC-CB869B9558E5}" srcOrd="3" destOrd="0" presId="urn:microsoft.com/office/officeart/2018/2/layout/IconVerticalSolidList"/>
    <dgm:cxn modelId="{3CE7EAB2-3791-D642-9424-46ABB2242CC8}" type="presParOf" srcId="{8DBC0127-4975-4B6D-9E94-81F2001EB057}" destId="{B46DC21E-E3C7-427E-A321-B1CD1A1E020B}" srcOrd="5" destOrd="0" presId="urn:microsoft.com/office/officeart/2018/2/layout/IconVerticalSolidList"/>
    <dgm:cxn modelId="{76C83E26-1D75-5B4B-853D-0BEA618B4D58}" type="presParOf" srcId="{8DBC0127-4975-4B6D-9E94-81F2001EB057}" destId="{5311E1B3-8EEA-4BE6-9C33-89C747183EA6}" srcOrd="6" destOrd="0" presId="urn:microsoft.com/office/officeart/2018/2/layout/IconVerticalSolidList"/>
    <dgm:cxn modelId="{C40A2D86-D07C-F746-821A-2BA70693C96A}" type="presParOf" srcId="{5311E1B3-8EEA-4BE6-9C33-89C747183EA6}" destId="{7F68FADC-C575-4653-BE26-63EE64F2D0CC}" srcOrd="0" destOrd="0" presId="urn:microsoft.com/office/officeart/2018/2/layout/IconVerticalSolidList"/>
    <dgm:cxn modelId="{89ACC914-6D7C-3E42-822F-934A5733E15A}" type="presParOf" srcId="{5311E1B3-8EEA-4BE6-9C33-89C747183EA6}" destId="{98702103-19B1-4DDD-95A7-B1EB21EB62AB}" srcOrd="1" destOrd="0" presId="urn:microsoft.com/office/officeart/2018/2/layout/IconVerticalSolidList"/>
    <dgm:cxn modelId="{C3461DF2-1454-BD4A-853C-1766F5417F7C}" type="presParOf" srcId="{5311E1B3-8EEA-4BE6-9C33-89C747183EA6}" destId="{2B4CA111-3FC4-49CC-A2F0-BC506B8F1B12}" srcOrd="2" destOrd="0" presId="urn:microsoft.com/office/officeart/2018/2/layout/IconVerticalSolidList"/>
    <dgm:cxn modelId="{ED1E37DF-80EA-714E-812F-0B5E8AE03E1C}" type="presParOf" srcId="{5311E1B3-8EEA-4BE6-9C33-89C747183EA6}" destId="{D328B781-4C23-4C93-A9BD-1FC59BB1BB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45FEA18-F61D-284F-9904-7F88FF264FAB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C0366A3-EAB2-A248-A01B-94C067C56176}">
      <dgm:prSet custT="1"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sz="1600" dirty="0">
              <a:latin typeface="+mn-lt"/>
              <a:cs typeface="Times New Roman" panose="02020603050405020304" pitchFamily="18" charset="0"/>
            </a:rPr>
            <a:t>Identify student</a:t>
          </a:r>
        </a:p>
      </dgm:t>
    </dgm:pt>
    <dgm:pt modelId="{EB08E84A-E6DD-D645-A2F5-05A7AB691A94}" type="parTrans" cxnId="{EBA36119-1F81-CB47-B910-DFE8F6AEFABF}">
      <dgm:prSet/>
      <dgm:spPr/>
      <dgm:t>
        <a:bodyPr/>
        <a:lstStyle/>
        <a:p>
          <a:endParaRPr lang="en-US"/>
        </a:p>
      </dgm:t>
    </dgm:pt>
    <dgm:pt modelId="{A00E4894-DE78-104B-B610-6F9E1492410B}" type="sibTrans" cxnId="{EBA36119-1F81-CB47-B910-DFE8F6AEFABF}">
      <dgm:prSet/>
      <dgm:spPr/>
      <dgm:t>
        <a:bodyPr/>
        <a:lstStyle/>
        <a:p>
          <a:endParaRPr lang="en-US"/>
        </a:p>
      </dgm:t>
    </dgm:pt>
    <dgm:pt modelId="{72B23407-9FC9-474E-A249-7A559840E4A5}">
      <dgm:prSet custT="1"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sz="1600" dirty="0">
              <a:latin typeface="+mn-lt"/>
              <a:cs typeface="Times New Roman" panose="02020603050405020304" pitchFamily="18" charset="0"/>
            </a:rPr>
            <a:t>Problem solve</a:t>
          </a:r>
        </a:p>
      </dgm:t>
    </dgm:pt>
    <dgm:pt modelId="{1298F949-9DFB-3446-AC15-706977C79262}" type="parTrans" cxnId="{481A7460-901E-334B-9E54-F0AE37BB5A78}">
      <dgm:prSet/>
      <dgm:spPr/>
      <dgm:t>
        <a:bodyPr/>
        <a:lstStyle/>
        <a:p>
          <a:endParaRPr lang="en-US"/>
        </a:p>
      </dgm:t>
    </dgm:pt>
    <dgm:pt modelId="{227BCECD-7D0D-8C4B-A5A1-433EFBA11972}" type="sibTrans" cxnId="{481A7460-901E-334B-9E54-F0AE37BB5A78}">
      <dgm:prSet/>
      <dgm:spPr/>
      <dgm:t>
        <a:bodyPr/>
        <a:lstStyle/>
        <a:p>
          <a:endParaRPr lang="en-US"/>
        </a:p>
      </dgm:t>
    </dgm:pt>
    <dgm:pt modelId="{7488D222-1AA6-EE42-8766-E50BF32B5012}">
      <dgm:prSet custT="1"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sz="1600">
              <a:latin typeface="+mn-lt"/>
              <a:cs typeface="Times New Roman" panose="02020603050405020304" pitchFamily="18" charset="0"/>
            </a:rPr>
            <a:t>Monitor </a:t>
          </a:r>
        </a:p>
      </dgm:t>
    </dgm:pt>
    <dgm:pt modelId="{8B2EB79C-EA5D-5649-B099-622FD82F8839}" type="parTrans" cxnId="{D30A7914-355E-ED4F-B613-186F7073A698}">
      <dgm:prSet/>
      <dgm:spPr/>
      <dgm:t>
        <a:bodyPr/>
        <a:lstStyle/>
        <a:p>
          <a:endParaRPr lang="en-US"/>
        </a:p>
      </dgm:t>
    </dgm:pt>
    <dgm:pt modelId="{96D967A9-AD04-FA40-869E-843066CAFAB5}" type="sibTrans" cxnId="{D30A7914-355E-ED4F-B613-186F7073A698}">
      <dgm:prSet/>
      <dgm:spPr/>
      <dgm:t>
        <a:bodyPr/>
        <a:lstStyle/>
        <a:p>
          <a:endParaRPr lang="en-US"/>
        </a:p>
      </dgm:t>
    </dgm:pt>
    <dgm:pt modelId="{ACE231B8-121B-1D4B-A99D-2D73A00474FC}">
      <dgm:prSet custT="1"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sz="1600" dirty="0">
              <a:latin typeface="+mn-lt"/>
              <a:cs typeface="Times New Roman" panose="02020603050405020304" pitchFamily="18" charset="0"/>
            </a:rPr>
            <a:t>Referral for sped</a:t>
          </a:r>
        </a:p>
      </dgm:t>
    </dgm:pt>
    <dgm:pt modelId="{8D4672BF-3116-BF41-9234-E6CFA808C48C}" type="parTrans" cxnId="{6B76A279-1267-EA49-B1EC-370DF9EA134D}">
      <dgm:prSet/>
      <dgm:spPr/>
      <dgm:t>
        <a:bodyPr/>
        <a:lstStyle/>
        <a:p>
          <a:endParaRPr lang="en-US"/>
        </a:p>
      </dgm:t>
    </dgm:pt>
    <dgm:pt modelId="{CDE0CEAB-8179-1547-A054-8051D6F49A67}" type="sibTrans" cxnId="{6B76A279-1267-EA49-B1EC-370DF9EA134D}">
      <dgm:prSet/>
      <dgm:spPr/>
      <dgm:t>
        <a:bodyPr/>
        <a:lstStyle/>
        <a:p>
          <a:endParaRPr lang="en-US"/>
        </a:p>
      </dgm:t>
    </dgm:pt>
    <dgm:pt modelId="{E4FA32FA-D460-F647-9352-418A3C7D171A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600" dirty="0">
              <a:latin typeface="+mn-lt"/>
              <a:cs typeface="Times New Roman" panose="02020603050405020304" pitchFamily="18" charset="0"/>
            </a:rPr>
            <a:t>Domain meeting</a:t>
          </a:r>
        </a:p>
      </dgm:t>
    </dgm:pt>
    <dgm:pt modelId="{382F4E08-0888-D446-8C05-A8C8A7251CF3}" type="parTrans" cxnId="{637F3A69-1E12-B244-8091-2F40E55275B9}">
      <dgm:prSet/>
      <dgm:spPr/>
      <dgm:t>
        <a:bodyPr/>
        <a:lstStyle/>
        <a:p>
          <a:endParaRPr lang="en-US"/>
        </a:p>
      </dgm:t>
    </dgm:pt>
    <dgm:pt modelId="{58268046-3C72-944A-A6D9-979493A432E9}" type="sibTrans" cxnId="{637F3A69-1E12-B244-8091-2F40E55275B9}">
      <dgm:prSet/>
      <dgm:spPr/>
      <dgm:t>
        <a:bodyPr/>
        <a:lstStyle/>
        <a:p>
          <a:endParaRPr lang="en-US"/>
        </a:p>
      </dgm:t>
    </dgm:pt>
    <dgm:pt modelId="{38DBC7CF-08ED-2945-ACA8-CDB7FA3D1E15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600" dirty="0">
              <a:latin typeface="+mn-lt"/>
              <a:cs typeface="Times New Roman" panose="02020603050405020304" pitchFamily="18" charset="0"/>
            </a:rPr>
            <a:t>Assess</a:t>
          </a:r>
        </a:p>
      </dgm:t>
    </dgm:pt>
    <dgm:pt modelId="{B615CE81-76E8-5943-97E1-80487181E785}" type="parTrans" cxnId="{8B42DE14-98A2-FC49-ACEC-BC37346956F3}">
      <dgm:prSet/>
      <dgm:spPr/>
      <dgm:t>
        <a:bodyPr/>
        <a:lstStyle/>
        <a:p>
          <a:endParaRPr lang="en-US"/>
        </a:p>
      </dgm:t>
    </dgm:pt>
    <dgm:pt modelId="{B4F120C5-2E63-404B-BD61-EAD712E3245D}" type="sibTrans" cxnId="{8B42DE14-98A2-FC49-ACEC-BC37346956F3}">
      <dgm:prSet/>
      <dgm:spPr/>
      <dgm:t>
        <a:bodyPr/>
        <a:lstStyle/>
        <a:p>
          <a:endParaRPr lang="en-US"/>
        </a:p>
      </dgm:t>
    </dgm:pt>
    <dgm:pt modelId="{C5793F4E-28EE-E64D-992E-A2ED649195DE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600" dirty="0">
              <a:latin typeface="+mn-lt"/>
              <a:cs typeface="Times New Roman" panose="02020603050405020304" pitchFamily="18" charset="0"/>
            </a:rPr>
            <a:t>Eligibility meeting</a:t>
          </a:r>
        </a:p>
      </dgm:t>
    </dgm:pt>
    <dgm:pt modelId="{E3903B0F-2BC2-EC42-B381-139A2884C1B2}" type="parTrans" cxnId="{87D91D6B-BE8F-104F-A6F2-64D6522F0C1E}">
      <dgm:prSet/>
      <dgm:spPr/>
      <dgm:t>
        <a:bodyPr/>
        <a:lstStyle/>
        <a:p>
          <a:endParaRPr lang="en-US"/>
        </a:p>
      </dgm:t>
    </dgm:pt>
    <dgm:pt modelId="{40E1D21C-83E9-AF4C-925F-BCC625C3ECF1}" type="sibTrans" cxnId="{87D91D6B-BE8F-104F-A6F2-64D6522F0C1E}">
      <dgm:prSet/>
      <dgm:spPr/>
      <dgm:t>
        <a:bodyPr/>
        <a:lstStyle/>
        <a:p>
          <a:endParaRPr lang="en-US"/>
        </a:p>
      </dgm:t>
    </dgm:pt>
    <dgm:pt modelId="{2A17A476-E31A-5043-8C26-923CA9005C8A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400" dirty="0">
              <a:latin typeface="+mn-lt"/>
              <a:cs typeface="Times New Roman" panose="02020603050405020304" pitchFamily="18" charset="0"/>
            </a:rPr>
            <a:t>Placement is Decided</a:t>
          </a:r>
        </a:p>
      </dgm:t>
    </dgm:pt>
    <dgm:pt modelId="{D6299E63-BD7E-C940-B962-CADDAF63FACC}" type="parTrans" cxnId="{2C35BF74-494B-A54F-93FC-D0535564F816}">
      <dgm:prSet/>
      <dgm:spPr/>
      <dgm:t>
        <a:bodyPr/>
        <a:lstStyle/>
        <a:p>
          <a:endParaRPr lang="en-US"/>
        </a:p>
      </dgm:t>
    </dgm:pt>
    <dgm:pt modelId="{7E9D3080-3E43-5141-AF93-35934A040386}" type="sibTrans" cxnId="{2C35BF74-494B-A54F-93FC-D0535564F816}">
      <dgm:prSet/>
      <dgm:spPr/>
      <dgm:t>
        <a:bodyPr/>
        <a:lstStyle/>
        <a:p>
          <a:endParaRPr lang="en-US"/>
        </a:p>
      </dgm:t>
    </dgm:pt>
    <dgm:pt modelId="{A8E72839-EADC-0542-AE7C-6B165BF2D86E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1400" dirty="0">
              <a:latin typeface="+mn-lt"/>
              <a:cs typeface="Times New Roman" panose="02020603050405020304" pitchFamily="18" charset="0"/>
            </a:rPr>
            <a:t>Create and Implement IEP</a:t>
          </a:r>
        </a:p>
      </dgm:t>
    </dgm:pt>
    <dgm:pt modelId="{4F370FA2-D28B-2E4C-9BB7-D6F91A0BDD6B}" type="parTrans" cxnId="{034C4AB8-7531-964D-A5DE-CB5655B6FC0E}">
      <dgm:prSet/>
      <dgm:spPr/>
      <dgm:t>
        <a:bodyPr/>
        <a:lstStyle/>
        <a:p>
          <a:endParaRPr lang="en-US"/>
        </a:p>
      </dgm:t>
    </dgm:pt>
    <dgm:pt modelId="{7040848C-7817-8947-918B-0F7852C38EFF}" type="sibTrans" cxnId="{034C4AB8-7531-964D-A5DE-CB5655B6FC0E}">
      <dgm:prSet/>
      <dgm:spPr/>
      <dgm:t>
        <a:bodyPr/>
        <a:lstStyle/>
        <a:p>
          <a:endParaRPr lang="en-US"/>
        </a:p>
      </dgm:t>
    </dgm:pt>
    <dgm:pt modelId="{4C3BBBA7-5CF5-0446-986C-9898EA6A5F19}" type="pres">
      <dgm:prSet presAssocID="{245FEA18-F61D-284F-9904-7F88FF264FAB}" presName="CompostProcess" presStyleCnt="0">
        <dgm:presLayoutVars>
          <dgm:dir/>
          <dgm:resizeHandles val="exact"/>
        </dgm:presLayoutVars>
      </dgm:prSet>
      <dgm:spPr/>
    </dgm:pt>
    <dgm:pt modelId="{229733DB-9E49-694B-A36E-1B49A5F50D6B}" type="pres">
      <dgm:prSet presAssocID="{245FEA18-F61D-284F-9904-7F88FF264FAB}" presName="arrow" presStyleLbl="bgShp" presStyleIdx="0" presStyleCnt="1" custLinFactNeighborX="964" custLinFactNeighborY="0"/>
      <dgm:spPr/>
    </dgm:pt>
    <dgm:pt modelId="{79AA6D0B-6CF7-7645-AC45-65962C8757DA}" type="pres">
      <dgm:prSet presAssocID="{245FEA18-F61D-284F-9904-7F88FF264FAB}" presName="linearProcess" presStyleCnt="0"/>
      <dgm:spPr/>
    </dgm:pt>
    <dgm:pt modelId="{7765A121-5780-2246-8D16-99DB2CB7BDD2}" type="pres">
      <dgm:prSet presAssocID="{BC0366A3-EAB2-A248-A01B-94C067C56176}" presName="textNode" presStyleLbl="node1" presStyleIdx="0" presStyleCnt="9">
        <dgm:presLayoutVars>
          <dgm:bulletEnabled val="1"/>
        </dgm:presLayoutVars>
      </dgm:prSet>
      <dgm:spPr/>
    </dgm:pt>
    <dgm:pt modelId="{2BB89849-EBD3-2341-9DDF-9F588CAFF9C2}" type="pres">
      <dgm:prSet presAssocID="{A00E4894-DE78-104B-B610-6F9E1492410B}" presName="sibTrans" presStyleCnt="0"/>
      <dgm:spPr/>
    </dgm:pt>
    <dgm:pt modelId="{0A57F84D-6839-834C-BF33-FAAA3E031A7F}" type="pres">
      <dgm:prSet presAssocID="{72B23407-9FC9-474E-A249-7A559840E4A5}" presName="textNode" presStyleLbl="node1" presStyleIdx="1" presStyleCnt="9">
        <dgm:presLayoutVars>
          <dgm:bulletEnabled val="1"/>
        </dgm:presLayoutVars>
      </dgm:prSet>
      <dgm:spPr/>
    </dgm:pt>
    <dgm:pt modelId="{C2E77D97-2995-244B-95AF-5A8EF71A16E9}" type="pres">
      <dgm:prSet presAssocID="{227BCECD-7D0D-8C4B-A5A1-433EFBA11972}" presName="sibTrans" presStyleCnt="0"/>
      <dgm:spPr/>
    </dgm:pt>
    <dgm:pt modelId="{E0564910-06EA-C34D-9A33-F2D04208A4E8}" type="pres">
      <dgm:prSet presAssocID="{7488D222-1AA6-EE42-8766-E50BF32B5012}" presName="textNode" presStyleLbl="node1" presStyleIdx="2" presStyleCnt="9">
        <dgm:presLayoutVars>
          <dgm:bulletEnabled val="1"/>
        </dgm:presLayoutVars>
      </dgm:prSet>
      <dgm:spPr/>
    </dgm:pt>
    <dgm:pt modelId="{5036031C-C032-6745-BEEB-BA0A665B0908}" type="pres">
      <dgm:prSet presAssocID="{96D967A9-AD04-FA40-869E-843066CAFAB5}" presName="sibTrans" presStyleCnt="0"/>
      <dgm:spPr/>
    </dgm:pt>
    <dgm:pt modelId="{52AB07F1-3E72-AA4B-988A-090F2707C2E9}" type="pres">
      <dgm:prSet presAssocID="{ACE231B8-121B-1D4B-A99D-2D73A00474FC}" presName="textNode" presStyleLbl="node1" presStyleIdx="3" presStyleCnt="9">
        <dgm:presLayoutVars>
          <dgm:bulletEnabled val="1"/>
        </dgm:presLayoutVars>
      </dgm:prSet>
      <dgm:spPr/>
    </dgm:pt>
    <dgm:pt modelId="{56A2BD86-6D1A-2241-8BE2-70B6D64C45B1}" type="pres">
      <dgm:prSet presAssocID="{CDE0CEAB-8179-1547-A054-8051D6F49A67}" presName="sibTrans" presStyleCnt="0"/>
      <dgm:spPr/>
    </dgm:pt>
    <dgm:pt modelId="{84C1C8C8-34CB-4349-B5E6-26C2493C090F}" type="pres">
      <dgm:prSet presAssocID="{E4FA32FA-D460-F647-9352-418A3C7D171A}" presName="textNode" presStyleLbl="node1" presStyleIdx="4" presStyleCnt="9">
        <dgm:presLayoutVars>
          <dgm:bulletEnabled val="1"/>
        </dgm:presLayoutVars>
      </dgm:prSet>
      <dgm:spPr/>
    </dgm:pt>
    <dgm:pt modelId="{D889555C-ED1F-C44B-A915-64B490113DB2}" type="pres">
      <dgm:prSet presAssocID="{58268046-3C72-944A-A6D9-979493A432E9}" presName="sibTrans" presStyleCnt="0"/>
      <dgm:spPr/>
    </dgm:pt>
    <dgm:pt modelId="{F9365F16-354A-9945-B0AC-EDE8A7604750}" type="pres">
      <dgm:prSet presAssocID="{38DBC7CF-08ED-2945-ACA8-CDB7FA3D1E15}" presName="textNode" presStyleLbl="node1" presStyleIdx="5" presStyleCnt="9">
        <dgm:presLayoutVars>
          <dgm:bulletEnabled val="1"/>
        </dgm:presLayoutVars>
      </dgm:prSet>
      <dgm:spPr/>
    </dgm:pt>
    <dgm:pt modelId="{FB7BEC3D-D17B-A243-8466-4301037E6995}" type="pres">
      <dgm:prSet presAssocID="{B4F120C5-2E63-404B-BD61-EAD712E3245D}" presName="sibTrans" presStyleCnt="0"/>
      <dgm:spPr/>
    </dgm:pt>
    <dgm:pt modelId="{A8BA5A2F-E59B-A44B-9E93-2D5818A4B02A}" type="pres">
      <dgm:prSet presAssocID="{C5793F4E-28EE-E64D-992E-A2ED649195DE}" presName="textNode" presStyleLbl="node1" presStyleIdx="6" presStyleCnt="9">
        <dgm:presLayoutVars>
          <dgm:bulletEnabled val="1"/>
        </dgm:presLayoutVars>
      </dgm:prSet>
      <dgm:spPr/>
    </dgm:pt>
    <dgm:pt modelId="{6DF641B7-0CC6-E446-80AB-3C00A17F997F}" type="pres">
      <dgm:prSet presAssocID="{40E1D21C-83E9-AF4C-925F-BCC625C3ECF1}" presName="sibTrans" presStyleCnt="0"/>
      <dgm:spPr/>
    </dgm:pt>
    <dgm:pt modelId="{6D72C0DF-0330-7741-B565-0C5A36486238}" type="pres">
      <dgm:prSet presAssocID="{2A17A476-E31A-5043-8C26-923CA9005C8A}" presName="textNode" presStyleLbl="node1" presStyleIdx="7" presStyleCnt="9">
        <dgm:presLayoutVars>
          <dgm:bulletEnabled val="1"/>
        </dgm:presLayoutVars>
      </dgm:prSet>
      <dgm:spPr/>
    </dgm:pt>
    <dgm:pt modelId="{FF9C3FFF-8457-0048-995F-36B4C0B447AB}" type="pres">
      <dgm:prSet presAssocID="{7E9D3080-3E43-5141-AF93-35934A040386}" presName="sibTrans" presStyleCnt="0"/>
      <dgm:spPr/>
    </dgm:pt>
    <dgm:pt modelId="{4F600F08-6839-644F-A69B-B65AE7ECE929}" type="pres">
      <dgm:prSet presAssocID="{A8E72839-EADC-0542-AE7C-6B165BF2D86E}" presName="textNode" presStyleLbl="node1" presStyleIdx="8" presStyleCnt="9">
        <dgm:presLayoutVars>
          <dgm:bulletEnabled val="1"/>
        </dgm:presLayoutVars>
      </dgm:prSet>
      <dgm:spPr/>
    </dgm:pt>
  </dgm:ptLst>
  <dgm:cxnLst>
    <dgm:cxn modelId="{D30A7914-355E-ED4F-B613-186F7073A698}" srcId="{245FEA18-F61D-284F-9904-7F88FF264FAB}" destId="{7488D222-1AA6-EE42-8766-E50BF32B5012}" srcOrd="2" destOrd="0" parTransId="{8B2EB79C-EA5D-5649-B099-622FD82F8839}" sibTransId="{96D967A9-AD04-FA40-869E-843066CAFAB5}"/>
    <dgm:cxn modelId="{8B42DE14-98A2-FC49-ACEC-BC37346956F3}" srcId="{245FEA18-F61D-284F-9904-7F88FF264FAB}" destId="{38DBC7CF-08ED-2945-ACA8-CDB7FA3D1E15}" srcOrd="5" destOrd="0" parTransId="{B615CE81-76E8-5943-97E1-80487181E785}" sibTransId="{B4F120C5-2E63-404B-BD61-EAD712E3245D}"/>
    <dgm:cxn modelId="{EBA36119-1F81-CB47-B910-DFE8F6AEFABF}" srcId="{245FEA18-F61D-284F-9904-7F88FF264FAB}" destId="{BC0366A3-EAB2-A248-A01B-94C067C56176}" srcOrd="0" destOrd="0" parTransId="{EB08E84A-E6DD-D645-A2F5-05A7AB691A94}" sibTransId="{A00E4894-DE78-104B-B610-6F9E1492410B}"/>
    <dgm:cxn modelId="{F75A7D3D-4302-004F-9C2D-B8B4A5141529}" type="presOf" srcId="{ACE231B8-121B-1D4B-A99D-2D73A00474FC}" destId="{52AB07F1-3E72-AA4B-988A-090F2707C2E9}" srcOrd="0" destOrd="0" presId="urn:microsoft.com/office/officeart/2005/8/layout/hProcess9"/>
    <dgm:cxn modelId="{9C375743-889D-894A-8510-4518E14A4431}" type="presOf" srcId="{C5793F4E-28EE-E64D-992E-A2ED649195DE}" destId="{A8BA5A2F-E59B-A44B-9E93-2D5818A4B02A}" srcOrd="0" destOrd="0" presId="urn:microsoft.com/office/officeart/2005/8/layout/hProcess9"/>
    <dgm:cxn modelId="{5E437555-0BE6-B84F-9532-032C10575EE4}" type="presOf" srcId="{7488D222-1AA6-EE42-8766-E50BF32B5012}" destId="{E0564910-06EA-C34D-9A33-F2D04208A4E8}" srcOrd="0" destOrd="0" presId="urn:microsoft.com/office/officeart/2005/8/layout/hProcess9"/>
    <dgm:cxn modelId="{8855F955-2399-9C48-B86F-B7D273A41BA7}" type="presOf" srcId="{38DBC7CF-08ED-2945-ACA8-CDB7FA3D1E15}" destId="{F9365F16-354A-9945-B0AC-EDE8A7604750}" srcOrd="0" destOrd="0" presId="urn:microsoft.com/office/officeart/2005/8/layout/hProcess9"/>
    <dgm:cxn modelId="{481A7460-901E-334B-9E54-F0AE37BB5A78}" srcId="{245FEA18-F61D-284F-9904-7F88FF264FAB}" destId="{72B23407-9FC9-474E-A249-7A559840E4A5}" srcOrd="1" destOrd="0" parTransId="{1298F949-9DFB-3446-AC15-706977C79262}" sibTransId="{227BCECD-7D0D-8C4B-A5A1-433EFBA11972}"/>
    <dgm:cxn modelId="{637F3A69-1E12-B244-8091-2F40E55275B9}" srcId="{245FEA18-F61D-284F-9904-7F88FF264FAB}" destId="{E4FA32FA-D460-F647-9352-418A3C7D171A}" srcOrd="4" destOrd="0" parTransId="{382F4E08-0888-D446-8C05-A8C8A7251CF3}" sibTransId="{58268046-3C72-944A-A6D9-979493A432E9}"/>
    <dgm:cxn modelId="{87D91D6B-BE8F-104F-A6F2-64D6522F0C1E}" srcId="{245FEA18-F61D-284F-9904-7F88FF264FAB}" destId="{C5793F4E-28EE-E64D-992E-A2ED649195DE}" srcOrd="6" destOrd="0" parTransId="{E3903B0F-2BC2-EC42-B381-139A2884C1B2}" sibTransId="{40E1D21C-83E9-AF4C-925F-BCC625C3ECF1}"/>
    <dgm:cxn modelId="{2C35BF74-494B-A54F-93FC-D0535564F816}" srcId="{245FEA18-F61D-284F-9904-7F88FF264FAB}" destId="{2A17A476-E31A-5043-8C26-923CA9005C8A}" srcOrd="7" destOrd="0" parTransId="{D6299E63-BD7E-C940-B962-CADDAF63FACC}" sibTransId="{7E9D3080-3E43-5141-AF93-35934A040386}"/>
    <dgm:cxn modelId="{6B76A279-1267-EA49-B1EC-370DF9EA134D}" srcId="{245FEA18-F61D-284F-9904-7F88FF264FAB}" destId="{ACE231B8-121B-1D4B-A99D-2D73A00474FC}" srcOrd="3" destOrd="0" parTransId="{8D4672BF-3116-BF41-9234-E6CFA808C48C}" sibTransId="{CDE0CEAB-8179-1547-A054-8051D6F49A67}"/>
    <dgm:cxn modelId="{39D8DB8E-CE16-8740-B075-0FA18D5DC4D8}" type="presOf" srcId="{BC0366A3-EAB2-A248-A01B-94C067C56176}" destId="{7765A121-5780-2246-8D16-99DB2CB7BDD2}" srcOrd="0" destOrd="0" presId="urn:microsoft.com/office/officeart/2005/8/layout/hProcess9"/>
    <dgm:cxn modelId="{A2BF09A2-B036-E541-97FA-B282CF1CDBB7}" type="presOf" srcId="{245FEA18-F61D-284F-9904-7F88FF264FAB}" destId="{4C3BBBA7-5CF5-0446-986C-9898EA6A5F19}" srcOrd="0" destOrd="0" presId="urn:microsoft.com/office/officeart/2005/8/layout/hProcess9"/>
    <dgm:cxn modelId="{2B6F2DB7-5DD3-2146-B86A-7A835A368219}" type="presOf" srcId="{72B23407-9FC9-474E-A249-7A559840E4A5}" destId="{0A57F84D-6839-834C-BF33-FAAA3E031A7F}" srcOrd="0" destOrd="0" presId="urn:microsoft.com/office/officeart/2005/8/layout/hProcess9"/>
    <dgm:cxn modelId="{034C4AB8-7531-964D-A5DE-CB5655B6FC0E}" srcId="{245FEA18-F61D-284F-9904-7F88FF264FAB}" destId="{A8E72839-EADC-0542-AE7C-6B165BF2D86E}" srcOrd="8" destOrd="0" parTransId="{4F370FA2-D28B-2E4C-9BB7-D6F91A0BDD6B}" sibTransId="{7040848C-7817-8947-918B-0F7852C38EFF}"/>
    <dgm:cxn modelId="{DAFC6CC8-464D-4A40-9377-F475E59988CE}" type="presOf" srcId="{A8E72839-EADC-0542-AE7C-6B165BF2D86E}" destId="{4F600F08-6839-644F-A69B-B65AE7ECE929}" srcOrd="0" destOrd="0" presId="urn:microsoft.com/office/officeart/2005/8/layout/hProcess9"/>
    <dgm:cxn modelId="{DDC702D9-F784-1040-9EEF-84CBD9388CDB}" type="presOf" srcId="{E4FA32FA-D460-F647-9352-418A3C7D171A}" destId="{84C1C8C8-34CB-4349-B5E6-26C2493C090F}" srcOrd="0" destOrd="0" presId="urn:microsoft.com/office/officeart/2005/8/layout/hProcess9"/>
    <dgm:cxn modelId="{4561F9EC-9DB2-FB4F-865E-52D87DDF7C62}" type="presOf" srcId="{2A17A476-E31A-5043-8C26-923CA9005C8A}" destId="{6D72C0DF-0330-7741-B565-0C5A36486238}" srcOrd="0" destOrd="0" presId="urn:microsoft.com/office/officeart/2005/8/layout/hProcess9"/>
    <dgm:cxn modelId="{0827947A-A29A-9F42-BFF2-2B4769F6D535}" type="presParOf" srcId="{4C3BBBA7-5CF5-0446-986C-9898EA6A5F19}" destId="{229733DB-9E49-694B-A36E-1B49A5F50D6B}" srcOrd="0" destOrd="0" presId="urn:microsoft.com/office/officeart/2005/8/layout/hProcess9"/>
    <dgm:cxn modelId="{58E4870C-59A6-C14E-B156-397A92EDBB62}" type="presParOf" srcId="{4C3BBBA7-5CF5-0446-986C-9898EA6A5F19}" destId="{79AA6D0B-6CF7-7645-AC45-65962C8757DA}" srcOrd="1" destOrd="0" presId="urn:microsoft.com/office/officeart/2005/8/layout/hProcess9"/>
    <dgm:cxn modelId="{B8883FA4-56F3-E248-A76F-0BB2539A5ED0}" type="presParOf" srcId="{79AA6D0B-6CF7-7645-AC45-65962C8757DA}" destId="{7765A121-5780-2246-8D16-99DB2CB7BDD2}" srcOrd="0" destOrd="0" presId="urn:microsoft.com/office/officeart/2005/8/layout/hProcess9"/>
    <dgm:cxn modelId="{659058C6-A0FD-584B-A3F5-2F2BB56523C2}" type="presParOf" srcId="{79AA6D0B-6CF7-7645-AC45-65962C8757DA}" destId="{2BB89849-EBD3-2341-9DDF-9F588CAFF9C2}" srcOrd="1" destOrd="0" presId="urn:microsoft.com/office/officeart/2005/8/layout/hProcess9"/>
    <dgm:cxn modelId="{7D87DB88-E1E4-8F4D-BF12-AA1BE86FA473}" type="presParOf" srcId="{79AA6D0B-6CF7-7645-AC45-65962C8757DA}" destId="{0A57F84D-6839-834C-BF33-FAAA3E031A7F}" srcOrd="2" destOrd="0" presId="urn:microsoft.com/office/officeart/2005/8/layout/hProcess9"/>
    <dgm:cxn modelId="{923E5EA4-E0AB-C64A-988C-FC00434401B2}" type="presParOf" srcId="{79AA6D0B-6CF7-7645-AC45-65962C8757DA}" destId="{C2E77D97-2995-244B-95AF-5A8EF71A16E9}" srcOrd="3" destOrd="0" presId="urn:microsoft.com/office/officeart/2005/8/layout/hProcess9"/>
    <dgm:cxn modelId="{FE0BD55E-CDF1-6740-9197-3FA611FB99B2}" type="presParOf" srcId="{79AA6D0B-6CF7-7645-AC45-65962C8757DA}" destId="{E0564910-06EA-C34D-9A33-F2D04208A4E8}" srcOrd="4" destOrd="0" presId="urn:microsoft.com/office/officeart/2005/8/layout/hProcess9"/>
    <dgm:cxn modelId="{B0E12486-C030-E24F-938D-F78D59AD4207}" type="presParOf" srcId="{79AA6D0B-6CF7-7645-AC45-65962C8757DA}" destId="{5036031C-C032-6745-BEEB-BA0A665B0908}" srcOrd="5" destOrd="0" presId="urn:microsoft.com/office/officeart/2005/8/layout/hProcess9"/>
    <dgm:cxn modelId="{C311BC76-89B5-E849-AF30-418A2A346BA5}" type="presParOf" srcId="{79AA6D0B-6CF7-7645-AC45-65962C8757DA}" destId="{52AB07F1-3E72-AA4B-988A-090F2707C2E9}" srcOrd="6" destOrd="0" presId="urn:microsoft.com/office/officeart/2005/8/layout/hProcess9"/>
    <dgm:cxn modelId="{3BE51ECA-5DBA-1F49-BE34-CEA5BA13E53F}" type="presParOf" srcId="{79AA6D0B-6CF7-7645-AC45-65962C8757DA}" destId="{56A2BD86-6D1A-2241-8BE2-70B6D64C45B1}" srcOrd="7" destOrd="0" presId="urn:microsoft.com/office/officeart/2005/8/layout/hProcess9"/>
    <dgm:cxn modelId="{DCA2D4E1-099E-BD43-97DF-349563F6A06A}" type="presParOf" srcId="{79AA6D0B-6CF7-7645-AC45-65962C8757DA}" destId="{84C1C8C8-34CB-4349-B5E6-26C2493C090F}" srcOrd="8" destOrd="0" presId="urn:microsoft.com/office/officeart/2005/8/layout/hProcess9"/>
    <dgm:cxn modelId="{B86AD943-7AD0-8249-B39B-D8845B3E3790}" type="presParOf" srcId="{79AA6D0B-6CF7-7645-AC45-65962C8757DA}" destId="{D889555C-ED1F-C44B-A915-64B490113DB2}" srcOrd="9" destOrd="0" presId="urn:microsoft.com/office/officeart/2005/8/layout/hProcess9"/>
    <dgm:cxn modelId="{A1FF96A2-9C5D-A44C-83D7-713B980F2BF1}" type="presParOf" srcId="{79AA6D0B-6CF7-7645-AC45-65962C8757DA}" destId="{F9365F16-354A-9945-B0AC-EDE8A7604750}" srcOrd="10" destOrd="0" presId="urn:microsoft.com/office/officeart/2005/8/layout/hProcess9"/>
    <dgm:cxn modelId="{C650FA66-B232-824F-8E6B-8E907B9D413F}" type="presParOf" srcId="{79AA6D0B-6CF7-7645-AC45-65962C8757DA}" destId="{FB7BEC3D-D17B-A243-8466-4301037E6995}" srcOrd="11" destOrd="0" presId="urn:microsoft.com/office/officeart/2005/8/layout/hProcess9"/>
    <dgm:cxn modelId="{FC5A81B8-7C2A-3740-88A4-704EF23271CF}" type="presParOf" srcId="{79AA6D0B-6CF7-7645-AC45-65962C8757DA}" destId="{A8BA5A2F-E59B-A44B-9E93-2D5818A4B02A}" srcOrd="12" destOrd="0" presId="urn:microsoft.com/office/officeart/2005/8/layout/hProcess9"/>
    <dgm:cxn modelId="{812E30B5-610C-2847-B0DC-0E5AD7EFEFC7}" type="presParOf" srcId="{79AA6D0B-6CF7-7645-AC45-65962C8757DA}" destId="{6DF641B7-0CC6-E446-80AB-3C00A17F997F}" srcOrd="13" destOrd="0" presId="urn:microsoft.com/office/officeart/2005/8/layout/hProcess9"/>
    <dgm:cxn modelId="{34CC9830-9E29-4043-A67C-B947229660B7}" type="presParOf" srcId="{79AA6D0B-6CF7-7645-AC45-65962C8757DA}" destId="{6D72C0DF-0330-7741-B565-0C5A36486238}" srcOrd="14" destOrd="0" presId="urn:microsoft.com/office/officeart/2005/8/layout/hProcess9"/>
    <dgm:cxn modelId="{FD7C0DAB-8AC7-A840-8F84-24BF1A72464E}" type="presParOf" srcId="{79AA6D0B-6CF7-7645-AC45-65962C8757DA}" destId="{FF9C3FFF-8457-0048-995F-36B4C0B447AB}" srcOrd="15" destOrd="0" presId="urn:microsoft.com/office/officeart/2005/8/layout/hProcess9"/>
    <dgm:cxn modelId="{EBBFA452-D916-5848-9369-1956A631DF32}" type="presParOf" srcId="{79AA6D0B-6CF7-7645-AC45-65962C8757DA}" destId="{4F600F08-6839-644F-A69B-B65AE7ECE929}" srcOrd="1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9BDF1AC-F8BC-4598-9E82-A0742A5F3A8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78CEE61-E7B2-4CBB-B338-B1707B8A8627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Autism</a:t>
          </a:r>
        </a:p>
      </dgm:t>
    </dgm:pt>
    <dgm:pt modelId="{51900AFA-EAC9-4156-92BE-8D8DD4690F8D}" type="parTrans" cxnId="{A443547F-C53C-4D55-9A73-4FC1C088F7E2}">
      <dgm:prSet/>
      <dgm:spPr/>
      <dgm:t>
        <a:bodyPr/>
        <a:lstStyle/>
        <a:p>
          <a:endParaRPr lang="en-US"/>
        </a:p>
      </dgm:t>
    </dgm:pt>
    <dgm:pt modelId="{51C33CFD-5BE7-4723-9EB5-70BFE850EDA9}" type="sibTrans" cxnId="{A443547F-C53C-4D55-9A73-4FC1C088F7E2}">
      <dgm:prSet/>
      <dgm:spPr/>
      <dgm:t>
        <a:bodyPr/>
        <a:lstStyle/>
        <a:p>
          <a:endParaRPr lang="en-US"/>
        </a:p>
      </dgm:t>
    </dgm:pt>
    <dgm:pt modelId="{3028125A-23BB-4720-B255-0161017F50BA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Deaf-blindness</a:t>
          </a:r>
        </a:p>
      </dgm:t>
    </dgm:pt>
    <dgm:pt modelId="{DE3E78AC-677E-42D8-97D7-F2251A1F3933}" type="parTrans" cxnId="{01CBB6F6-048F-4433-9CCA-5141848C1A41}">
      <dgm:prSet/>
      <dgm:spPr/>
      <dgm:t>
        <a:bodyPr/>
        <a:lstStyle/>
        <a:p>
          <a:endParaRPr lang="en-US"/>
        </a:p>
      </dgm:t>
    </dgm:pt>
    <dgm:pt modelId="{677A23D7-64F8-4DCC-9777-1C9C20A03865}" type="sibTrans" cxnId="{01CBB6F6-048F-4433-9CCA-5141848C1A41}">
      <dgm:prSet/>
      <dgm:spPr/>
      <dgm:t>
        <a:bodyPr/>
        <a:lstStyle/>
        <a:p>
          <a:endParaRPr lang="en-US"/>
        </a:p>
      </dgm:t>
    </dgm:pt>
    <dgm:pt modelId="{CC00DA1E-DF6F-40A6-AE46-930B4EAB3699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Hearing Impaired</a:t>
          </a:r>
        </a:p>
      </dgm:t>
    </dgm:pt>
    <dgm:pt modelId="{5460DFEE-CDE0-4FE3-AAC6-BC9976F7EB19}" type="parTrans" cxnId="{A0C74630-B5ED-4C9C-A30E-51EF5778FBFE}">
      <dgm:prSet/>
      <dgm:spPr/>
      <dgm:t>
        <a:bodyPr/>
        <a:lstStyle/>
        <a:p>
          <a:endParaRPr lang="en-US"/>
        </a:p>
      </dgm:t>
    </dgm:pt>
    <dgm:pt modelId="{7B144AE3-B5E7-4662-8DD7-1BBE73CA6E72}" type="sibTrans" cxnId="{A0C74630-B5ED-4C9C-A30E-51EF5778FBFE}">
      <dgm:prSet/>
      <dgm:spPr/>
      <dgm:t>
        <a:bodyPr/>
        <a:lstStyle/>
        <a:p>
          <a:endParaRPr lang="en-US"/>
        </a:p>
      </dgm:t>
    </dgm:pt>
    <dgm:pt modelId="{9C58EF75-CB4A-486C-8312-5BC464B6BB12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Developmental delay</a:t>
          </a:r>
        </a:p>
      </dgm:t>
    </dgm:pt>
    <dgm:pt modelId="{83250076-CAF5-40F9-9729-2B2680CF5B53}" type="parTrans" cxnId="{91B02B5E-098F-49D4-85D6-8414F473F7F9}">
      <dgm:prSet/>
      <dgm:spPr/>
      <dgm:t>
        <a:bodyPr/>
        <a:lstStyle/>
        <a:p>
          <a:endParaRPr lang="en-US"/>
        </a:p>
      </dgm:t>
    </dgm:pt>
    <dgm:pt modelId="{0A66A026-968B-4804-88B6-14BC519FA1EC}" type="sibTrans" cxnId="{91B02B5E-098F-49D4-85D6-8414F473F7F9}">
      <dgm:prSet/>
      <dgm:spPr/>
      <dgm:t>
        <a:bodyPr/>
        <a:lstStyle/>
        <a:p>
          <a:endParaRPr lang="en-US"/>
        </a:p>
      </dgm:t>
    </dgm:pt>
    <dgm:pt modelId="{8802FCE4-DD38-4D50-AB54-DA749BBB1FAD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Emotional Disability</a:t>
          </a:r>
        </a:p>
      </dgm:t>
    </dgm:pt>
    <dgm:pt modelId="{0AECB25B-149E-481D-8DB0-4153634A9E60}" type="parTrans" cxnId="{900F190C-06D7-4DFB-82AE-D8CDAD45D3D8}">
      <dgm:prSet/>
      <dgm:spPr/>
      <dgm:t>
        <a:bodyPr/>
        <a:lstStyle/>
        <a:p>
          <a:endParaRPr lang="en-US"/>
        </a:p>
      </dgm:t>
    </dgm:pt>
    <dgm:pt modelId="{70776B92-FBEB-4BE5-A493-DAB36DFC96EE}" type="sibTrans" cxnId="{900F190C-06D7-4DFB-82AE-D8CDAD45D3D8}">
      <dgm:prSet/>
      <dgm:spPr/>
      <dgm:t>
        <a:bodyPr/>
        <a:lstStyle/>
        <a:p>
          <a:endParaRPr lang="en-US"/>
        </a:p>
      </dgm:t>
    </dgm:pt>
    <dgm:pt modelId="{152143A0-254A-47EE-A755-4E13BAC679F3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Hearing Impairment</a:t>
          </a:r>
        </a:p>
      </dgm:t>
    </dgm:pt>
    <dgm:pt modelId="{0E843303-99A3-41FE-A03A-9A820DD892FC}" type="parTrans" cxnId="{6C99E8D6-B92B-4EBB-BE9B-FB50B59B4B87}">
      <dgm:prSet/>
      <dgm:spPr/>
      <dgm:t>
        <a:bodyPr/>
        <a:lstStyle/>
        <a:p>
          <a:endParaRPr lang="en-US"/>
        </a:p>
      </dgm:t>
    </dgm:pt>
    <dgm:pt modelId="{07656A85-815B-4EAE-884A-E9562DE4AD4F}" type="sibTrans" cxnId="{6C99E8D6-B92B-4EBB-BE9B-FB50B59B4B87}">
      <dgm:prSet/>
      <dgm:spPr/>
      <dgm:t>
        <a:bodyPr/>
        <a:lstStyle/>
        <a:p>
          <a:endParaRPr lang="en-US"/>
        </a:p>
      </dgm:t>
    </dgm:pt>
    <dgm:pt modelId="{19554E67-1B36-4F20-BBC9-DA701330C705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Intellectual Disability</a:t>
          </a:r>
        </a:p>
      </dgm:t>
    </dgm:pt>
    <dgm:pt modelId="{D302800D-1929-4CB1-A427-80AC864883B9}" type="parTrans" cxnId="{701208FB-B31D-41A4-8E34-7CD80F75C949}">
      <dgm:prSet/>
      <dgm:spPr/>
      <dgm:t>
        <a:bodyPr/>
        <a:lstStyle/>
        <a:p>
          <a:endParaRPr lang="en-US"/>
        </a:p>
      </dgm:t>
    </dgm:pt>
    <dgm:pt modelId="{78FF67DB-51BB-4C47-AEF5-D025DB1079CC}" type="sibTrans" cxnId="{701208FB-B31D-41A4-8E34-7CD80F75C949}">
      <dgm:prSet/>
      <dgm:spPr/>
      <dgm:t>
        <a:bodyPr/>
        <a:lstStyle/>
        <a:p>
          <a:endParaRPr lang="en-US"/>
        </a:p>
      </dgm:t>
    </dgm:pt>
    <dgm:pt modelId="{6BE07BA8-7FF2-4314-A8B2-4AF5D4A4CF6D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Multiple Disabilities</a:t>
          </a:r>
        </a:p>
      </dgm:t>
    </dgm:pt>
    <dgm:pt modelId="{280E1453-3CBB-4050-A040-74931F8DCCCC}" type="parTrans" cxnId="{BDBCC0A5-7019-43C7-AFDE-D970042F896D}">
      <dgm:prSet/>
      <dgm:spPr/>
      <dgm:t>
        <a:bodyPr/>
        <a:lstStyle/>
        <a:p>
          <a:endParaRPr lang="en-US"/>
        </a:p>
      </dgm:t>
    </dgm:pt>
    <dgm:pt modelId="{7A782B33-FA47-4E1B-A6DD-5DF19AC96DFC}" type="sibTrans" cxnId="{BDBCC0A5-7019-43C7-AFDE-D970042F896D}">
      <dgm:prSet/>
      <dgm:spPr/>
      <dgm:t>
        <a:bodyPr/>
        <a:lstStyle/>
        <a:p>
          <a:endParaRPr lang="en-US"/>
        </a:p>
      </dgm:t>
    </dgm:pt>
    <dgm:pt modelId="{F17E7BA6-A9C4-43C8-8402-D9E40D78C18B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Orthopedic Impairment</a:t>
          </a:r>
        </a:p>
      </dgm:t>
    </dgm:pt>
    <dgm:pt modelId="{7D891F27-B04B-4862-ADA7-140DC5004EE7}" type="parTrans" cxnId="{385B06C9-FCC9-4AB6-B51F-595EDE51F598}">
      <dgm:prSet/>
      <dgm:spPr/>
      <dgm:t>
        <a:bodyPr/>
        <a:lstStyle/>
        <a:p>
          <a:endParaRPr lang="en-US"/>
        </a:p>
      </dgm:t>
    </dgm:pt>
    <dgm:pt modelId="{F2FB2C37-B120-4EFB-A7F2-FB37F4FDEC57}" type="sibTrans" cxnId="{385B06C9-FCC9-4AB6-B51F-595EDE51F598}">
      <dgm:prSet/>
      <dgm:spPr/>
      <dgm:t>
        <a:bodyPr/>
        <a:lstStyle/>
        <a:p>
          <a:endParaRPr lang="en-US"/>
        </a:p>
      </dgm:t>
    </dgm:pt>
    <dgm:pt modelId="{6B3F2BBE-401D-42A8-876C-133970BAA9D8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Other Health Impairment</a:t>
          </a:r>
        </a:p>
      </dgm:t>
    </dgm:pt>
    <dgm:pt modelId="{A4F61A4B-4E42-439D-8A57-62CCF056A605}" type="parTrans" cxnId="{EF28E895-741E-4E61-9A7E-78118C1EBDCF}">
      <dgm:prSet/>
      <dgm:spPr/>
      <dgm:t>
        <a:bodyPr/>
        <a:lstStyle/>
        <a:p>
          <a:endParaRPr lang="en-US"/>
        </a:p>
      </dgm:t>
    </dgm:pt>
    <dgm:pt modelId="{2F98D4FE-EB73-48C2-A1B6-39572D8F184F}" type="sibTrans" cxnId="{EF28E895-741E-4E61-9A7E-78118C1EBDCF}">
      <dgm:prSet/>
      <dgm:spPr/>
      <dgm:t>
        <a:bodyPr/>
        <a:lstStyle/>
        <a:p>
          <a:endParaRPr lang="en-US"/>
        </a:p>
      </dgm:t>
    </dgm:pt>
    <dgm:pt modelId="{DFE6492A-5791-46B1-8E52-7509184199E8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Specific Learning Disability</a:t>
          </a:r>
        </a:p>
      </dgm:t>
    </dgm:pt>
    <dgm:pt modelId="{0746FEED-4402-4A05-9B01-4C74B38E3933}" type="parTrans" cxnId="{13920558-641A-4B58-9693-040B5F3E941F}">
      <dgm:prSet/>
      <dgm:spPr/>
      <dgm:t>
        <a:bodyPr/>
        <a:lstStyle/>
        <a:p>
          <a:endParaRPr lang="en-US"/>
        </a:p>
      </dgm:t>
    </dgm:pt>
    <dgm:pt modelId="{74DC420B-DD37-4A43-B3E9-F2636BB25154}" type="sibTrans" cxnId="{13920558-641A-4B58-9693-040B5F3E941F}">
      <dgm:prSet/>
      <dgm:spPr/>
      <dgm:t>
        <a:bodyPr/>
        <a:lstStyle/>
        <a:p>
          <a:endParaRPr lang="en-US"/>
        </a:p>
      </dgm:t>
    </dgm:pt>
    <dgm:pt modelId="{693E50AE-C763-4C5B-9591-D7B239EA8E9E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Speech/language Impairment</a:t>
          </a:r>
        </a:p>
      </dgm:t>
    </dgm:pt>
    <dgm:pt modelId="{2589AA78-8719-44FC-836A-8454E211B0F1}" type="parTrans" cxnId="{93B0DD44-E05D-45FF-8A79-39AEA980446A}">
      <dgm:prSet/>
      <dgm:spPr/>
      <dgm:t>
        <a:bodyPr/>
        <a:lstStyle/>
        <a:p>
          <a:endParaRPr lang="en-US"/>
        </a:p>
      </dgm:t>
    </dgm:pt>
    <dgm:pt modelId="{330594BC-3A23-4C3F-8F92-F713CEE5B849}" type="sibTrans" cxnId="{93B0DD44-E05D-45FF-8A79-39AEA980446A}">
      <dgm:prSet/>
      <dgm:spPr/>
      <dgm:t>
        <a:bodyPr/>
        <a:lstStyle/>
        <a:p>
          <a:endParaRPr lang="en-US"/>
        </a:p>
      </dgm:t>
    </dgm:pt>
    <dgm:pt modelId="{725D2E4C-5032-454A-8E55-BD9D87CE8E99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Traumatic Brain Injury</a:t>
          </a:r>
        </a:p>
      </dgm:t>
    </dgm:pt>
    <dgm:pt modelId="{322B2DB9-7AF6-4C50-AE34-AF6A37B89530}" type="parTrans" cxnId="{59922FBE-1FCB-46DA-889C-BF2485A2ABEC}">
      <dgm:prSet/>
      <dgm:spPr/>
      <dgm:t>
        <a:bodyPr/>
        <a:lstStyle/>
        <a:p>
          <a:endParaRPr lang="en-US"/>
        </a:p>
      </dgm:t>
    </dgm:pt>
    <dgm:pt modelId="{C11E7DF7-BB99-4DA6-B0A6-6FA0C73379EC}" type="sibTrans" cxnId="{59922FBE-1FCB-46DA-889C-BF2485A2ABEC}">
      <dgm:prSet/>
      <dgm:spPr/>
      <dgm:t>
        <a:bodyPr/>
        <a:lstStyle/>
        <a:p>
          <a:endParaRPr lang="en-US"/>
        </a:p>
      </dgm:t>
    </dgm:pt>
    <dgm:pt modelId="{356D3400-0118-4674-903B-22643A3A7492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Visual Impairment</a:t>
          </a:r>
        </a:p>
      </dgm:t>
    </dgm:pt>
    <dgm:pt modelId="{ED9EF10F-0518-4CEB-A48F-B507D2DC062C}" type="parTrans" cxnId="{B1ADFCCD-D7AA-4D02-937D-27BE0D6D4444}">
      <dgm:prSet/>
      <dgm:spPr/>
      <dgm:t>
        <a:bodyPr/>
        <a:lstStyle/>
        <a:p>
          <a:endParaRPr lang="en-US"/>
        </a:p>
      </dgm:t>
    </dgm:pt>
    <dgm:pt modelId="{0EA959CC-8E73-4803-A34D-56B1158B08F6}" type="sibTrans" cxnId="{B1ADFCCD-D7AA-4D02-937D-27BE0D6D4444}">
      <dgm:prSet/>
      <dgm:spPr/>
      <dgm:t>
        <a:bodyPr/>
        <a:lstStyle/>
        <a:p>
          <a:endParaRPr lang="en-US"/>
        </a:p>
      </dgm:t>
    </dgm:pt>
    <dgm:pt modelId="{3DDFB81D-9F28-0247-AE5E-08EE0C68EC1D}" type="pres">
      <dgm:prSet presAssocID="{D9BDF1AC-F8BC-4598-9E82-A0742A5F3A82}" presName="diagram" presStyleCnt="0">
        <dgm:presLayoutVars>
          <dgm:dir/>
          <dgm:resizeHandles val="exact"/>
        </dgm:presLayoutVars>
      </dgm:prSet>
      <dgm:spPr/>
    </dgm:pt>
    <dgm:pt modelId="{D283EC59-F78C-EF46-BB8C-69DA838149CD}" type="pres">
      <dgm:prSet presAssocID="{378CEE61-E7B2-4CBB-B338-B1707B8A8627}" presName="node" presStyleLbl="node1" presStyleIdx="0" presStyleCnt="14">
        <dgm:presLayoutVars>
          <dgm:bulletEnabled val="1"/>
        </dgm:presLayoutVars>
      </dgm:prSet>
      <dgm:spPr/>
    </dgm:pt>
    <dgm:pt modelId="{F1BC5CC9-24C5-F64E-97AB-079CC8B6C256}" type="pres">
      <dgm:prSet presAssocID="{51C33CFD-5BE7-4723-9EB5-70BFE850EDA9}" presName="sibTrans" presStyleCnt="0"/>
      <dgm:spPr/>
    </dgm:pt>
    <dgm:pt modelId="{510B3D13-10DD-A042-80D9-384F9E6C2B82}" type="pres">
      <dgm:prSet presAssocID="{3028125A-23BB-4720-B255-0161017F50BA}" presName="node" presStyleLbl="node1" presStyleIdx="1" presStyleCnt="14">
        <dgm:presLayoutVars>
          <dgm:bulletEnabled val="1"/>
        </dgm:presLayoutVars>
      </dgm:prSet>
      <dgm:spPr/>
    </dgm:pt>
    <dgm:pt modelId="{3FA3D7CE-D5B5-284E-900F-9051A67FE114}" type="pres">
      <dgm:prSet presAssocID="{677A23D7-64F8-4DCC-9777-1C9C20A03865}" presName="sibTrans" presStyleCnt="0"/>
      <dgm:spPr/>
    </dgm:pt>
    <dgm:pt modelId="{054EC5B2-AAA5-5F41-9F5A-A8E53EC0DAC3}" type="pres">
      <dgm:prSet presAssocID="{CC00DA1E-DF6F-40A6-AE46-930B4EAB3699}" presName="node" presStyleLbl="node1" presStyleIdx="2" presStyleCnt="14">
        <dgm:presLayoutVars>
          <dgm:bulletEnabled val="1"/>
        </dgm:presLayoutVars>
      </dgm:prSet>
      <dgm:spPr/>
    </dgm:pt>
    <dgm:pt modelId="{8CD8C932-9080-8B4B-997A-775DCDADDDB6}" type="pres">
      <dgm:prSet presAssocID="{7B144AE3-B5E7-4662-8DD7-1BBE73CA6E72}" presName="sibTrans" presStyleCnt="0"/>
      <dgm:spPr/>
    </dgm:pt>
    <dgm:pt modelId="{231AD558-ED1D-4042-83D5-9A1A87C574A2}" type="pres">
      <dgm:prSet presAssocID="{9C58EF75-CB4A-486C-8312-5BC464B6BB12}" presName="node" presStyleLbl="node1" presStyleIdx="3" presStyleCnt="14">
        <dgm:presLayoutVars>
          <dgm:bulletEnabled val="1"/>
        </dgm:presLayoutVars>
      </dgm:prSet>
      <dgm:spPr/>
    </dgm:pt>
    <dgm:pt modelId="{74DF8FC5-E9F6-F341-B740-7A019CBBE7FA}" type="pres">
      <dgm:prSet presAssocID="{0A66A026-968B-4804-88B6-14BC519FA1EC}" presName="sibTrans" presStyleCnt="0"/>
      <dgm:spPr/>
    </dgm:pt>
    <dgm:pt modelId="{AEE2F196-A2D5-D242-A998-2FCDA1D81ECA}" type="pres">
      <dgm:prSet presAssocID="{8802FCE4-DD38-4D50-AB54-DA749BBB1FAD}" presName="node" presStyleLbl="node1" presStyleIdx="4" presStyleCnt="14">
        <dgm:presLayoutVars>
          <dgm:bulletEnabled val="1"/>
        </dgm:presLayoutVars>
      </dgm:prSet>
      <dgm:spPr/>
    </dgm:pt>
    <dgm:pt modelId="{F50AC28D-46C0-6946-9589-91781AC8F7FC}" type="pres">
      <dgm:prSet presAssocID="{70776B92-FBEB-4BE5-A493-DAB36DFC96EE}" presName="sibTrans" presStyleCnt="0"/>
      <dgm:spPr/>
    </dgm:pt>
    <dgm:pt modelId="{3F8636E5-8E6A-6F40-B85F-4563B89A10D0}" type="pres">
      <dgm:prSet presAssocID="{152143A0-254A-47EE-A755-4E13BAC679F3}" presName="node" presStyleLbl="node1" presStyleIdx="5" presStyleCnt="14">
        <dgm:presLayoutVars>
          <dgm:bulletEnabled val="1"/>
        </dgm:presLayoutVars>
      </dgm:prSet>
      <dgm:spPr/>
    </dgm:pt>
    <dgm:pt modelId="{086DD96D-56D7-A04D-AC01-8AD4008FCECB}" type="pres">
      <dgm:prSet presAssocID="{07656A85-815B-4EAE-884A-E9562DE4AD4F}" presName="sibTrans" presStyleCnt="0"/>
      <dgm:spPr/>
    </dgm:pt>
    <dgm:pt modelId="{FF4DF97E-59E4-9049-A1AA-5425477D7349}" type="pres">
      <dgm:prSet presAssocID="{19554E67-1B36-4F20-BBC9-DA701330C705}" presName="node" presStyleLbl="node1" presStyleIdx="6" presStyleCnt="14">
        <dgm:presLayoutVars>
          <dgm:bulletEnabled val="1"/>
        </dgm:presLayoutVars>
      </dgm:prSet>
      <dgm:spPr/>
    </dgm:pt>
    <dgm:pt modelId="{2BEEE4CF-E7B9-AB44-9594-8667990CF33F}" type="pres">
      <dgm:prSet presAssocID="{78FF67DB-51BB-4C47-AEF5-D025DB1079CC}" presName="sibTrans" presStyleCnt="0"/>
      <dgm:spPr/>
    </dgm:pt>
    <dgm:pt modelId="{077E5D13-4EA4-AA45-B208-7AD282ADDAAF}" type="pres">
      <dgm:prSet presAssocID="{6BE07BA8-7FF2-4314-A8B2-4AF5D4A4CF6D}" presName="node" presStyleLbl="node1" presStyleIdx="7" presStyleCnt="14">
        <dgm:presLayoutVars>
          <dgm:bulletEnabled val="1"/>
        </dgm:presLayoutVars>
      </dgm:prSet>
      <dgm:spPr/>
    </dgm:pt>
    <dgm:pt modelId="{1123AA70-08B6-7D4B-8486-1C8B6723CF02}" type="pres">
      <dgm:prSet presAssocID="{7A782B33-FA47-4E1B-A6DD-5DF19AC96DFC}" presName="sibTrans" presStyleCnt="0"/>
      <dgm:spPr/>
    </dgm:pt>
    <dgm:pt modelId="{A7CF781A-1671-1941-83F7-F3E059B8F840}" type="pres">
      <dgm:prSet presAssocID="{F17E7BA6-A9C4-43C8-8402-D9E40D78C18B}" presName="node" presStyleLbl="node1" presStyleIdx="8" presStyleCnt="14">
        <dgm:presLayoutVars>
          <dgm:bulletEnabled val="1"/>
        </dgm:presLayoutVars>
      </dgm:prSet>
      <dgm:spPr/>
    </dgm:pt>
    <dgm:pt modelId="{A338C715-DD20-B545-9D4B-CB27717D5FCA}" type="pres">
      <dgm:prSet presAssocID="{F2FB2C37-B120-4EFB-A7F2-FB37F4FDEC57}" presName="sibTrans" presStyleCnt="0"/>
      <dgm:spPr/>
    </dgm:pt>
    <dgm:pt modelId="{459BF269-5D7C-B542-A8F2-26C07F0FC5FA}" type="pres">
      <dgm:prSet presAssocID="{6B3F2BBE-401D-42A8-876C-133970BAA9D8}" presName="node" presStyleLbl="node1" presStyleIdx="9" presStyleCnt="14">
        <dgm:presLayoutVars>
          <dgm:bulletEnabled val="1"/>
        </dgm:presLayoutVars>
      </dgm:prSet>
      <dgm:spPr/>
    </dgm:pt>
    <dgm:pt modelId="{A470D0AB-C3BF-8148-A033-3BFBA95CE053}" type="pres">
      <dgm:prSet presAssocID="{2F98D4FE-EB73-48C2-A1B6-39572D8F184F}" presName="sibTrans" presStyleCnt="0"/>
      <dgm:spPr/>
    </dgm:pt>
    <dgm:pt modelId="{4C3D86C2-9AD3-AC44-899E-491A152618ED}" type="pres">
      <dgm:prSet presAssocID="{DFE6492A-5791-46B1-8E52-7509184199E8}" presName="node" presStyleLbl="node1" presStyleIdx="10" presStyleCnt="14">
        <dgm:presLayoutVars>
          <dgm:bulletEnabled val="1"/>
        </dgm:presLayoutVars>
      </dgm:prSet>
      <dgm:spPr/>
    </dgm:pt>
    <dgm:pt modelId="{DB69EE1F-9782-3B4F-AB7B-F20172407A5C}" type="pres">
      <dgm:prSet presAssocID="{74DC420B-DD37-4A43-B3E9-F2636BB25154}" presName="sibTrans" presStyleCnt="0"/>
      <dgm:spPr/>
    </dgm:pt>
    <dgm:pt modelId="{0BDF6B43-69D3-024B-A2F8-391C878CC4E6}" type="pres">
      <dgm:prSet presAssocID="{693E50AE-C763-4C5B-9591-D7B239EA8E9E}" presName="node" presStyleLbl="node1" presStyleIdx="11" presStyleCnt="14">
        <dgm:presLayoutVars>
          <dgm:bulletEnabled val="1"/>
        </dgm:presLayoutVars>
      </dgm:prSet>
      <dgm:spPr/>
    </dgm:pt>
    <dgm:pt modelId="{72C41089-8833-5842-959D-FF1769FD15BF}" type="pres">
      <dgm:prSet presAssocID="{330594BC-3A23-4C3F-8F92-F713CEE5B849}" presName="sibTrans" presStyleCnt="0"/>
      <dgm:spPr/>
    </dgm:pt>
    <dgm:pt modelId="{8ABD210C-FC09-BD4E-9F93-CA28E8750C2F}" type="pres">
      <dgm:prSet presAssocID="{725D2E4C-5032-454A-8E55-BD9D87CE8E99}" presName="node" presStyleLbl="node1" presStyleIdx="12" presStyleCnt="14">
        <dgm:presLayoutVars>
          <dgm:bulletEnabled val="1"/>
        </dgm:presLayoutVars>
      </dgm:prSet>
      <dgm:spPr/>
    </dgm:pt>
    <dgm:pt modelId="{A883175F-6007-154F-962C-6CFC5C7FFCAC}" type="pres">
      <dgm:prSet presAssocID="{C11E7DF7-BB99-4DA6-B0A6-6FA0C73379EC}" presName="sibTrans" presStyleCnt="0"/>
      <dgm:spPr/>
    </dgm:pt>
    <dgm:pt modelId="{02496814-AD22-9143-A66B-8F6E262CA7E5}" type="pres">
      <dgm:prSet presAssocID="{356D3400-0118-4674-903B-22643A3A7492}" presName="node" presStyleLbl="node1" presStyleIdx="13" presStyleCnt="14">
        <dgm:presLayoutVars>
          <dgm:bulletEnabled val="1"/>
        </dgm:presLayoutVars>
      </dgm:prSet>
      <dgm:spPr/>
    </dgm:pt>
  </dgm:ptLst>
  <dgm:cxnLst>
    <dgm:cxn modelId="{900F190C-06D7-4DFB-82AE-D8CDAD45D3D8}" srcId="{D9BDF1AC-F8BC-4598-9E82-A0742A5F3A82}" destId="{8802FCE4-DD38-4D50-AB54-DA749BBB1FAD}" srcOrd="4" destOrd="0" parTransId="{0AECB25B-149E-481D-8DB0-4153634A9E60}" sibTransId="{70776B92-FBEB-4BE5-A493-DAB36DFC96EE}"/>
    <dgm:cxn modelId="{85254610-3B60-AA4B-9854-3ADF61F42928}" type="presOf" srcId="{DFE6492A-5791-46B1-8E52-7509184199E8}" destId="{4C3D86C2-9AD3-AC44-899E-491A152618ED}" srcOrd="0" destOrd="0" presId="urn:microsoft.com/office/officeart/2005/8/layout/default"/>
    <dgm:cxn modelId="{B02EF513-EEC5-5F4D-B85D-525A8E9BCC19}" type="presOf" srcId="{CC00DA1E-DF6F-40A6-AE46-930B4EAB3699}" destId="{054EC5B2-AAA5-5F41-9F5A-A8E53EC0DAC3}" srcOrd="0" destOrd="0" presId="urn:microsoft.com/office/officeart/2005/8/layout/default"/>
    <dgm:cxn modelId="{0BB47416-3318-8341-8D60-728DEFBC60C9}" type="presOf" srcId="{152143A0-254A-47EE-A755-4E13BAC679F3}" destId="{3F8636E5-8E6A-6F40-B85F-4563B89A10D0}" srcOrd="0" destOrd="0" presId="urn:microsoft.com/office/officeart/2005/8/layout/default"/>
    <dgm:cxn modelId="{F24FEA2C-2A75-1E49-A5A4-EA7F490F6105}" type="presOf" srcId="{378CEE61-E7B2-4CBB-B338-B1707B8A8627}" destId="{D283EC59-F78C-EF46-BB8C-69DA838149CD}" srcOrd="0" destOrd="0" presId="urn:microsoft.com/office/officeart/2005/8/layout/default"/>
    <dgm:cxn modelId="{A0C74630-B5ED-4C9C-A30E-51EF5778FBFE}" srcId="{D9BDF1AC-F8BC-4598-9E82-A0742A5F3A82}" destId="{CC00DA1E-DF6F-40A6-AE46-930B4EAB3699}" srcOrd="2" destOrd="0" parTransId="{5460DFEE-CDE0-4FE3-AAC6-BC9976F7EB19}" sibTransId="{7B144AE3-B5E7-4662-8DD7-1BBE73CA6E72}"/>
    <dgm:cxn modelId="{8092393B-7EFB-824F-9413-C87719F7C76C}" type="presOf" srcId="{6BE07BA8-7FF2-4314-A8B2-4AF5D4A4CF6D}" destId="{077E5D13-4EA4-AA45-B208-7AD282ADDAAF}" srcOrd="0" destOrd="0" presId="urn:microsoft.com/office/officeart/2005/8/layout/default"/>
    <dgm:cxn modelId="{93B0DD44-E05D-45FF-8A79-39AEA980446A}" srcId="{D9BDF1AC-F8BC-4598-9E82-A0742A5F3A82}" destId="{693E50AE-C763-4C5B-9591-D7B239EA8E9E}" srcOrd="11" destOrd="0" parTransId="{2589AA78-8719-44FC-836A-8454E211B0F1}" sibTransId="{330594BC-3A23-4C3F-8F92-F713CEE5B849}"/>
    <dgm:cxn modelId="{48E4134D-E072-9D47-A01B-F4D60E4A7624}" type="presOf" srcId="{3028125A-23BB-4720-B255-0161017F50BA}" destId="{510B3D13-10DD-A042-80D9-384F9E6C2B82}" srcOrd="0" destOrd="0" presId="urn:microsoft.com/office/officeart/2005/8/layout/default"/>
    <dgm:cxn modelId="{ABA15552-64C3-9E4F-8177-31EE4E9B59AE}" type="presOf" srcId="{356D3400-0118-4674-903B-22643A3A7492}" destId="{02496814-AD22-9143-A66B-8F6E262CA7E5}" srcOrd="0" destOrd="0" presId="urn:microsoft.com/office/officeart/2005/8/layout/default"/>
    <dgm:cxn modelId="{13920558-641A-4B58-9693-040B5F3E941F}" srcId="{D9BDF1AC-F8BC-4598-9E82-A0742A5F3A82}" destId="{DFE6492A-5791-46B1-8E52-7509184199E8}" srcOrd="10" destOrd="0" parTransId="{0746FEED-4402-4A05-9B01-4C74B38E3933}" sibTransId="{74DC420B-DD37-4A43-B3E9-F2636BB25154}"/>
    <dgm:cxn modelId="{DA058F5A-3221-4042-9D26-24655EF40D99}" type="presOf" srcId="{693E50AE-C763-4C5B-9591-D7B239EA8E9E}" destId="{0BDF6B43-69D3-024B-A2F8-391C878CC4E6}" srcOrd="0" destOrd="0" presId="urn:microsoft.com/office/officeart/2005/8/layout/default"/>
    <dgm:cxn modelId="{91B02B5E-098F-49D4-85D6-8414F473F7F9}" srcId="{D9BDF1AC-F8BC-4598-9E82-A0742A5F3A82}" destId="{9C58EF75-CB4A-486C-8312-5BC464B6BB12}" srcOrd="3" destOrd="0" parTransId="{83250076-CAF5-40F9-9729-2B2680CF5B53}" sibTransId="{0A66A026-968B-4804-88B6-14BC519FA1EC}"/>
    <dgm:cxn modelId="{B47A2368-A7B4-404E-8715-B2C0DADBA040}" type="presOf" srcId="{6B3F2BBE-401D-42A8-876C-133970BAA9D8}" destId="{459BF269-5D7C-B542-A8F2-26C07F0FC5FA}" srcOrd="0" destOrd="0" presId="urn:microsoft.com/office/officeart/2005/8/layout/default"/>
    <dgm:cxn modelId="{79047970-2E43-E54E-84A1-F7342EE951B7}" type="presOf" srcId="{D9BDF1AC-F8BC-4598-9E82-A0742A5F3A82}" destId="{3DDFB81D-9F28-0247-AE5E-08EE0C68EC1D}" srcOrd="0" destOrd="0" presId="urn:microsoft.com/office/officeart/2005/8/layout/default"/>
    <dgm:cxn modelId="{2E0EBB7A-235E-824A-B311-B48BA33D9E38}" type="presOf" srcId="{F17E7BA6-A9C4-43C8-8402-D9E40D78C18B}" destId="{A7CF781A-1671-1941-83F7-F3E059B8F840}" srcOrd="0" destOrd="0" presId="urn:microsoft.com/office/officeart/2005/8/layout/default"/>
    <dgm:cxn modelId="{A443547F-C53C-4D55-9A73-4FC1C088F7E2}" srcId="{D9BDF1AC-F8BC-4598-9E82-A0742A5F3A82}" destId="{378CEE61-E7B2-4CBB-B338-B1707B8A8627}" srcOrd="0" destOrd="0" parTransId="{51900AFA-EAC9-4156-92BE-8D8DD4690F8D}" sibTransId="{51C33CFD-5BE7-4723-9EB5-70BFE850EDA9}"/>
    <dgm:cxn modelId="{EF28E895-741E-4E61-9A7E-78118C1EBDCF}" srcId="{D9BDF1AC-F8BC-4598-9E82-A0742A5F3A82}" destId="{6B3F2BBE-401D-42A8-876C-133970BAA9D8}" srcOrd="9" destOrd="0" parTransId="{A4F61A4B-4E42-439D-8A57-62CCF056A605}" sibTransId="{2F98D4FE-EB73-48C2-A1B6-39572D8F184F}"/>
    <dgm:cxn modelId="{2081F0A4-BB5B-9D4E-B4ED-7E4BB15CD0EA}" type="presOf" srcId="{725D2E4C-5032-454A-8E55-BD9D87CE8E99}" destId="{8ABD210C-FC09-BD4E-9F93-CA28E8750C2F}" srcOrd="0" destOrd="0" presId="urn:microsoft.com/office/officeart/2005/8/layout/default"/>
    <dgm:cxn modelId="{BDBCC0A5-7019-43C7-AFDE-D970042F896D}" srcId="{D9BDF1AC-F8BC-4598-9E82-A0742A5F3A82}" destId="{6BE07BA8-7FF2-4314-A8B2-4AF5D4A4CF6D}" srcOrd="7" destOrd="0" parTransId="{280E1453-3CBB-4050-A040-74931F8DCCCC}" sibTransId="{7A782B33-FA47-4E1B-A6DD-5DF19AC96DFC}"/>
    <dgm:cxn modelId="{78BDD1AA-4DF4-9449-83DB-3006B56C55C8}" type="presOf" srcId="{8802FCE4-DD38-4D50-AB54-DA749BBB1FAD}" destId="{AEE2F196-A2D5-D242-A998-2FCDA1D81ECA}" srcOrd="0" destOrd="0" presId="urn:microsoft.com/office/officeart/2005/8/layout/default"/>
    <dgm:cxn modelId="{59922FBE-1FCB-46DA-889C-BF2485A2ABEC}" srcId="{D9BDF1AC-F8BC-4598-9E82-A0742A5F3A82}" destId="{725D2E4C-5032-454A-8E55-BD9D87CE8E99}" srcOrd="12" destOrd="0" parTransId="{322B2DB9-7AF6-4C50-AE34-AF6A37B89530}" sibTransId="{C11E7DF7-BB99-4DA6-B0A6-6FA0C73379EC}"/>
    <dgm:cxn modelId="{11EBA1BF-8D4F-7D4C-BEC3-0C51328B5199}" type="presOf" srcId="{19554E67-1B36-4F20-BBC9-DA701330C705}" destId="{FF4DF97E-59E4-9049-A1AA-5425477D7349}" srcOrd="0" destOrd="0" presId="urn:microsoft.com/office/officeart/2005/8/layout/default"/>
    <dgm:cxn modelId="{385B06C9-FCC9-4AB6-B51F-595EDE51F598}" srcId="{D9BDF1AC-F8BC-4598-9E82-A0742A5F3A82}" destId="{F17E7BA6-A9C4-43C8-8402-D9E40D78C18B}" srcOrd="8" destOrd="0" parTransId="{7D891F27-B04B-4862-ADA7-140DC5004EE7}" sibTransId="{F2FB2C37-B120-4EFB-A7F2-FB37F4FDEC57}"/>
    <dgm:cxn modelId="{B1ADFCCD-D7AA-4D02-937D-27BE0D6D4444}" srcId="{D9BDF1AC-F8BC-4598-9E82-A0742A5F3A82}" destId="{356D3400-0118-4674-903B-22643A3A7492}" srcOrd="13" destOrd="0" parTransId="{ED9EF10F-0518-4CEB-A48F-B507D2DC062C}" sibTransId="{0EA959CC-8E73-4803-A34D-56B1158B08F6}"/>
    <dgm:cxn modelId="{6C99E8D6-B92B-4EBB-BE9B-FB50B59B4B87}" srcId="{D9BDF1AC-F8BC-4598-9E82-A0742A5F3A82}" destId="{152143A0-254A-47EE-A755-4E13BAC679F3}" srcOrd="5" destOrd="0" parTransId="{0E843303-99A3-41FE-A03A-9A820DD892FC}" sibTransId="{07656A85-815B-4EAE-884A-E9562DE4AD4F}"/>
    <dgm:cxn modelId="{8FBE8BF4-5C6A-AE4A-8F26-2BD52246D842}" type="presOf" srcId="{9C58EF75-CB4A-486C-8312-5BC464B6BB12}" destId="{231AD558-ED1D-4042-83D5-9A1A87C574A2}" srcOrd="0" destOrd="0" presId="urn:microsoft.com/office/officeart/2005/8/layout/default"/>
    <dgm:cxn modelId="{01CBB6F6-048F-4433-9CCA-5141848C1A41}" srcId="{D9BDF1AC-F8BC-4598-9E82-A0742A5F3A82}" destId="{3028125A-23BB-4720-B255-0161017F50BA}" srcOrd="1" destOrd="0" parTransId="{DE3E78AC-677E-42D8-97D7-F2251A1F3933}" sibTransId="{677A23D7-64F8-4DCC-9777-1C9C20A03865}"/>
    <dgm:cxn modelId="{701208FB-B31D-41A4-8E34-7CD80F75C949}" srcId="{D9BDF1AC-F8BC-4598-9E82-A0742A5F3A82}" destId="{19554E67-1B36-4F20-BBC9-DA701330C705}" srcOrd="6" destOrd="0" parTransId="{D302800D-1929-4CB1-A427-80AC864883B9}" sibTransId="{78FF67DB-51BB-4C47-AEF5-D025DB1079CC}"/>
    <dgm:cxn modelId="{0AA69123-D54F-D046-A6BE-B7B5463C3505}" type="presParOf" srcId="{3DDFB81D-9F28-0247-AE5E-08EE0C68EC1D}" destId="{D283EC59-F78C-EF46-BB8C-69DA838149CD}" srcOrd="0" destOrd="0" presId="urn:microsoft.com/office/officeart/2005/8/layout/default"/>
    <dgm:cxn modelId="{974D2FD0-99E4-134E-95DC-A0C7A86C43CC}" type="presParOf" srcId="{3DDFB81D-9F28-0247-AE5E-08EE0C68EC1D}" destId="{F1BC5CC9-24C5-F64E-97AB-079CC8B6C256}" srcOrd="1" destOrd="0" presId="urn:microsoft.com/office/officeart/2005/8/layout/default"/>
    <dgm:cxn modelId="{C27A892F-D043-7846-8D6F-3EDF37811F0C}" type="presParOf" srcId="{3DDFB81D-9F28-0247-AE5E-08EE0C68EC1D}" destId="{510B3D13-10DD-A042-80D9-384F9E6C2B82}" srcOrd="2" destOrd="0" presId="urn:microsoft.com/office/officeart/2005/8/layout/default"/>
    <dgm:cxn modelId="{E765B3CC-5084-234A-90EB-8E9D199A1EDA}" type="presParOf" srcId="{3DDFB81D-9F28-0247-AE5E-08EE0C68EC1D}" destId="{3FA3D7CE-D5B5-284E-900F-9051A67FE114}" srcOrd="3" destOrd="0" presId="urn:microsoft.com/office/officeart/2005/8/layout/default"/>
    <dgm:cxn modelId="{152D0EE6-0385-C140-9AAE-DA6901867A06}" type="presParOf" srcId="{3DDFB81D-9F28-0247-AE5E-08EE0C68EC1D}" destId="{054EC5B2-AAA5-5F41-9F5A-A8E53EC0DAC3}" srcOrd="4" destOrd="0" presId="urn:microsoft.com/office/officeart/2005/8/layout/default"/>
    <dgm:cxn modelId="{539F13BC-EE8C-194C-B59E-AA85F9F9BBD9}" type="presParOf" srcId="{3DDFB81D-9F28-0247-AE5E-08EE0C68EC1D}" destId="{8CD8C932-9080-8B4B-997A-775DCDADDDB6}" srcOrd="5" destOrd="0" presId="urn:microsoft.com/office/officeart/2005/8/layout/default"/>
    <dgm:cxn modelId="{99D731CA-ECCB-574D-AC23-EC7C994BD6F9}" type="presParOf" srcId="{3DDFB81D-9F28-0247-AE5E-08EE0C68EC1D}" destId="{231AD558-ED1D-4042-83D5-9A1A87C574A2}" srcOrd="6" destOrd="0" presId="urn:microsoft.com/office/officeart/2005/8/layout/default"/>
    <dgm:cxn modelId="{C97F8B51-1385-5544-A2F1-4687241F408A}" type="presParOf" srcId="{3DDFB81D-9F28-0247-AE5E-08EE0C68EC1D}" destId="{74DF8FC5-E9F6-F341-B740-7A019CBBE7FA}" srcOrd="7" destOrd="0" presId="urn:microsoft.com/office/officeart/2005/8/layout/default"/>
    <dgm:cxn modelId="{80235B63-4C7A-FC43-B9A7-11C51EBB4649}" type="presParOf" srcId="{3DDFB81D-9F28-0247-AE5E-08EE0C68EC1D}" destId="{AEE2F196-A2D5-D242-A998-2FCDA1D81ECA}" srcOrd="8" destOrd="0" presId="urn:microsoft.com/office/officeart/2005/8/layout/default"/>
    <dgm:cxn modelId="{598D4152-C77B-B449-85B4-26B455EF08E1}" type="presParOf" srcId="{3DDFB81D-9F28-0247-AE5E-08EE0C68EC1D}" destId="{F50AC28D-46C0-6946-9589-91781AC8F7FC}" srcOrd="9" destOrd="0" presId="urn:microsoft.com/office/officeart/2005/8/layout/default"/>
    <dgm:cxn modelId="{EC499D1C-AF14-FD44-8ABD-390017133096}" type="presParOf" srcId="{3DDFB81D-9F28-0247-AE5E-08EE0C68EC1D}" destId="{3F8636E5-8E6A-6F40-B85F-4563B89A10D0}" srcOrd="10" destOrd="0" presId="urn:microsoft.com/office/officeart/2005/8/layout/default"/>
    <dgm:cxn modelId="{BD4C259A-C8E7-9A46-82CB-01542D540E7E}" type="presParOf" srcId="{3DDFB81D-9F28-0247-AE5E-08EE0C68EC1D}" destId="{086DD96D-56D7-A04D-AC01-8AD4008FCECB}" srcOrd="11" destOrd="0" presId="urn:microsoft.com/office/officeart/2005/8/layout/default"/>
    <dgm:cxn modelId="{AABD3416-2D26-AB40-8727-C4DE232474F7}" type="presParOf" srcId="{3DDFB81D-9F28-0247-AE5E-08EE0C68EC1D}" destId="{FF4DF97E-59E4-9049-A1AA-5425477D7349}" srcOrd="12" destOrd="0" presId="urn:microsoft.com/office/officeart/2005/8/layout/default"/>
    <dgm:cxn modelId="{62C617A0-46EA-5342-BB23-2F3063165EB9}" type="presParOf" srcId="{3DDFB81D-9F28-0247-AE5E-08EE0C68EC1D}" destId="{2BEEE4CF-E7B9-AB44-9594-8667990CF33F}" srcOrd="13" destOrd="0" presId="urn:microsoft.com/office/officeart/2005/8/layout/default"/>
    <dgm:cxn modelId="{4231F008-3FF9-9944-BAFB-69D36FCE368F}" type="presParOf" srcId="{3DDFB81D-9F28-0247-AE5E-08EE0C68EC1D}" destId="{077E5D13-4EA4-AA45-B208-7AD282ADDAAF}" srcOrd="14" destOrd="0" presId="urn:microsoft.com/office/officeart/2005/8/layout/default"/>
    <dgm:cxn modelId="{1A183E40-54B0-324D-A60B-3B8C3181AF0C}" type="presParOf" srcId="{3DDFB81D-9F28-0247-AE5E-08EE0C68EC1D}" destId="{1123AA70-08B6-7D4B-8486-1C8B6723CF02}" srcOrd="15" destOrd="0" presId="urn:microsoft.com/office/officeart/2005/8/layout/default"/>
    <dgm:cxn modelId="{7BCC3DE5-D4ED-8C47-A8F2-AED785104659}" type="presParOf" srcId="{3DDFB81D-9F28-0247-AE5E-08EE0C68EC1D}" destId="{A7CF781A-1671-1941-83F7-F3E059B8F840}" srcOrd="16" destOrd="0" presId="urn:microsoft.com/office/officeart/2005/8/layout/default"/>
    <dgm:cxn modelId="{20719B81-26FE-CE45-A72C-97D65CE8302A}" type="presParOf" srcId="{3DDFB81D-9F28-0247-AE5E-08EE0C68EC1D}" destId="{A338C715-DD20-B545-9D4B-CB27717D5FCA}" srcOrd="17" destOrd="0" presId="urn:microsoft.com/office/officeart/2005/8/layout/default"/>
    <dgm:cxn modelId="{160F1662-9DC0-C844-A54C-E8CE5792E353}" type="presParOf" srcId="{3DDFB81D-9F28-0247-AE5E-08EE0C68EC1D}" destId="{459BF269-5D7C-B542-A8F2-26C07F0FC5FA}" srcOrd="18" destOrd="0" presId="urn:microsoft.com/office/officeart/2005/8/layout/default"/>
    <dgm:cxn modelId="{5400264B-0F1E-FF40-97BA-34380FAE8497}" type="presParOf" srcId="{3DDFB81D-9F28-0247-AE5E-08EE0C68EC1D}" destId="{A470D0AB-C3BF-8148-A033-3BFBA95CE053}" srcOrd="19" destOrd="0" presId="urn:microsoft.com/office/officeart/2005/8/layout/default"/>
    <dgm:cxn modelId="{55121152-B6ED-714F-98B3-2FB67D5F8239}" type="presParOf" srcId="{3DDFB81D-9F28-0247-AE5E-08EE0C68EC1D}" destId="{4C3D86C2-9AD3-AC44-899E-491A152618ED}" srcOrd="20" destOrd="0" presId="urn:microsoft.com/office/officeart/2005/8/layout/default"/>
    <dgm:cxn modelId="{B21DB473-533F-4A47-8D7C-296487A824D9}" type="presParOf" srcId="{3DDFB81D-9F28-0247-AE5E-08EE0C68EC1D}" destId="{DB69EE1F-9782-3B4F-AB7B-F20172407A5C}" srcOrd="21" destOrd="0" presId="urn:microsoft.com/office/officeart/2005/8/layout/default"/>
    <dgm:cxn modelId="{55414EA4-A59F-E547-887E-F8ACC68DA1EC}" type="presParOf" srcId="{3DDFB81D-9F28-0247-AE5E-08EE0C68EC1D}" destId="{0BDF6B43-69D3-024B-A2F8-391C878CC4E6}" srcOrd="22" destOrd="0" presId="urn:microsoft.com/office/officeart/2005/8/layout/default"/>
    <dgm:cxn modelId="{6BD91B79-8142-1C4C-BA0E-EBA152FB4A68}" type="presParOf" srcId="{3DDFB81D-9F28-0247-AE5E-08EE0C68EC1D}" destId="{72C41089-8833-5842-959D-FF1769FD15BF}" srcOrd="23" destOrd="0" presId="urn:microsoft.com/office/officeart/2005/8/layout/default"/>
    <dgm:cxn modelId="{3117140E-15FE-D142-8BB3-74F8590179B5}" type="presParOf" srcId="{3DDFB81D-9F28-0247-AE5E-08EE0C68EC1D}" destId="{8ABD210C-FC09-BD4E-9F93-CA28E8750C2F}" srcOrd="24" destOrd="0" presId="urn:microsoft.com/office/officeart/2005/8/layout/default"/>
    <dgm:cxn modelId="{DC0BE855-87DE-EE4D-A7C6-8D13F9E2728B}" type="presParOf" srcId="{3DDFB81D-9F28-0247-AE5E-08EE0C68EC1D}" destId="{A883175F-6007-154F-962C-6CFC5C7FFCAC}" srcOrd="25" destOrd="0" presId="urn:microsoft.com/office/officeart/2005/8/layout/default"/>
    <dgm:cxn modelId="{40D8E159-F737-774B-8C92-388BAD9DB5E1}" type="presParOf" srcId="{3DDFB81D-9F28-0247-AE5E-08EE0C68EC1D}" destId="{02496814-AD22-9143-A66B-8F6E262CA7E5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E1A248B-81EB-DE45-8937-E18B4735132A}" type="doc">
      <dgm:prSet loTypeId="urn:microsoft.com/office/officeart/2005/8/layout/hList7" loCatId="" qsTypeId="urn:microsoft.com/office/officeart/2005/8/quickstyle/simple1" qsCatId="simple" csTypeId="urn:microsoft.com/office/officeart/2005/8/colors/accent1_2" csCatId="accent1" phldr="1"/>
      <dgm:spPr/>
    </dgm:pt>
    <dgm:pt modelId="{6500001A-9FF6-6440-84B4-4B60A01A9BD9}">
      <dgm:prSet phldrT="[Text]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General Education </a:t>
          </a:r>
        </a:p>
      </dgm:t>
    </dgm:pt>
    <dgm:pt modelId="{7BFE3119-58DB-5243-8C9B-9CB76E164272}" type="parTrans" cxnId="{09D2117C-FA5F-D944-A971-5DBC6ADD097B}">
      <dgm:prSet/>
      <dgm:spPr/>
      <dgm:t>
        <a:bodyPr/>
        <a:lstStyle/>
        <a:p>
          <a:endParaRPr lang="en-US"/>
        </a:p>
      </dgm:t>
    </dgm:pt>
    <dgm:pt modelId="{6503749B-1632-D740-B121-E166B20EDFDB}" type="sibTrans" cxnId="{09D2117C-FA5F-D944-A971-5DBC6ADD097B}">
      <dgm:prSet/>
      <dgm:spPr/>
      <dgm:t>
        <a:bodyPr/>
        <a:lstStyle/>
        <a:p>
          <a:endParaRPr lang="en-US"/>
        </a:p>
      </dgm:t>
    </dgm:pt>
    <dgm:pt modelId="{E4940B04-C6A9-0743-94E0-628F95A3ECBB}">
      <dgm:prSet phldrT="[Text]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Resource</a:t>
          </a:r>
        </a:p>
      </dgm:t>
    </dgm:pt>
    <dgm:pt modelId="{AAB73D81-27C0-DF45-B7B4-9CB8EF346051}" type="parTrans" cxnId="{6D386653-D4C8-294C-9270-79C73E776237}">
      <dgm:prSet/>
      <dgm:spPr/>
      <dgm:t>
        <a:bodyPr/>
        <a:lstStyle/>
        <a:p>
          <a:endParaRPr lang="en-US"/>
        </a:p>
      </dgm:t>
    </dgm:pt>
    <dgm:pt modelId="{23E55920-96E4-1A42-A43F-5B658323536B}" type="sibTrans" cxnId="{6D386653-D4C8-294C-9270-79C73E776237}">
      <dgm:prSet/>
      <dgm:spPr/>
      <dgm:t>
        <a:bodyPr/>
        <a:lstStyle/>
        <a:p>
          <a:endParaRPr lang="en-US"/>
        </a:p>
      </dgm:t>
    </dgm:pt>
    <dgm:pt modelId="{7228EC38-5795-F14E-A210-50B82D391BF3}">
      <dgm:prSet phldrT="[Text]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Instructional</a:t>
          </a:r>
        </a:p>
      </dgm:t>
    </dgm:pt>
    <dgm:pt modelId="{50D4F3A9-F7D2-7B42-87EF-29B28A420452}" type="parTrans" cxnId="{B26D1BDE-5C2F-3941-8229-B7208A146ED4}">
      <dgm:prSet/>
      <dgm:spPr/>
      <dgm:t>
        <a:bodyPr/>
        <a:lstStyle/>
        <a:p>
          <a:endParaRPr lang="en-US"/>
        </a:p>
      </dgm:t>
    </dgm:pt>
    <dgm:pt modelId="{18854D65-AD1F-B746-A485-48588C9D1878}" type="sibTrans" cxnId="{B26D1BDE-5C2F-3941-8229-B7208A146ED4}">
      <dgm:prSet/>
      <dgm:spPr/>
      <dgm:t>
        <a:bodyPr/>
        <a:lstStyle/>
        <a:p>
          <a:endParaRPr lang="en-US"/>
        </a:p>
      </dgm:t>
    </dgm:pt>
    <dgm:pt modelId="{A9E41698-2EC3-CD4E-B1B2-763DD440FB85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General Education with accommodations and related service support</a:t>
          </a:r>
        </a:p>
      </dgm:t>
    </dgm:pt>
    <dgm:pt modelId="{72ED3C44-758D-F642-8F8C-2AB0F9D70E15}" type="parTrans" cxnId="{DE65353F-5761-A240-A50D-647C231ACCC5}">
      <dgm:prSet/>
      <dgm:spPr/>
      <dgm:t>
        <a:bodyPr/>
        <a:lstStyle/>
        <a:p>
          <a:endParaRPr lang="en-US"/>
        </a:p>
      </dgm:t>
    </dgm:pt>
    <dgm:pt modelId="{EB555A62-92FF-4B4A-86E8-F567A44B1EC8}" type="sibTrans" cxnId="{DE65353F-5761-A240-A50D-647C231ACCC5}">
      <dgm:prSet/>
      <dgm:spPr/>
      <dgm:t>
        <a:bodyPr/>
        <a:lstStyle/>
        <a:p>
          <a:endParaRPr lang="en-US"/>
        </a:p>
      </dgm:t>
    </dgm:pt>
    <dgm:pt modelId="{E0B42412-2FA7-C543-A219-FF92294038DC}">
      <dgm:prSet phldrT="[Text]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Push in</a:t>
          </a:r>
        </a:p>
      </dgm:t>
    </dgm:pt>
    <dgm:pt modelId="{728D3F10-C172-0E48-AC90-2B6A708F04D6}" type="parTrans" cxnId="{356EE63D-9C63-AF47-8CED-2B1A6004BD6B}">
      <dgm:prSet/>
      <dgm:spPr/>
      <dgm:t>
        <a:bodyPr/>
        <a:lstStyle/>
        <a:p>
          <a:endParaRPr lang="en-US"/>
        </a:p>
      </dgm:t>
    </dgm:pt>
    <dgm:pt modelId="{FCE6ABE5-4C17-F54E-A145-1175E65B8256}" type="sibTrans" cxnId="{356EE63D-9C63-AF47-8CED-2B1A6004BD6B}">
      <dgm:prSet/>
      <dgm:spPr/>
      <dgm:t>
        <a:bodyPr/>
        <a:lstStyle/>
        <a:p>
          <a:endParaRPr lang="en-US"/>
        </a:p>
      </dgm:t>
    </dgm:pt>
    <dgm:pt modelId="{2157B5E9-142E-5148-BEDA-611A633A0D8F}">
      <dgm:prSet phldrT="[Text]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Co-taught</a:t>
          </a:r>
        </a:p>
      </dgm:t>
    </dgm:pt>
    <dgm:pt modelId="{E62F0B80-E892-014E-BB1A-0D3FF49A3431}" type="parTrans" cxnId="{C547F03B-0A9D-6641-B6BF-2F3AEA4B09AE}">
      <dgm:prSet/>
      <dgm:spPr/>
      <dgm:t>
        <a:bodyPr/>
        <a:lstStyle/>
        <a:p>
          <a:endParaRPr lang="en-US"/>
        </a:p>
      </dgm:t>
    </dgm:pt>
    <dgm:pt modelId="{5FE00534-19ED-1341-B8F0-63517A985E29}" type="sibTrans" cxnId="{C547F03B-0A9D-6641-B6BF-2F3AEA4B09AE}">
      <dgm:prSet/>
      <dgm:spPr/>
      <dgm:t>
        <a:bodyPr/>
        <a:lstStyle/>
        <a:p>
          <a:endParaRPr lang="en-US"/>
        </a:p>
      </dgm:t>
    </dgm:pt>
    <dgm:pt modelId="{EF963647-2463-994B-95D4-F815366BD5E7}">
      <dgm:prSet phldrT="[Text]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Pull out</a:t>
          </a:r>
        </a:p>
        <a:p>
          <a:endParaRPr lang="en-US" dirty="0"/>
        </a:p>
      </dgm:t>
    </dgm:pt>
    <dgm:pt modelId="{1BCB7BA0-859C-5448-86E8-C6D846C44C60}" type="parTrans" cxnId="{3B2D8C5D-0599-0D48-944A-56C648AFED41}">
      <dgm:prSet/>
      <dgm:spPr/>
      <dgm:t>
        <a:bodyPr/>
        <a:lstStyle/>
        <a:p>
          <a:endParaRPr lang="en-US"/>
        </a:p>
      </dgm:t>
    </dgm:pt>
    <dgm:pt modelId="{E86612B1-6C1D-1249-A4BB-BE1316BB32B5}" type="sibTrans" cxnId="{3B2D8C5D-0599-0D48-944A-56C648AFED41}">
      <dgm:prSet/>
      <dgm:spPr/>
      <dgm:t>
        <a:bodyPr/>
        <a:lstStyle/>
        <a:p>
          <a:endParaRPr lang="en-US"/>
        </a:p>
      </dgm:t>
    </dgm:pt>
    <dgm:pt modelId="{2174BC51-F2CE-BD4D-8D18-ECACC7E1182A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Specialized Programs</a:t>
          </a:r>
        </a:p>
      </dgm:t>
    </dgm:pt>
    <dgm:pt modelId="{1E71881F-7281-CC49-B6FB-FA3E51BEA0A1}" type="parTrans" cxnId="{4A167D92-D38A-2240-9C2D-B9704267EAF7}">
      <dgm:prSet/>
      <dgm:spPr/>
      <dgm:t>
        <a:bodyPr/>
        <a:lstStyle/>
        <a:p>
          <a:endParaRPr lang="en-US"/>
        </a:p>
      </dgm:t>
    </dgm:pt>
    <dgm:pt modelId="{9A9D7CAA-2930-0C43-BDE3-2FD4CE7292FB}" type="sibTrans" cxnId="{4A167D92-D38A-2240-9C2D-B9704267EAF7}">
      <dgm:prSet/>
      <dgm:spPr/>
      <dgm:t>
        <a:bodyPr/>
        <a:lstStyle/>
        <a:p>
          <a:endParaRPr lang="en-US"/>
        </a:p>
      </dgm:t>
    </dgm:pt>
    <dgm:pt modelId="{5CFCC5C5-0749-2A44-90DF-78239C9E8033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Out of District Placement</a:t>
          </a:r>
        </a:p>
      </dgm:t>
    </dgm:pt>
    <dgm:pt modelId="{746051ED-472E-5A4C-9E73-E2F4E5B653C0}" type="parTrans" cxnId="{A99F5262-99E3-9540-AEFF-F1959D5F678B}">
      <dgm:prSet/>
      <dgm:spPr/>
      <dgm:t>
        <a:bodyPr/>
        <a:lstStyle/>
        <a:p>
          <a:endParaRPr lang="en-US"/>
        </a:p>
      </dgm:t>
    </dgm:pt>
    <dgm:pt modelId="{B649A2A3-FD8C-6848-A6AE-681F763BED5F}" type="sibTrans" cxnId="{A99F5262-99E3-9540-AEFF-F1959D5F678B}">
      <dgm:prSet/>
      <dgm:spPr/>
      <dgm:t>
        <a:bodyPr/>
        <a:lstStyle/>
        <a:p>
          <a:endParaRPr lang="en-US"/>
        </a:p>
      </dgm:t>
    </dgm:pt>
    <dgm:pt modelId="{7BF6C67E-6C96-714E-99DF-E372342FA4B0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Day School</a:t>
          </a:r>
        </a:p>
      </dgm:t>
    </dgm:pt>
    <dgm:pt modelId="{E62B023B-B2B8-7647-AFFF-3CE22B88D5F9}" type="parTrans" cxnId="{789049C2-340A-A946-97AB-627FF413E2D7}">
      <dgm:prSet/>
      <dgm:spPr/>
      <dgm:t>
        <a:bodyPr/>
        <a:lstStyle/>
        <a:p>
          <a:endParaRPr lang="en-US"/>
        </a:p>
      </dgm:t>
    </dgm:pt>
    <dgm:pt modelId="{2C4FE740-788F-7642-A84C-E14F7A8FCBFD}" type="sibTrans" cxnId="{789049C2-340A-A946-97AB-627FF413E2D7}">
      <dgm:prSet/>
      <dgm:spPr/>
      <dgm:t>
        <a:bodyPr/>
        <a:lstStyle/>
        <a:p>
          <a:endParaRPr lang="en-US"/>
        </a:p>
      </dgm:t>
    </dgm:pt>
    <dgm:pt modelId="{BBF094E9-BB30-BF4A-A0F3-F44D74F5074A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/>
            <a:t>Residential</a:t>
          </a:r>
        </a:p>
      </dgm:t>
    </dgm:pt>
    <dgm:pt modelId="{AB0CD847-E73A-544F-A5F8-EBC3F8DA1367}" type="parTrans" cxnId="{9DFE15C6-7063-4141-AD05-92BF34D8D83E}">
      <dgm:prSet/>
      <dgm:spPr/>
      <dgm:t>
        <a:bodyPr/>
        <a:lstStyle/>
        <a:p>
          <a:endParaRPr lang="en-US"/>
        </a:p>
      </dgm:t>
    </dgm:pt>
    <dgm:pt modelId="{FC443385-E3F6-7147-9187-2525D9C6B643}" type="sibTrans" cxnId="{9DFE15C6-7063-4141-AD05-92BF34D8D83E}">
      <dgm:prSet/>
      <dgm:spPr/>
      <dgm:t>
        <a:bodyPr/>
        <a:lstStyle/>
        <a:p>
          <a:endParaRPr lang="en-US"/>
        </a:p>
      </dgm:t>
    </dgm:pt>
    <dgm:pt modelId="{EBC0BE38-D4E7-CA4A-B8F1-05A2D740ACB2}" type="pres">
      <dgm:prSet presAssocID="{2E1A248B-81EB-DE45-8937-E18B4735132A}" presName="Name0" presStyleCnt="0">
        <dgm:presLayoutVars>
          <dgm:dir/>
          <dgm:resizeHandles val="exact"/>
        </dgm:presLayoutVars>
      </dgm:prSet>
      <dgm:spPr/>
    </dgm:pt>
    <dgm:pt modelId="{1EBFA41D-78D9-E846-A6D4-4ADEE1635C4E}" type="pres">
      <dgm:prSet presAssocID="{2E1A248B-81EB-DE45-8937-E18B4735132A}" presName="fgShape" presStyleLbl="fgShp" presStyleIdx="0" presStyleCnt="1" custLinFactNeighborX="0" custLinFactNeighborY="2921"/>
      <dgm:spPr>
        <a:solidFill>
          <a:schemeClr val="bg2">
            <a:lumMod val="90000"/>
          </a:schemeClr>
        </a:solidFill>
      </dgm:spPr>
    </dgm:pt>
    <dgm:pt modelId="{A49EEB7B-4D7B-0643-95C4-3BB0E08DBCA0}" type="pres">
      <dgm:prSet presAssocID="{2E1A248B-81EB-DE45-8937-E18B4735132A}" presName="linComp" presStyleCnt="0"/>
      <dgm:spPr/>
    </dgm:pt>
    <dgm:pt modelId="{6F3F4B2A-6D98-4940-AB1A-D921E61D1F7E}" type="pres">
      <dgm:prSet presAssocID="{6500001A-9FF6-6440-84B4-4B60A01A9BD9}" presName="compNode" presStyleCnt="0"/>
      <dgm:spPr/>
    </dgm:pt>
    <dgm:pt modelId="{7FB368C9-FB3A-F345-BE4D-436E588082C2}" type="pres">
      <dgm:prSet presAssocID="{6500001A-9FF6-6440-84B4-4B60A01A9BD9}" presName="bkgdShape" presStyleLbl="node1" presStyleIdx="0" presStyleCnt="6"/>
      <dgm:spPr/>
    </dgm:pt>
    <dgm:pt modelId="{AAF60831-64B8-DA49-8E36-14F2062EA843}" type="pres">
      <dgm:prSet presAssocID="{6500001A-9FF6-6440-84B4-4B60A01A9BD9}" presName="nodeTx" presStyleLbl="node1" presStyleIdx="0" presStyleCnt="6">
        <dgm:presLayoutVars>
          <dgm:bulletEnabled val="1"/>
        </dgm:presLayoutVars>
      </dgm:prSet>
      <dgm:spPr/>
    </dgm:pt>
    <dgm:pt modelId="{0A8233F3-91EE-3E48-9BBE-58D8ED8322E8}" type="pres">
      <dgm:prSet presAssocID="{6500001A-9FF6-6440-84B4-4B60A01A9BD9}" presName="invisiNode" presStyleLbl="node1" presStyleIdx="0" presStyleCnt="6"/>
      <dgm:spPr/>
    </dgm:pt>
    <dgm:pt modelId="{BC7FC84C-4D4D-0545-9994-9CA1CBE1E5A5}" type="pres">
      <dgm:prSet presAssocID="{6500001A-9FF6-6440-84B4-4B60A01A9BD9}" presName="imagNode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8A36C25-48F5-5948-8458-2BE9A7BBB0B4}" type="pres">
      <dgm:prSet presAssocID="{6503749B-1632-D740-B121-E166B20EDFDB}" presName="sibTrans" presStyleLbl="sibTrans2D1" presStyleIdx="0" presStyleCnt="0"/>
      <dgm:spPr/>
    </dgm:pt>
    <dgm:pt modelId="{078D1537-E9F9-0E41-94CC-EA4918758313}" type="pres">
      <dgm:prSet presAssocID="{A9E41698-2EC3-CD4E-B1B2-763DD440FB85}" presName="compNode" presStyleCnt="0"/>
      <dgm:spPr/>
    </dgm:pt>
    <dgm:pt modelId="{15CF5121-4368-E543-A2FD-73B07A3E0996}" type="pres">
      <dgm:prSet presAssocID="{A9E41698-2EC3-CD4E-B1B2-763DD440FB85}" presName="bkgdShape" presStyleLbl="node1" presStyleIdx="1" presStyleCnt="6"/>
      <dgm:spPr/>
    </dgm:pt>
    <dgm:pt modelId="{153EC009-718D-5C40-A5B9-474BBF3D7F6A}" type="pres">
      <dgm:prSet presAssocID="{A9E41698-2EC3-CD4E-B1B2-763DD440FB85}" presName="nodeTx" presStyleLbl="node1" presStyleIdx="1" presStyleCnt="6">
        <dgm:presLayoutVars>
          <dgm:bulletEnabled val="1"/>
        </dgm:presLayoutVars>
      </dgm:prSet>
      <dgm:spPr/>
    </dgm:pt>
    <dgm:pt modelId="{A3A6C526-C00A-FA49-A788-49298600BBC5}" type="pres">
      <dgm:prSet presAssocID="{A9E41698-2EC3-CD4E-B1B2-763DD440FB85}" presName="invisiNode" presStyleLbl="node1" presStyleIdx="1" presStyleCnt="6"/>
      <dgm:spPr/>
    </dgm:pt>
    <dgm:pt modelId="{05B6ADFF-7260-CB49-BF66-308022035A22}" type="pres">
      <dgm:prSet presAssocID="{A9E41698-2EC3-CD4E-B1B2-763DD440FB85}" presName="imagNode" presStyleLbl="fgImgPlace1" presStyleIdx="1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BF517E6-9FFC-B84C-A8BE-4DBB5399144A}" type="pres">
      <dgm:prSet presAssocID="{EB555A62-92FF-4B4A-86E8-F567A44B1EC8}" presName="sibTrans" presStyleLbl="sibTrans2D1" presStyleIdx="0" presStyleCnt="0"/>
      <dgm:spPr/>
    </dgm:pt>
    <dgm:pt modelId="{DCD4F3BC-7638-8248-9AC9-BBD45F052F13}" type="pres">
      <dgm:prSet presAssocID="{E4940B04-C6A9-0743-94E0-628F95A3ECBB}" presName="compNode" presStyleCnt="0"/>
      <dgm:spPr/>
    </dgm:pt>
    <dgm:pt modelId="{2966B39E-493E-2C47-A0E4-654B3877E9A7}" type="pres">
      <dgm:prSet presAssocID="{E4940B04-C6A9-0743-94E0-628F95A3ECBB}" presName="bkgdShape" presStyleLbl="node1" presStyleIdx="2" presStyleCnt="6"/>
      <dgm:spPr/>
    </dgm:pt>
    <dgm:pt modelId="{52DA5452-A68E-4F43-8980-25E85739E920}" type="pres">
      <dgm:prSet presAssocID="{E4940B04-C6A9-0743-94E0-628F95A3ECBB}" presName="nodeTx" presStyleLbl="node1" presStyleIdx="2" presStyleCnt="6">
        <dgm:presLayoutVars>
          <dgm:bulletEnabled val="1"/>
        </dgm:presLayoutVars>
      </dgm:prSet>
      <dgm:spPr/>
    </dgm:pt>
    <dgm:pt modelId="{E3F701D6-BFFF-9244-94A5-4CCB7DA20A21}" type="pres">
      <dgm:prSet presAssocID="{E4940B04-C6A9-0743-94E0-628F95A3ECBB}" presName="invisiNode" presStyleLbl="node1" presStyleIdx="2" presStyleCnt="6"/>
      <dgm:spPr/>
    </dgm:pt>
    <dgm:pt modelId="{405B631A-112E-554C-9093-F19010E3E241}" type="pres">
      <dgm:prSet presAssocID="{E4940B04-C6A9-0743-94E0-628F95A3ECBB}" presName="imagNode" presStyleLbl="fgImgPlace1" presStyleIdx="2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C4D3183-6034-3540-AF5E-3632C33436AF}" type="pres">
      <dgm:prSet presAssocID="{23E55920-96E4-1A42-A43F-5B658323536B}" presName="sibTrans" presStyleLbl="sibTrans2D1" presStyleIdx="0" presStyleCnt="0"/>
      <dgm:spPr/>
    </dgm:pt>
    <dgm:pt modelId="{F543185B-5AC8-E446-A4D5-78AFED5F4105}" type="pres">
      <dgm:prSet presAssocID="{7228EC38-5795-F14E-A210-50B82D391BF3}" presName="compNode" presStyleCnt="0"/>
      <dgm:spPr/>
    </dgm:pt>
    <dgm:pt modelId="{C732B66D-F1C8-3444-9744-8732B352E47B}" type="pres">
      <dgm:prSet presAssocID="{7228EC38-5795-F14E-A210-50B82D391BF3}" presName="bkgdShape" presStyleLbl="node1" presStyleIdx="3" presStyleCnt="6"/>
      <dgm:spPr/>
    </dgm:pt>
    <dgm:pt modelId="{814877C6-0530-AD4B-8AEA-5A353069F860}" type="pres">
      <dgm:prSet presAssocID="{7228EC38-5795-F14E-A210-50B82D391BF3}" presName="nodeTx" presStyleLbl="node1" presStyleIdx="3" presStyleCnt="6">
        <dgm:presLayoutVars>
          <dgm:bulletEnabled val="1"/>
        </dgm:presLayoutVars>
      </dgm:prSet>
      <dgm:spPr/>
    </dgm:pt>
    <dgm:pt modelId="{37E86486-8ABA-3446-B380-7900F58B4644}" type="pres">
      <dgm:prSet presAssocID="{7228EC38-5795-F14E-A210-50B82D391BF3}" presName="invisiNode" presStyleLbl="node1" presStyleIdx="3" presStyleCnt="6"/>
      <dgm:spPr/>
    </dgm:pt>
    <dgm:pt modelId="{8F83BFA8-79B7-D646-8387-E6CBE3CD040F}" type="pres">
      <dgm:prSet presAssocID="{7228EC38-5795-F14E-A210-50B82D391BF3}" presName="imagNode" presStyleLbl="fgImgPlace1" presStyleIdx="3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C21876A-BEA0-9440-8A0F-F428F5BC389B}" type="pres">
      <dgm:prSet presAssocID="{18854D65-AD1F-B746-A485-48588C9D1878}" presName="sibTrans" presStyleLbl="sibTrans2D1" presStyleIdx="0" presStyleCnt="0"/>
      <dgm:spPr/>
    </dgm:pt>
    <dgm:pt modelId="{4075E6EB-6C86-A74C-AC9B-2B14FD603E26}" type="pres">
      <dgm:prSet presAssocID="{2174BC51-F2CE-BD4D-8D18-ECACC7E1182A}" presName="compNode" presStyleCnt="0"/>
      <dgm:spPr/>
    </dgm:pt>
    <dgm:pt modelId="{1925EA38-C379-8745-BDD4-F07CF7059141}" type="pres">
      <dgm:prSet presAssocID="{2174BC51-F2CE-BD4D-8D18-ECACC7E1182A}" presName="bkgdShape" presStyleLbl="node1" presStyleIdx="4" presStyleCnt="6"/>
      <dgm:spPr/>
    </dgm:pt>
    <dgm:pt modelId="{53250E5E-5D7D-DC42-85F8-37CFDBFEE8C5}" type="pres">
      <dgm:prSet presAssocID="{2174BC51-F2CE-BD4D-8D18-ECACC7E1182A}" presName="nodeTx" presStyleLbl="node1" presStyleIdx="4" presStyleCnt="6">
        <dgm:presLayoutVars>
          <dgm:bulletEnabled val="1"/>
        </dgm:presLayoutVars>
      </dgm:prSet>
      <dgm:spPr/>
    </dgm:pt>
    <dgm:pt modelId="{B1B6E9A2-4A76-894F-81AD-456F5E9F1774}" type="pres">
      <dgm:prSet presAssocID="{2174BC51-F2CE-BD4D-8D18-ECACC7E1182A}" presName="invisiNode" presStyleLbl="node1" presStyleIdx="4" presStyleCnt="6"/>
      <dgm:spPr/>
    </dgm:pt>
    <dgm:pt modelId="{1BBA06AC-F544-024A-80F7-00C6ADB49B13}" type="pres">
      <dgm:prSet presAssocID="{2174BC51-F2CE-BD4D-8D18-ECACC7E1182A}" presName="imagNode" presStyleLbl="fgImgPlace1" presStyleIdx="4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23A1721-A744-B846-9553-066BCC13E68B}" type="pres">
      <dgm:prSet presAssocID="{9A9D7CAA-2930-0C43-BDE3-2FD4CE7292FB}" presName="sibTrans" presStyleLbl="sibTrans2D1" presStyleIdx="0" presStyleCnt="0"/>
      <dgm:spPr/>
    </dgm:pt>
    <dgm:pt modelId="{95669758-0693-9F40-B496-F0938D15D6FF}" type="pres">
      <dgm:prSet presAssocID="{5CFCC5C5-0749-2A44-90DF-78239C9E8033}" presName="compNode" presStyleCnt="0"/>
      <dgm:spPr/>
    </dgm:pt>
    <dgm:pt modelId="{464C92B5-DC91-D64E-9017-C32745093290}" type="pres">
      <dgm:prSet presAssocID="{5CFCC5C5-0749-2A44-90DF-78239C9E8033}" presName="bkgdShape" presStyleLbl="node1" presStyleIdx="5" presStyleCnt="6"/>
      <dgm:spPr/>
    </dgm:pt>
    <dgm:pt modelId="{42B07BD5-33E8-B74A-8771-C8D69EA66238}" type="pres">
      <dgm:prSet presAssocID="{5CFCC5C5-0749-2A44-90DF-78239C9E8033}" presName="nodeTx" presStyleLbl="node1" presStyleIdx="5" presStyleCnt="6">
        <dgm:presLayoutVars>
          <dgm:bulletEnabled val="1"/>
        </dgm:presLayoutVars>
      </dgm:prSet>
      <dgm:spPr/>
    </dgm:pt>
    <dgm:pt modelId="{9F01ABA0-40D6-BF45-98B2-6E0E669EE636}" type="pres">
      <dgm:prSet presAssocID="{5CFCC5C5-0749-2A44-90DF-78239C9E8033}" presName="invisiNode" presStyleLbl="node1" presStyleIdx="5" presStyleCnt="6"/>
      <dgm:spPr/>
    </dgm:pt>
    <dgm:pt modelId="{D812811D-FB43-3E4B-9824-C04109E7DFFD}" type="pres">
      <dgm:prSet presAssocID="{5CFCC5C5-0749-2A44-90DF-78239C9E8033}" presName="imagNode" presStyleLbl="fgImgPlace1" presStyleIdx="5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CF3A9516-E0B6-CC47-A007-E4AF96103850}" type="presOf" srcId="{7228EC38-5795-F14E-A210-50B82D391BF3}" destId="{814877C6-0530-AD4B-8AEA-5A353069F860}" srcOrd="1" destOrd="0" presId="urn:microsoft.com/office/officeart/2005/8/layout/hList7"/>
    <dgm:cxn modelId="{42181626-93D5-7848-B0A9-FDE4A4EFC944}" type="presOf" srcId="{23E55920-96E4-1A42-A43F-5B658323536B}" destId="{AC4D3183-6034-3540-AF5E-3632C33436AF}" srcOrd="0" destOrd="0" presId="urn:microsoft.com/office/officeart/2005/8/layout/hList7"/>
    <dgm:cxn modelId="{8CEE9833-7ED3-AA45-8A04-230E0241D86A}" type="presOf" srcId="{7228EC38-5795-F14E-A210-50B82D391BF3}" destId="{C732B66D-F1C8-3444-9744-8732B352E47B}" srcOrd="0" destOrd="0" presId="urn:microsoft.com/office/officeart/2005/8/layout/hList7"/>
    <dgm:cxn modelId="{4DB14937-89CC-2F42-B4CE-C9649BBAB3C1}" type="presOf" srcId="{EB555A62-92FF-4B4A-86E8-F567A44B1EC8}" destId="{7BF517E6-9FFC-B84C-A8BE-4DBB5399144A}" srcOrd="0" destOrd="0" presId="urn:microsoft.com/office/officeart/2005/8/layout/hList7"/>
    <dgm:cxn modelId="{C547F03B-0A9D-6641-B6BF-2F3AEA4B09AE}" srcId="{E4940B04-C6A9-0743-94E0-628F95A3ECBB}" destId="{2157B5E9-142E-5148-BEDA-611A633A0D8F}" srcOrd="1" destOrd="0" parTransId="{E62F0B80-E892-014E-BB1A-0D3FF49A3431}" sibTransId="{5FE00534-19ED-1341-B8F0-63517A985E29}"/>
    <dgm:cxn modelId="{356EE63D-9C63-AF47-8CED-2B1A6004BD6B}" srcId="{E4940B04-C6A9-0743-94E0-628F95A3ECBB}" destId="{E0B42412-2FA7-C543-A219-FF92294038DC}" srcOrd="0" destOrd="0" parTransId="{728D3F10-C172-0E48-AC90-2B6A708F04D6}" sibTransId="{FCE6ABE5-4C17-F54E-A145-1175E65B8256}"/>
    <dgm:cxn modelId="{DE65353F-5761-A240-A50D-647C231ACCC5}" srcId="{2E1A248B-81EB-DE45-8937-E18B4735132A}" destId="{A9E41698-2EC3-CD4E-B1B2-763DD440FB85}" srcOrd="1" destOrd="0" parTransId="{72ED3C44-758D-F642-8F8C-2AB0F9D70E15}" sibTransId="{EB555A62-92FF-4B4A-86E8-F567A44B1EC8}"/>
    <dgm:cxn modelId="{625A974C-DB59-894F-A247-7D20600991DC}" type="presOf" srcId="{2174BC51-F2CE-BD4D-8D18-ECACC7E1182A}" destId="{53250E5E-5D7D-DC42-85F8-37CFDBFEE8C5}" srcOrd="1" destOrd="0" presId="urn:microsoft.com/office/officeart/2005/8/layout/hList7"/>
    <dgm:cxn modelId="{055B5B50-F04E-3B4D-AE63-97445DEF4AA5}" type="presOf" srcId="{2157B5E9-142E-5148-BEDA-611A633A0D8F}" destId="{52DA5452-A68E-4F43-8980-25E85739E920}" srcOrd="1" destOrd="2" presId="urn:microsoft.com/office/officeart/2005/8/layout/hList7"/>
    <dgm:cxn modelId="{6D386653-D4C8-294C-9270-79C73E776237}" srcId="{2E1A248B-81EB-DE45-8937-E18B4735132A}" destId="{E4940B04-C6A9-0743-94E0-628F95A3ECBB}" srcOrd="2" destOrd="0" parTransId="{AAB73D81-27C0-DF45-B7B4-9CB8EF346051}" sibTransId="{23E55920-96E4-1A42-A43F-5B658323536B}"/>
    <dgm:cxn modelId="{F7E28F54-BDC9-CF41-91AF-24B075A764B0}" type="presOf" srcId="{EF963647-2463-994B-95D4-F815366BD5E7}" destId="{52DA5452-A68E-4F43-8980-25E85739E920}" srcOrd="1" destOrd="3" presId="urn:microsoft.com/office/officeart/2005/8/layout/hList7"/>
    <dgm:cxn modelId="{3B2D8C5D-0599-0D48-944A-56C648AFED41}" srcId="{E4940B04-C6A9-0743-94E0-628F95A3ECBB}" destId="{EF963647-2463-994B-95D4-F815366BD5E7}" srcOrd="2" destOrd="0" parTransId="{1BCB7BA0-859C-5448-86E8-C6D846C44C60}" sibTransId="{E86612B1-6C1D-1249-A4BB-BE1316BB32B5}"/>
    <dgm:cxn modelId="{9451105F-0150-BE40-9944-0F29AE146442}" type="presOf" srcId="{5CFCC5C5-0749-2A44-90DF-78239C9E8033}" destId="{464C92B5-DC91-D64E-9017-C32745093290}" srcOrd="0" destOrd="0" presId="urn:microsoft.com/office/officeart/2005/8/layout/hList7"/>
    <dgm:cxn modelId="{A99F5262-99E3-9540-AEFF-F1959D5F678B}" srcId="{2E1A248B-81EB-DE45-8937-E18B4735132A}" destId="{5CFCC5C5-0749-2A44-90DF-78239C9E8033}" srcOrd="5" destOrd="0" parTransId="{746051ED-472E-5A4C-9E73-E2F4E5B653C0}" sibTransId="{B649A2A3-FD8C-6848-A6AE-681F763BED5F}"/>
    <dgm:cxn modelId="{5CAB326A-4985-9F43-912F-8057799CB09E}" type="presOf" srcId="{E0B42412-2FA7-C543-A219-FF92294038DC}" destId="{52DA5452-A68E-4F43-8980-25E85739E920}" srcOrd="1" destOrd="1" presId="urn:microsoft.com/office/officeart/2005/8/layout/hList7"/>
    <dgm:cxn modelId="{09D2117C-FA5F-D944-A971-5DBC6ADD097B}" srcId="{2E1A248B-81EB-DE45-8937-E18B4735132A}" destId="{6500001A-9FF6-6440-84B4-4B60A01A9BD9}" srcOrd="0" destOrd="0" parTransId="{7BFE3119-58DB-5243-8C9B-9CB76E164272}" sibTransId="{6503749B-1632-D740-B121-E166B20EDFDB}"/>
    <dgm:cxn modelId="{E86A4984-0D96-5743-9FBC-39D75D20E3B4}" type="presOf" srcId="{6500001A-9FF6-6440-84B4-4B60A01A9BD9}" destId="{7FB368C9-FB3A-F345-BE4D-436E588082C2}" srcOrd="0" destOrd="0" presId="urn:microsoft.com/office/officeart/2005/8/layout/hList7"/>
    <dgm:cxn modelId="{36AF3188-E050-ED46-A7D4-F036899DC31F}" type="presOf" srcId="{2174BC51-F2CE-BD4D-8D18-ECACC7E1182A}" destId="{1925EA38-C379-8745-BDD4-F07CF7059141}" srcOrd="0" destOrd="0" presId="urn:microsoft.com/office/officeart/2005/8/layout/hList7"/>
    <dgm:cxn modelId="{C204578B-260F-1346-9D17-A2791F9AF87F}" type="presOf" srcId="{2E1A248B-81EB-DE45-8937-E18B4735132A}" destId="{EBC0BE38-D4E7-CA4A-B8F1-05A2D740ACB2}" srcOrd="0" destOrd="0" presId="urn:microsoft.com/office/officeart/2005/8/layout/hList7"/>
    <dgm:cxn modelId="{4A167D92-D38A-2240-9C2D-B9704267EAF7}" srcId="{2E1A248B-81EB-DE45-8937-E18B4735132A}" destId="{2174BC51-F2CE-BD4D-8D18-ECACC7E1182A}" srcOrd="4" destOrd="0" parTransId="{1E71881F-7281-CC49-B6FB-FA3E51BEA0A1}" sibTransId="{9A9D7CAA-2930-0C43-BDE3-2FD4CE7292FB}"/>
    <dgm:cxn modelId="{CBA5829E-6DA0-6F4B-9179-ADCAEF646FFF}" type="presOf" srcId="{7BF6C67E-6C96-714E-99DF-E372342FA4B0}" destId="{464C92B5-DC91-D64E-9017-C32745093290}" srcOrd="0" destOrd="2" presId="urn:microsoft.com/office/officeart/2005/8/layout/hList7"/>
    <dgm:cxn modelId="{76C527A9-9DC4-C548-980F-4A02D6069E98}" type="presOf" srcId="{E4940B04-C6A9-0743-94E0-628F95A3ECBB}" destId="{2966B39E-493E-2C47-A0E4-654B3877E9A7}" srcOrd="0" destOrd="0" presId="urn:microsoft.com/office/officeart/2005/8/layout/hList7"/>
    <dgm:cxn modelId="{B52513AA-A00F-CF4D-B089-DC84BC5C921D}" type="presOf" srcId="{6500001A-9FF6-6440-84B4-4B60A01A9BD9}" destId="{AAF60831-64B8-DA49-8E36-14F2062EA843}" srcOrd="1" destOrd="0" presId="urn:microsoft.com/office/officeart/2005/8/layout/hList7"/>
    <dgm:cxn modelId="{D790A7AC-721C-E445-9261-07F4C9B77104}" type="presOf" srcId="{18854D65-AD1F-B746-A485-48588C9D1878}" destId="{4C21876A-BEA0-9440-8A0F-F428F5BC389B}" srcOrd="0" destOrd="0" presId="urn:microsoft.com/office/officeart/2005/8/layout/hList7"/>
    <dgm:cxn modelId="{C635F6BD-20BA-664A-B44B-FC57B01CC785}" type="presOf" srcId="{BBF094E9-BB30-BF4A-A0F3-F44D74F5074A}" destId="{464C92B5-DC91-D64E-9017-C32745093290}" srcOrd="0" destOrd="1" presId="urn:microsoft.com/office/officeart/2005/8/layout/hList7"/>
    <dgm:cxn modelId="{789049C2-340A-A946-97AB-627FF413E2D7}" srcId="{5CFCC5C5-0749-2A44-90DF-78239C9E8033}" destId="{7BF6C67E-6C96-714E-99DF-E372342FA4B0}" srcOrd="1" destOrd="0" parTransId="{E62B023B-B2B8-7647-AFFF-3CE22B88D5F9}" sibTransId="{2C4FE740-788F-7642-A84C-E14F7A8FCBFD}"/>
    <dgm:cxn modelId="{9DFE15C6-7063-4141-AD05-92BF34D8D83E}" srcId="{5CFCC5C5-0749-2A44-90DF-78239C9E8033}" destId="{BBF094E9-BB30-BF4A-A0F3-F44D74F5074A}" srcOrd="0" destOrd="0" parTransId="{AB0CD847-E73A-544F-A5F8-EBC3F8DA1367}" sibTransId="{FC443385-E3F6-7147-9187-2525D9C6B643}"/>
    <dgm:cxn modelId="{88AC3AC8-C7CC-384D-A632-C6266F10F081}" type="presOf" srcId="{E4940B04-C6A9-0743-94E0-628F95A3ECBB}" destId="{52DA5452-A68E-4F43-8980-25E85739E920}" srcOrd="1" destOrd="0" presId="urn:microsoft.com/office/officeart/2005/8/layout/hList7"/>
    <dgm:cxn modelId="{9517CAD5-0B57-BC48-9E72-F73172CE0938}" type="presOf" srcId="{7BF6C67E-6C96-714E-99DF-E372342FA4B0}" destId="{42B07BD5-33E8-B74A-8771-C8D69EA66238}" srcOrd="1" destOrd="2" presId="urn:microsoft.com/office/officeart/2005/8/layout/hList7"/>
    <dgm:cxn modelId="{454507D9-DF2D-F448-89B8-224B3F10CF6B}" type="presOf" srcId="{5CFCC5C5-0749-2A44-90DF-78239C9E8033}" destId="{42B07BD5-33E8-B74A-8771-C8D69EA66238}" srcOrd="1" destOrd="0" presId="urn:microsoft.com/office/officeart/2005/8/layout/hList7"/>
    <dgm:cxn modelId="{F465BBDA-DA8D-CE49-BF9A-140647FC9366}" type="presOf" srcId="{BBF094E9-BB30-BF4A-A0F3-F44D74F5074A}" destId="{42B07BD5-33E8-B74A-8771-C8D69EA66238}" srcOrd="1" destOrd="1" presId="urn:microsoft.com/office/officeart/2005/8/layout/hList7"/>
    <dgm:cxn modelId="{7406E3DA-08A7-3141-BA45-BDDD201BA083}" type="presOf" srcId="{EF963647-2463-994B-95D4-F815366BD5E7}" destId="{2966B39E-493E-2C47-A0E4-654B3877E9A7}" srcOrd="0" destOrd="3" presId="urn:microsoft.com/office/officeart/2005/8/layout/hList7"/>
    <dgm:cxn modelId="{C65E15DC-4C7B-FF44-B63A-452DF172AC48}" type="presOf" srcId="{E0B42412-2FA7-C543-A219-FF92294038DC}" destId="{2966B39E-493E-2C47-A0E4-654B3877E9A7}" srcOrd="0" destOrd="1" presId="urn:microsoft.com/office/officeart/2005/8/layout/hList7"/>
    <dgm:cxn modelId="{DE3B44DC-6A66-044F-A7BA-EF795E86395D}" type="presOf" srcId="{9A9D7CAA-2930-0C43-BDE3-2FD4CE7292FB}" destId="{D23A1721-A744-B846-9553-066BCC13E68B}" srcOrd="0" destOrd="0" presId="urn:microsoft.com/office/officeart/2005/8/layout/hList7"/>
    <dgm:cxn modelId="{B26D1BDE-5C2F-3941-8229-B7208A146ED4}" srcId="{2E1A248B-81EB-DE45-8937-E18B4735132A}" destId="{7228EC38-5795-F14E-A210-50B82D391BF3}" srcOrd="3" destOrd="0" parTransId="{50D4F3A9-F7D2-7B42-87EF-29B28A420452}" sibTransId="{18854D65-AD1F-B746-A485-48588C9D1878}"/>
    <dgm:cxn modelId="{B5196BE8-6ECF-F04C-AB27-598B69944137}" type="presOf" srcId="{2157B5E9-142E-5148-BEDA-611A633A0D8F}" destId="{2966B39E-493E-2C47-A0E4-654B3877E9A7}" srcOrd="0" destOrd="2" presId="urn:microsoft.com/office/officeart/2005/8/layout/hList7"/>
    <dgm:cxn modelId="{5AA853EA-0AC1-B34A-8BD6-A843AFAA4723}" type="presOf" srcId="{A9E41698-2EC3-CD4E-B1B2-763DD440FB85}" destId="{15CF5121-4368-E543-A2FD-73B07A3E0996}" srcOrd="0" destOrd="0" presId="urn:microsoft.com/office/officeart/2005/8/layout/hList7"/>
    <dgm:cxn modelId="{B6EB57FC-3FEB-DC4B-9F22-8FA30340D6ED}" type="presOf" srcId="{6503749B-1632-D740-B121-E166B20EDFDB}" destId="{68A36C25-48F5-5948-8458-2BE9A7BBB0B4}" srcOrd="0" destOrd="0" presId="urn:microsoft.com/office/officeart/2005/8/layout/hList7"/>
    <dgm:cxn modelId="{08559CFC-815D-814A-BCC7-9DB7392ADC8F}" type="presOf" srcId="{A9E41698-2EC3-CD4E-B1B2-763DD440FB85}" destId="{153EC009-718D-5C40-A5B9-474BBF3D7F6A}" srcOrd="1" destOrd="0" presId="urn:microsoft.com/office/officeart/2005/8/layout/hList7"/>
    <dgm:cxn modelId="{A80622E5-466B-CC42-BCB2-77C6C123496C}" type="presParOf" srcId="{EBC0BE38-D4E7-CA4A-B8F1-05A2D740ACB2}" destId="{1EBFA41D-78D9-E846-A6D4-4ADEE1635C4E}" srcOrd="0" destOrd="0" presId="urn:microsoft.com/office/officeart/2005/8/layout/hList7"/>
    <dgm:cxn modelId="{F0B823FE-4267-5847-804A-044FBAE8F5E9}" type="presParOf" srcId="{EBC0BE38-D4E7-CA4A-B8F1-05A2D740ACB2}" destId="{A49EEB7B-4D7B-0643-95C4-3BB0E08DBCA0}" srcOrd="1" destOrd="0" presId="urn:microsoft.com/office/officeart/2005/8/layout/hList7"/>
    <dgm:cxn modelId="{C8BE48FD-D32F-054E-A042-7C7ED464D920}" type="presParOf" srcId="{A49EEB7B-4D7B-0643-95C4-3BB0E08DBCA0}" destId="{6F3F4B2A-6D98-4940-AB1A-D921E61D1F7E}" srcOrd="0" destOrd="0" presId="urn:microsoft.com/office/officeart/2005/8/layout/hList7"/>
    <dgm:cxn modelId="{D145B532-10A7-9249-BF3B-A16C638A38B3}" type="presParOf" srcId="{6F3F4B2A-6D98-4940-AB1A-D921E61D1F7E}" destId="{7FB368C9-FB3A-F345-BE4D-436E588082C2}" srcOrd="0" destOrd="0" presId="urn:microsoft.com/office/officeart/2005/8/layout/hList7"/>
    <dgm:cxn modelId="{9E46AECC-7F95-8B4A-926B-84DEDA8E5E61}" type="presParOf" srcId="{6F3F4B2A-6D98-4940-AB1A-D921E61D1F7E}" destId="{AAF60831-64B8-DA49-8E36-14F2062EA843}" srcOrd="1" destOrd="0" presId="urn:microsoft.com/office/officeart/2005/8/layout/hList7"/>
    <dgm:cxn modelId="{33C1C3BB-DCBA-A248-9728-25A8324AA5E5}" type="presParOf" srcId="{6F3F4B2A-6D98-4940-AB1A-D921E61D1F7E}" destId="{0A8233F3-91EE-3E48-9BBE-58D8ED8322E8}" srcOrd="2" destOrd="0" presId="urn:microsoft.com/office/officeart/2005/8/layout/hList7"/>
    <dgm:cxn modelId="{1F1D122A-9900-1E44-A541-8609ADF245F5}" type="presParOf" srcId="{6F3F4B2A-6D98-4940-AB1A-D921E61D1F7E}" destId="{BC7FC84C-4D4D-0545-9994-9CA1CBE1E5A5}" srcOrd="3" destOrd="0" presId="urn:microsoft.com/office/officeart/2005/8/layout/hList7"/>
    <dgm:cxn modelId="{37E2104C-5ADD-9340-983A-30D018E224B5}" type="presParOf" srcId="{A49EEB7B-4D7B-0643-95C4-3BB0E08DBCA0}" destId="{68A36C25-48F5-5948-8458-2BE9A7BBB0B4}" srcOrd="1" destOrd="0" presId="urn:microsoft.com/office/officeart/2005/8/layout/hList7"/>
    <dgm:cxn modelId="{0948BC57-389D-914B-ABB7-AE68797E5BE6}" type="presParOf" srcId="{A49EEB7B-4D7B-0643-95C4-3BB0E08DBCA0}" destId="{078D1537-E9F9-0E41-94CC-EA4918758313}" srcOrd="2" destOrd="0" presId="urn:microsoft.com/office/officeart/2005/8/layout/hList7"/>
    <dgm:cxn modelId="{239F155B-0529-9D41-8FF1-5E32690DBA38}" type="presParOf" srcId="{078D1537-E9F9-0E41-94CC-EA4918758313}" destId="{15CF5121-4368-E543-A2FD-73B07A3E0996}" srcOrd="0" destOrd="0" presId="urn:microsoft.com/office/officeart/2005/8/layout/hList7"/>
    <dgm:cxn modelId="{E259641D-E0C8-6C40-AB4D-C2AFC24F15F3}" type="presParOf" srcId="{078D1537-E9F9-0E41-94CC-EA4918758313}" destId="{153EC009-718D-5C40-A5B9-474BBF3D7F6A}" srcOrd="1" destOrd="0" presId="urn:microsoft.com/office/officeart/2005/8/layout/hList7"/>
    <dgm:cxn modelId="{0C43B412-ACC1-364E-B3DF-847DD30D6467}" type="presParOf" srcId="{078D1537-E9F9-0E41-94CC-EA4918758313}" destId="{A3A6C526-C00A-FA49-A788-49298600BBC5}" srcOrd="2" destOrd="0" presId="urn:microsoft.com/office/officeart/2005/8/layout/hList7"/>
    <dgm:cxn modelId="{089D154F-B1C4-2E44-BE0E-56CFAC845DB3}" type="presParOf" srcId="{078D1537-E9F9-0E41-94CC-EA4918758313}" destId="{05B6ADFF-7260-CB49-BF66-308022035A22}" srcOrd="3" destOrd="0" presId="urn:microsoft.com/office/officeart/2005/8/layout/hList7"/>
    <dgm:cxn modelId="{C2B6D229-D7E0-6741-A625-B016C71A2368}" type="presParOf" srcId="{A49EEB7B-4D7B-0643-95C4-3BB0E08DBCA0}" destId="{7BF517E6-9FFC-B84C-A8BE-4DBB5399144A}" srcOrd="3" destOrd="0" presId="urn:microsoft.com/office/officeart/2005/8/layout/hList7"/>
    <dgm:cxn modelId="{3D2671EA-D5EA-504E-8A26-469D4BFE36CB}" type="presParOf" srcId="{A49EEB7B-4D7B-0643-95C4-3BB0E08DBCA0}" destId="{DCD4F3BC-7638-8248-9AC9-BBD45F052F13}" srcOrd="4" destOrd="0" presId="urn:microsoft.com/office/officeart/2005/8/layout/hList7"/>
    <dgm:cxn modelId="{BBFEEF72-987F-6E4C-B4EA-BF039F73F55E}" type="presParOf" srcId="{DCD4F3BC-7638-8248-9AC9-BBD45F052F13}" destId="{2966B39E-493E-2C47-A0E4-654B3877E9A7}" srcOrd="0" destOrd="0" presId="urn:microsoft.com/office/officeart/2005/8/layout/hList7"/>
    <dgm:cxn modelId="{790BA5D4-273A-D644-8D2C-10E66DE27939}" type="presParOf" srcId="{DCD4F3BC-7638-8248-9AC9-BBD45F052F13}" destId="{52DA5452-A68E-4F43-8980-25E85739E920}" srcOrd="1" destOrd="0" presId="urn:microsoft.com/office/officeart/2005/8/layout/hList7"/>
    <dgm:cxn modelId="{5AD4AD45-D681-0248-AB7D-A2FB6FE10431}" type="presParOf" srcId="{DCD4F3BC-7638-8248-9AC9-BBD45F052F13}" destId="{E3F701D6-BFFF-9244-94A5-4CCB7DA20A21}" srcOrd="2" destOrd="0" presId="urn:microsoft.com/office/officeart/2005/8/layout/hList7"/>
    <dgm:cxn modelId="{4449F7B9-FD2A-5A43-903A-548D1F0A33EB}" type="presParOf" srcId="{DCD4F3BC-7638-8248-9AC9-BBD45F052F13}" destId="{405B631A-112E-554C-9093-F19010E3E241}" srcOrd="3" destOrd="0" presId="urn:microsoft.com/office/officeart/2005/8/layout/hList7"/>
    <dgm:cxn modelId="{937F16B7-EB96-D547-8512-F367C68989BD}" type="presParOf" srcId="{A49EEB7B-4D7B-0643-95C4-3BB0E08DBCA0}" destId="{AC4D3183-6034-3540-AF5E-3632C33436AF}" srcOrd="5" destOrd="0" presId="urn:microsoft.com/office/officeart/2005/8/layout/hList7"/>
    <dgm:cxn modelId="{2CC2FA9D-DF47-C147-AB2A-6B914BB78F4D}" type="presParOf" srcId="{A49EEB7B-4D7B-0643-95C4-3BB0E08DBCA0}" destId="{F543185B-5AC8-E446-A4D5-78AFED5F4105}" srcOrd="6" destOrd="0" presId="urn:microsoft.com/office/officeart/2005/8/layout/hList7"/>
    <dgm:cxn modelId="{619CA41D-6758-F14B-8F1D-DA9BF7DDFA1B}" type="presParOf" srcId="{F543185B-5AC8-E446-A4D5-78AFED5F4105}" destId="{C732B66D-F1C8-3444-9744-8732B352E47B}" srcOrd="0" destOrd="0" presId="urn:microsoft.com/office/officeart/2005/8/layout/hList7"/>
    <dgm:cxn modelId="{27EDA1A3-0221-584C-9722-9F316C5839BB}" type="presParOf" srcId="{F543185B-5AC8-E446-A4D5-78AFED5F4105}" destId="{814877C6-0530-AD4B-8AEA-5A353069F860}" srcOrd="1" destOrd="0" presId="urn:microsoft.com/office/officeart/2005/8/layout/hList7"/>
    <dgm:cxn modelId="{E0CF99FA-EF20-1E46-8757-5238C235F4C4}" type="presParOf" srcId="{F543185B-5AC8-E446-A4D5-78AFED5F4105}" destId="{37E86486-8ABA-3446-B380-7900F58B4644}" srcOrd="2" destOrd="0" presId="urn:microsoft.com/office/officeart/2005/8/layout/hList7"/>
    <dgm:cxn modelId="{75E4E531-D7DD-1449-9E46-5862BE1C7E6B}" type="presParOf" srcId="{F543185B-5AC8-E446-A4D5-78AFED5F4105}" destId="{8F83BFA8-79B7-D646-8387-E6CBE3CD040F}" srcOrd="3" destOrd="0" presId="urn:microsoft.com/office/officeart/2005/8/layout/hList7"/>
    <dgm:cxn modelId="{16015E7C-0813-0A42-8C92-9A1335BE4FD7}" type="presParOf" srcId="{A49EEB7B-4D7B-0643-95C4-3BB0E08DBCA0}" destId="{4C21876A-BEA0-9440-8A0F-F428F5BC389B}" srcOrd="7" destOrd="0" presId="urn:microsoft.com/office/officeart/2005/8/layout/hList7"/>
    <dgm:cxn modelId="{28E98796-0C3E-8342-AEFE-9C6B4417D871}" type="presParOf" srcId="{A49EEB7B-4D7B-0643-95C4-3BB0E08DBCA0}" destId="{4075E6EB-6C86-A74C-AC9B-2B14FD603E26}" srcOrd="8" destOrd="0" presId="urn:microsoft.com/office/officeart/2005/8/layout/hList7"/>
    <dgm:cxn modelId="{7286D7DE-087F-B74A-BD76-23EB986A0DD2}" type="presParOf" srcId="{4075E6EB-6C86-A74C-AC9B-2B14FD603E26}" destId="{1925EA38-C379-8745-BDD4-F07CF7059141}" srcOrd="0" destOrd="0" presId="urn:microsoft.com/office/officeart/2005/8/layout/hList7"/>
    <dgm:cxn modelId="{73FA452B-47D0-124D-B7D2-44260D178021}" type="presParOf" srcId="{4075E6EB-6C86-A74C-AC9B-2B14FD603E26}" destId="{53250E5E-5D7D-DC42-85F8-37CFDBFEE8C5}" srcOrd="1" destOrd="0" presId="urn:microsoft.com/office/officeart/2005/8/layout/hList7"/>
    <dgm:cxn modelId="{C40C469D-D7B3-1540-BB2D-6080B01F0AD6}" type="presParOf" srcId="{4075E6EB-6C86-A74C-AC9B-2B14FD603E26}" destId="{B1B6E9A2-4A76-894F-81AD-456F5E9F1774}" srcOrd="2" destOrd="0" presId="urn:microsoft.com/office/officeart/2005/8/layout/hList7"/>
    <dgm:cxn modelId="{D24866D6-8F76-E443-9CBB-E9AAC6A8ACDE}" type="presParOf" srcId="{4075E6EB-6C86-A74C-AC9B-2B14FD603E26}" destId="{1BBA06AC-F544-024A-80F7-00C6ADB49B13}" srcOrd="3" destOrd="0" presId="urn:microsoft.com/office/officeart/2005/8/layout/hList7"/>
    <dgm:cxn modelId="{988B0E39-E221-1A44-9996-E75981457515}" type="presParOf" srcId="{A49EEB7B-4D7B-0643-95C4-3BB0E08DBCA0}" destId="{D23A1721-A744-B846-9553-066BCC13E68B}" srcOrd="9" destOrd="0" presId="urn:microsoft.com/office/officeart/2005/8/layout/hList7"/>
    <dgm:cxn modelId="{3D2CD2FC-2444-0F44-9CE6-745A8E00708A}" type="presParOf" srcId="{A49EEB7B-4D7B-0643-95C4-3BB0E08DBCA0}" destId="{95669758-0693-9F40-B496-F0938D15D6FF}" srcOrd="10" destOrd="0" presId="urn:microsoft.com/office/officeart/2005/8/layout/hList7"/>
    <dgm:cxn modelId="{BDC0130A-949A-8345-BF64-53AC2BD3D520}" type="presParOf" srcId="{95669758-0693-9F40-B496-F0938D15D6FF}" destId="{464C92B5-DC91-D64E-9017-C32745093290}" srcOrd="0" destOrd="0" presId="urn:microsoft.com/office/officeart/2005/8/layout/hList7"/>
    <dgm:cxn modelId="{97AB3345-E418-8644-8481-BB5AAB352A0C}" type="presParOf" srcId="{95669758-0693-9F40-B496-F0938D15D6FF}" destId="{42B07BD5-33E8-B74A-8771-C8D69EA66238}" srcOrd="1" destOrd="0" presId="urn:microsoft.com/office/officeart/2005/8/layout/hList7"/>
    <dgm:cxn modelId="{F1521209-9B4F-3C47-A259-C070A5683A99}" type="presParOf" srcId="{95669758-0693-9F40-B496-F0938D15D6FF}" destId="{9F01ABA0-40D6-BF45-98B2-6E0E669EE636}" srcOrd="2" destOrd="0" presId="urn:microsoft.com/office/officeart/2005/8/layout/hList7"/>
    <dgm:cxn modelId="{EEC38DE0-7DD0-4D45-8A9C-11F2883F73BE}" type="presParOf" srcId="{95669758-0693-9F40-B496-F0938D15D6FF}" destId="{D812811D-FB43-3E4B-9824-C04109E7DFFD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87D01FD-EC1D-D444-A437-5F54F5572EA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952C46-7E2A-0F44-8A32-A19177DE916F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2800" dirty="0"/>
            <a:t>Lack of appropriate instruction or attendance</a:t>
          </a:r>
        </a:p>
      </dgm:t>
    </dgm:pt>
    <dgm:pt modelId="{9FC27A84-6D25-A048-AEAB-1C8D78399EEA}" type="parTrans" cxnId="{2A9082F2-78F7-4D48-AFEE-E1C69C8627B5}">
      <dgm:prSet/>
      <dgm:spPr/>
      <dgm:t>
        <a:bodyPr/>
        <a:lstStyle/>
        <a:p>
          <a:endParaRPr lang="en-US"/>
        </a:p>
      </dgm:t>
    </dgm:pt>
    <dgm:pt modelId="{66300F4C-5ECD-CE46-B50A-9232AC327D2E}" type="sibTrans" cxnId="{2A9082F2-78F7-4D48-AFEE-E1C69C8627B5}">
      <dgm:prSet/>
      <dgm:spPr/>
      <dgm:t>
        <a:bodyPr/>
        <a:lstStyle/>
        <a:p>
          <a:endParaRPr lang="en-US"/>
        </a:p>
      </dgm:t>
    </dgm:pt>
    <dgm:pt modelId="{05BC6EC8-9D9C-3544-A59B-12083F1A3805}">
      <dgm:prSet custT="1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sz="2800" dirty="0"/>
            <a:t>English language proficiency</a:t>
          </a:r>
        </a:p>
      </dgm:t>
    </dgm:pt>
    <dgm:pt modelId="{AE089B00-37E4-B943-8DE4-41F4945B9777}" type="parTrans" cxnId="{037D249D-A95A-BB44-8563-80A3D51A24FB}">
      <dgm:prSet/>
      <dgm:spPr/>
      <dgm:t>
        <a:bodyPr/>
        <a:lstStyle/>
        <a:p>
          <a:endParaRPr lang="en-US"/>
        </a:p>
      </dgm:t>
    </dgm:pt>
    <dgm:pt modelId="{771E179E-3BB5-4544-AC90-313D3091ED74}" type="sibTrans" cxnId="{037D249D-A95A-BB44-8563-80A3D51A24FB}">
      <dgm:prSet/>
      <dgm:spPr/>
      <dgm:t>
        <a:bodyPr/>
        <a:lstStyle/>
        <a:p>
          <a:endParaRPr lang="en-US"/>
        </a:p>
      </dgm:t>
    </dgm:pt>
    <dgm:pt modelId="{239BB7C8-C462-3748-B35A-AC8346CEEF8C}">
      <dgm:prSet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US" sz="2800" dirty="0"/>
            <a:t>Temporary disabling issues</a:t>
          </a:r>
        </a:p>
      </dgm:t>
    </dgm:pt>
    <dgm:pt modelId="{80100C50-00A7-DC4E-854F-20BBE6D11577}" type="parTrans" cxnId="{C910D519-0FC4-914F-94F7-82F5FED2AA5D}">
      <dgm:prSet/>
      <dgm:spPr/>
      <dgm:t>
        <a:bodyPr/>
        <a:lstStyle/>
        <a:p>
          <a:endParaRPr lang="en-US"/>
        </a:p>
      </dgm:t>
    </dgm:pt>
    <dgm:pt modelId="{4E4A3D69-360B-9945-9474-94654319CDDB}" type="sibTrans" cxnId="{C910D519-0FC4-914F-94F7-82F5FED2AA5D}">
      <dgm:prSet/>
      <dgm:spPr/>
      <dgm:t>
        <a:bodyPr/>
        <a:lstStyle/>
        <a:p>
          <a:endParaRPr lang="en-US"/>
        </a:p>
      </dgm:t>
    </dgm:pt>
    <dgm:pt modelId="{7FA5839F-A78C-9F4A-967A-D05A2CBB0842}">
      <dgm:prSet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sz="2800" dirty="0"/>
            <a:t>Economic disadvantage</a:t>
          </a:r>
        </a:p>
      </dgm:t>
    </dgm:pt>
    <dgm:pt modelId="{F78FBD91-44CD-6E47-8386-706D7C2793B9}" type="parTrans" cxnId="{57515228-FEC3-B644-9621-8B58E879E630}">
      <dgm:prSet/>
      <dgm:spPr/>
      <dgm:t>
        <a:bodyPr/>
        <a:lstStyle/>
        <a:p>
          <a:endParaRPr lang="en-US"/>
        </a:p>
      </dgm:t>
    </dgm:pt>
    <dgm:pt modelId="{440EA03A-EBAD-0648-92CF-DE79BEC2911F}" type="sibTrans" cxnId="{57515228-FEC3-B644-9621-8B58E879E630}">
      <dgm:prSet/>
      <dgm:spPr/>
      <dgm:t>
        <a:bodyPr/>
        <a:lstStyle/>
        <a:p>
          <a:endParaRPr lang="en-US"/>
        </a:p>
      </dgm:t>
    </dgm:pt>
    <dgm:pt modelId="{0F7CF515-28A8-C247-8B47-82B0F0111B8F}">
      <dgm:prSet custT="1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sz="2800" dirty="0"/>
            <a:t>Does not meet inclusionary criteria as determined by qualified professional</a:t>
          </a:r>
        </a:p>
      </dgm:t>
    </dgm:pt>
    <dgm:pt modelId="{1DD0CF00-30FA-DD42-B862-A4B32B254672}" type="parTrans" cxnId="{244CD743-6BBD-5A4F-A186-57B9F4B21C83}">
      <dgm:prSet/>
      <dgm:spPr/>
      <dgm:t>
        <a:bodyPr/>
        <a:lstStyle/>
        <a:p>
          <a:endParaRPr lang="en-US"/>
        </a:p>
      </dgm:t>
    </dgm:pt>
    <dgm:pt modelId="{F7FCB1A8-3C76-C44E-A3B8-E8976388B427}" type="sibTrans" cxnId="{244CD743-6BBD-5A4F-A186-57B9F4B21C83}">
      <dgm:prSet/>
      <dgm:spPr/>
      <dgm:t>
        <a:bodyPr/>
        <a:lstStyle/>
        <a:p>
          <a:endParaRPr lang="en-US"/>
        </a:p>
      </dgm:t>
    </dgm:pt>
    <dgm:pt modelId="{23BB401D-85A1-E04A-AC00-96377948311B}" type="pres">
      <dgm:prSet presAssocID="{C87D01FD-EC1D-D444-A437-5F54F5572EAA}" presName="linear" presStyleCnt="0">
        <dgm:presLayoutVars>
          <dgm:animLvl val="lvl"/>
          <dgm:resizeHandles val="exact"/>
        </dgm:presLayoutVars>
      </dgm:prSet>
      <dgm:spPr/>
    </dgm:pt>
    <dgm:pt modelId="{CA200A30-CD75-4649-B60D-37F3E3D1D44A}" type="pres">
      <dgm:prSet presAssocID="{3E952C46-7E2A-0F44-8A32-A19177DE916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3CF5DB6-7129-B843-A02B-CF4247BD87D7}" type="pres">
      <dgm:prSet presAssocID="{66300F4C-5ECD-CE46-B50A-9232AC327D2E}" presName="spacer" presStyleCnt="0"/>
      <dgm:spPr/>
    </dgm:pt>
    <dgm:pt modelId="{EA99ADCA-1DE6-CB40-8BD7-AED9CE2026CF}" type="pres">
      <dgm:prSet presAssocID="{05BC6EC8-9D9C-3544-A59B-12083F1A380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1BA2C77-0A27-EB4E-9CCF-E351BDF29FFF}" type="pres">
      <dgm:prSet presAssocID="{771E179E-3BB5-4544-AC90-313D3091ED74}" presName="spacer" presStyleCnt="0"/>
      <dgm:spPr/>
    </dgm:pt>
    <dgm:pt modelId="{80F17AD8-FB05-734F-BC6D-1B1911E67C0D}" type="pres">
      <dgm:prSet presAssocID="{239BB7C8-C462-3748-B35A-AC8346CEEF8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71DB26D-E7A3-0048-824D-F3877FF921A6}" type="pres">
      <dgm:prSet presAssocID="{4E4A3D69-360B-9945-9474-94654319CDDB}" presName="spacer" presStyleCnt="0"/>
      <dgm:spPr/>
    </dgm:pt>
    <dgm:pt modelId="{121494B8-7302-104B-83BB-5517D7449D51}" type="pres">
      <dgm:prSet presAssocID="{7FA5839F-A78C-9F4A-967A-D05A2CBB084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170F56D-4CB3-7844-8331-2876702E384C}" type="pres">
      <dgm:prSet presAssocID="{440EA03A-EBAD-0648-92CF-DE79BEC2911F}" presName="spacer" presStyleCnt="0"/>
      <dgm:spPr/>
    </dgm:pt>
    <dgm:pt modelId="{3B7BBD60-6344-FE44-9B39-6B5715B0355F}" type="pres">
      <dgm:prSet presAssocID="{0F7CF515-28A8-C247-8B47-82B0F0111B8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910D519-0FC4-914F-94F7-82F5FED2AA5D}" srcId="{C87D01FD-EC1D-D444-A437-5F54F5572EAA}" destId="{239BB7C8-C462-3748-B35A-AC8346CEEF8C}" srcOrd="2" destOrd="0" parTransId="{80100C50-00A7-DC4E-854F-20BBE6D11577}" sibTransId="{4E4A3D69-360B-9945-9474-94654319CDDB}"/>
    <dgm:cxn modelId="{57515228-FEC3-B644-9621-8B58E879E630}" srcId="{C87D01FD-EC1D-D444-A437-5F54F5572EAA}" destId="{7FA5839F-A78C-9F4A-967A-D05A2CBB0842}" srcOrd="3" destOrd="0" parTransId="{F78FBD91-44CD-6E47-8386-706D7C2793B9}" sibTransId="{440EA03A-EBAD-0648-92CF-DE79BEC2911F}"/>
    <dgm:cxn modelId="{244CD743-6BBD-5A4F-A186-57B9F4B21C83}" srcId="{C87D01FD-EC1D-D444-A437-5F54F5572EAA}" destId="{0F7CF515-28A8-C247-8B47-82B0F0111B8F}" srcOrd="4" destOrd="0" parTransId="{1DD0CF00-30FA-DD42-B862-A4B32B254672}" sibTransId="{F7FCB1A8-3C76-C44E-A3B8-E8976388B427}"/>
    <dgm:cxn modelId="{F2BDDE76-8237-7944-9FFA-506578E47F7F}" type="presOf" srcId="{7FA5839F-A78C-9F4A-967A-D05A2CBB0842}" destId="{121494B8-7302-104B-83BB-5517D7449D51}" srcOrd="0" destOrd="0" presId="urn:microsoft.com/office/officeart/2005/8/layout/vList2"/>
    <dgm:cxn modelId="{C2063A89-278C-A642-B61B-5DF806883849}" type="presOf" srcId="{C87D01FD-EC1D-D444-A437-5F54F5572EAA}" destId="{23BB401D-85A1-E04A-AC00-96377948311B}" srcOrd="0" destOrd="0" presId="urn:microsoft.com/office/officeart/2005/8/layout/vList2"/>
    <dgm:cxn modelId="{E3B5D28F-148D-DF45-94A4-F74A1DF9329D}" type="presOf" srcId="{0F7CF515-28A8-C247-8B47-82B0F0111B8F}" destId="{3B7BBD60-6344-FE44-9B39-6B5715B0355F}" srcOrd="0" destOrd="0" presId="urn:microsoft.com/office/officeart/2005/8/layout/vList2"/>
    <dgm:cxn modelId="{037D249D-A95A-BB44-8563-80A3D51A24FB}" srcId="{C87D01FD-EC1D-D444-A437-5F54F5572EAA}" destId="{05BC6EC8-9D9C-3544-A59B-12083F1A3805}" srcOrd="1" destOrd="0" parTransId="{AE089B00-37E4-B943-8DE4-41F4945B9777}" sibTransId="{771E179E-3BB5-4544-AC90-313D3091ED74}"/>
    <dgm:cxn modelId="{C14643A9-C15E-254A-A4DB-D73FB55CBF86}" type="presOf" srcId="{3E952C46-7E2A-0F44-8A32-A19177DE916F}" destId="{CA200A30-CD75-4649-B60D-37F3E3D1D44A}" srcOrd="0" destOrd="0" presId="urn:microsoft.com/office/officeart/2005/8/layout/vList2"/>
    <dgm:cxn modelId="{6E12E8B9-2ED9-7846-866D-3BE6DC42029D}" type="presOf" srcId="{05BC6EC8-9D9C-3544-A59B-12083F1A3805}" destId="{EA99ADCA-1DE6-CB40-8BD7-AED9CE2026CF}" srcOrd="0" destOrd="0" presId="urn:microsoft.com/office/officeart/2005/8/layout/vList2"/>
    <dgm:cxn modelId="{66BE56DC-6B43-9D4D-9D7E-BDEE122CC1F5}" type="presOf" srcId="{239BB7C8-C462-3748-B35A-AC8346CEEF8C}" destId="{80F17AD8-FB05-734F-BC6D-1B1911E67C0D}" srcOrd="0" destOrd="0" presId="urn:microsoft.com/office/officeart/2005/8/layout/vList2"/>
    <dgm:cxn modelId="{2A9082F2-78F7-4D48-AFEE-E1C69C8627B5}" srcId="{C87D01FD-EC1D-D444-A437-5F54F5572EAA}" destId="{3E952C46-7E2A-0F44-8A32-A19177DE916F}" srcOrd="0" destOrd="0" parTransId="{9FC27A84-6D25-A048-AEAB-1C8D78399EEA}" sibTransId="{66300F4C-5ECD-CE46-B50A-9232AC327D2E}"/>
    <dgm:cxn modelId="{54B8E044-51A8-274E-9983-93C6555F3C87}" type="presParOf" srcId="{23BB401D-85A1-E04A-AC00-96377948311B}" destId="{CA200A30-CD75-4649-B60D-37F3E3D1D44A}" srcOrd="0" destOrd="0" presId="urn:microsoft.com/office/officeart/2005/8/layout/vList2"/>
    <dgm:cxn modelId="{74750615-5120-8C4E-A007-CF94D278915C}" type="presParOf" srcId="{23BB401D-85A1-E04A-AC00-96377948311B}" destId="{63CF5DB6-7129-B843-A02B-CF4247BD87D7}" srcOrd="1" destOrd="0" presId="urn:microsoft.com/office/officeart/2005/8/layout/vList2"/>
    <dgm:cxn modelId="{DE1E197C-021E-FA4D-9D9B-2866637B3DA4}" type="presParOf" srcId="{23BB401D-85A1-E04A-AC00-96377948311B}" destId="{EA99ADCA-1DE6-CB40-8BD7-AED9CE2026CF}" srcOrd="2" destOrd="0" presId="urn:microsoft.com/office/officeart/2005/8/layout/vList2"/>
    <dgm:cxn modelId="{7835CFE1-94B1-5048-9D9F-7DDA078A4043}" type="presParOf" srcId="{23BB401D-85A1-E04A-AC00-96377948311B}" destId="{41BA2C77-0A27-EB4E-9CCF-E351BDF29FFF}" srcOrd="3" destOrd="0" presId="urn:microsoft.com/office/officeart/2005/8/layout/vList2"/>
    <dgm:cxn modelId="{F3AF64D4-5560-E445-AB6B-822D116999CD}" type="presParOf" srcId="{23BB401D-85A1-E04A-AC00-96377948311B}" destId="{80F17AD8-FB05-734F-BC6D-1B1911E67C0D}" srcOrd="4" destOrd="0" presId="urn:microsoft.com/office/officeart/2005/8/layout/vList2"/>
    <dgm:cxn modelId="{D78267A1-6182-C942-8D40-0CD88E58EEB3}" type="presParOf" srcId="{23BB401D-85A1-E04A-AC00-96377948311B}" destId="{771DB26D-E7A3-0048-824D-F3877FF921A6}" srcOrd="5" destOrd="0" presId="urn:microsoft.com/office/officeart/2005/8/layout/vList2"/>
    <dgm:cxn modelId="{FF701894-6E7A-D143-A1E0-12E92BA13E97}" type="presParOf" srcId="{23BB401D-85A1-E04A-AC00-96377948311B}" destId="{121494B8-7302-104B-83BB-5517D7449D51}" srcOrd="6" destOrd="0" presId="urn:microsoft.com/office/officeart/2005/8/layout/vList2"/>
    <dgm:cxn modelId="{82DD85AF-DFF7-C147-81BE-2E5EED6341C2}" type="presParOf" srcId="{23BB401D-85A1-E04A-AC00-96377948311B}" destId="{0170F56D-4CB3-7844-8331-2876702E384C}" srcOrd="7" destOrd="0" presId="urn:microsoft.com/office/officeart/2005/8/layout/vList2"/>
    <dgm:cxn modelId="{C837EC33-8D9F-7E4B-9654-2D424C9A2086}" type="presParOf" srcId="{23BB401D-85A1-E04A-AC00-96377948311B}" destId="{3B7BBD60-6344-FE44-9B39-6B5715B0355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ABC05C2-75A7-5840-B73E-9D445C44BB0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4D07763-6B79-7643-8696-0426166F3469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Health (Hearing/Vision)</a:t>
          </a:r>
        </a:p>
      </dgm:t>
    </dgm:pt>
    <dgm:pt modelId="{1C888A1D-501A-F54D-B7D6-953DA881D72B}" type="parTrans" cxnId="{67D1AF3E-4B14-A743-B2E7-DF3FF32F36EA}">
      <dgm:prSet/>
      <dgm:spPr/>
      <dgm:t>
        <a:bodyPr/>
        <a:lstStyle/>
        <a:p>
          <a:endParaRPr lang="en-US"/>
        </a:p>
      </dgm:t>
    </dgm:pt>
    <dgm:pt modelId="{3BA5135D-F617-ED45-8892-DE3AFAC5B29A}" type="sibTrans" cxnId="{67D1AF3E-4B14-A743-B2E7-DF3FF32F36EA}">
      <dgm:prSet/>
      <dgm:spPr/>
      <dgm:t>
        <a:bodyPr/>
        <a:lstStyle/>
        <a:p>
          <a:endParaRPr lang="en-US"/>
        </a:p>
      </dgm:t>
    </dgm:pt>
    <dgm:pt modelId="{0B894F52-12E4-7145-9479-8B26E623C748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Motor Abilities</a:t>
          </a:r>
        </a:p>
      </dgm:t>
    </dgm:pt>
    <dgm:pt modelId="{63BE3DD1-B2AF-A747-BC0E-5F06DF12BF32}" type="parTrans" cxnId="{05AB8670-0826-DB46-937A-A461B613D686}">
      <dgm:prSet/>
      <dgm:spPr/>
      <dgm:t>
        <a:bodyPr/>
        <a:lstStyle/>
        <a:p>
          <a:endParaRPr lang="en-US"/>
        </a:p>
      </dgm:t>
    </dgm:pt>
    <dgm:pt modelId="{50B73C30-C5A4-DF43-8A1B-1B8A569C6E24}" type="sibTrans" cxnId="{05AB8670-0826-DB46-937A-A461B613D686}">
      <dgm:prSet/>
      <dgm:spPr/>
      <dgm:t>
        <a:bodyPr/>
        <a:lstStyle/>
        <a:p>
          <a:endParaRPr lang="en-US"/>
        </a:p>
      </dgm:t>
    </dgm:pt>
    <dgm:pt modelId="{150A345E-29A9-6546-8081-51399C616A57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Functional Performance</a:t>
          </a:r>
        </a:p>
      </dgm:t>
    </dgm:pt>
    <dgm:pt modelId="{7B775CCA-F2CA-2648-A257-487CB74B19B7}" type="parTrans" cxnId="{62E5F3E6-5E5F-D64A-B65B-AA042F74D177}">
      <dgm:prSet/>
      <dgm:spPr/>
      <dgm:t>
        <a:bodyPr/>
        <a:lstStyle/>
        <a:p>
          <a:endParaRPr lang="en-US"/>
        </a:p>
      </dgm:t>
    </dgm:pt>
    <dgm:pt modelId="{961F581C-703D-6741-AF4D-21CE07A8400C}" type="sibTrans" cxnId="{62E5F3E6-5E5F-D64A-B65B-AA042F74D177}">
      <dgm:prSet/>
      <dgm:spPr/>
      <dgm:t>
        <a:bodyPr/>
        <a:lstStyle/>
        <a:p>
          <a:endParaRPr lang="en-US"/>
        </a:p>
      </dgm:t>
    </dgm:pt>
    <dgm:pt modelId="{49B247D3-7076-E045-B733-0FAA94D554BB}">
      <dgm:prSet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Cognitive Functioning</a:t>
          </a:r>
        </a:p>
      </dgm:t>
    </dgm:pt>
    <dgm:pt modelId="{D2BC5FFE-B0B3-2140-8B0C-35111320B455}" type="parTrans" cxnId="{06A245FB-E8D6-E647-BFAA-8F9170AE1B7F}">
      <dgm:prSet/>
      <dgm:spPr/>
      <dgm:t>
        <a:bodyPr/>
        <a:lstStyle/>
        <a:p>
          <a:endParaRPr lang="en-US"/>
        </a:p>
      </dgm:t>
    </dgm:pt>
    <dgm:pt modelId="{D9ADD5E4-3641-8D41-B0AB-E74877B31D04}" type="sibTrans" cxnId="{06A245FB-E8D6-E647-BFAA-8F9170AE1B7F}">
      <dgm:prSet/>
      <dgm:spPr/>
      <dgm:t>
        <a:bodyPr/>
        <a:lstStyle/>
        <a:p>
          <a:endParaRPr lang="en-US"/>
        </a:p>
      </dgm:t>
    </dgm:pt>
    <dgm:pt modelId="{0616C4B2-782C-5D40-A0EF-3B32D00FF265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Social/Emotional Status</a:t>
          </a:r>
        </a:p>
      </dgm:t>
    </dgm:pt>
    <dgm:pt modelId="{0F9E6412-7446-8943-B2AD-3C5ADD43509F}" type="parTrans" cxnId="{FBD25229-8F29-714A-905D-6683EA81A731}">
      <dgm:prSet/>
      <dgm:spPr/>
      <dgm:t>
        <a:bodyPr/>
        <a:lstStyle/>
        <a:p>
          <a:endParaRPr lang="en-US"/>
        </a:p>
      </dgm:t>
    </dgm:pt>
    <dgm:pt modelId="{AF2EDED8-82C1-2940-A852-80B7BC123CA3}" type="sibTrans" cxnId="{FBD25229-8F29-714A-905D-6683EA81A731}">
      <dgm:prSet/>
      <dgm:spPr/>
      <dgm:t>
        <a:bodyPr/>
        <a:lstStyle/>
        <a:p>
          <a:endParaRPr lang="en-US"/>
        </a:p>
      </dgm:t>
    </dgm:pt>
    <dgm:pt modelId="{3103E9C6-3422-3640-9C26-9757E28DDEEC}">
      <dgm:prSet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Academic Achievement</a:t>
          </a:r>
        </a:p>
      </dgm:t>
    </dgm:pt>
    <dgm:pt modelId="{2E7D597B-2BA9-5D42-9F68-F22A7BA3BAB8}" type="parTrans" cxnId="{30868716-BED6-A64C-8ADC-6C16C297E5B3}">
      <dgm:prSet/>
      <dgm:spPr/>
      <dgm:t>
        <a:bodyPr/>
        <a:lstStyle/>
        <a:p>
          <a:endParaRPr lang="en-US"/>
        </a:p>
      </dgm:t>
    </dgm:pt>
    <dgm:pt modelId="{4076E8CC-410F-E149-A4C1-5DD70F296126}" type="sibTrans" cxnId="{30868716-BED6-A64C-8ADC-6C16C297E5B3}">
      <dgm:prSet/>
      <dgm:spPr/>
      <dgm:t>
        <a:bodyPr/>
        <a:lstStyle/>
        <a:p>
          <a:endParaRPr lang="en-US"/>
        </a:p>
      </dgm:t>
    </dgm:pt>
    <dgm:pt modelId="{3A68E2C7-345D-5D4C-8743-FFC34B4036B7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Communication Status</a:t>
          </a:r>
        </a:p>
      </dgm:t>
    </dgm:pt>
    <dgm:pt modelId="{1B563F69-CE77-254A-8474-73B8D78599B3}" type="parTrans" cxnId="{573FB5B2-BAFC-AB49-8C77-C6984E21E0BE}">
      <dgm:prSet/>
      <dgm:spPr/>
      <dgm:t>
        <a:bodyPr/>
        <a:lstStyle/>
        <a:p>
          <a:endParaRPr lang="en-US"/>
        </a:p>
      </dgm:t>
    </dgm:pt>
    <dgm:pt modelId="{0FA89C38-985B-5C4E-9408-5A5A1636C6A4}" type="sibTrans" cxnId="{573FB5B2-BAFC-AB49-8C77-C6984E21E0BE}">
      <dgm:prSet/>
      <dgm:spPr/>
      <dgm:t>
        <a:bodyPr/>
        <a:lstStyle/>
        <a:p>
          <a:endParaRPr lang="en-US"/>
        </a:p>
      </dgm:t>
    </dgm:pt>
    <dgm:pt modelId="{F00A333B-BF8C-224B-B165-040019F8A0DB}" type="pres">
      <dgm:prSet presAssocID="{0ABC05C2-75A7-5840-B73E-9D445C44BB0B}" presName="diagram" presStyleCnt="0">
        <dgm:presLayoutVars>
          <dgm:dir/>
          <dgm:resizeHandles val="exact"/>
        </dgm:presLayoutVars>
      </dgm:prSet>
      <dgm:spPr/>
    </dgm:pt>
    <dgm:pt modelId="{125B79AA-244D-664F-A184-3B296D006048}" type="pres">
      <dgm:prSet presAssocID="{44D07763-6B79-7643-8696-0426166F3469}" presName="node" presStyleLbl="node1" presStyleIdx="0" presStyleCnt="7">
        <dgm:presLayoutVars>
          <dgm:bulletEnabled val="1"/>
        </dgm:presLayoutVars>
      </dgm:prSet>
      <dgm:spPr/>
    </dgm:pt>
    <dgm:pt modelId="{07726D68-4ED6-F841-B69C-5D3AD861A37D}" type="pres">
      <dgm:prSet presAssocID="{3BA5135D-F617-ED45-8892-DE3AFAC5B29A}" presName="sibTrans" presStyleCnt="0"/>
      <dgm:spPr/>
    </dgm:pt>
    <dgm:pt modelId="{333F5478-C7F3-0A46-BE17-C24AB3FAC86A}" type="pres">
      <dgm:prSet presAssocID="{0B894F52-12E4-7145-9479-8B26E623C748}" presName="node" presStyleLbl="node1" presStyleIdx="1" presStyleCnt="7">
        <dgm:presLayoutVars>
          <dgm:bulletEnabled val="1"/>
        </dgm:presLayoutVars>
      </dgm:prSet>
      <dgm:spPr/>
    </dgm:pt>
    <dgm:pt modelId="{19ACB9D6-8F68-594B-8F6B-CA73F64BDD78}" type="pres">
      <dgm:prSet presAssocID="{50B73C30-C5A4-DF43-8A1B-1B8A569C6E24}" presName="sibTrans" presStyleCnt="0"/>
      <dgm:spPr/>
    </dgm:pt>
    <dgm:pt modelId="{C6E86137-4579-A643-A4FD-95B9C9BE5B7F}" type="pres">
      <dgm:prSet presAssocID="{150A345E-29A9-6546-8081-51399C616A57}" presName="node" presStyleLbl="node1" presStyleIdx="2" presStyleCnt="7">
        <dgm:presLayoutVars>
          <dgm:bulletEnabled val="1"/>
        </dgm:presLayoutVars>
      </dgm:prSet>
      <dgm:spPr/>
    </dgm:pt>
    <dgm:pt modelId="{D1E94407-257C-384F-B59F-815E6293A823}" type="pres">
      <dgm:prSet presAssocID="{961F581C-703D-6741-AF4D-21CE07A8400C}" presName="sibTrans" presStyleCnt="0"/>
      <dgm:spPr/>
    </dgm:pt>
    <dgm:pt modelId="{5CE30EBA-5D8B-DF41-914C-DB61AE8483B0}" type="pres">
      <dgm:prSet presAssocID="{49B247D3-7076-E045-B733-0FAA94D554BB}" presName="node" presStyleLbl="node1" presStyleIdx="3" presStyleCnt="7">
        <dgm:presLayoutVars>
          <dgm:bulletEnabled val="1"/>
        </dgm:presLayoutVars>
      </dgm:prSet>
      <dgm:spPr/>
    </dgm:pt>
    <dgm:pt modelId="{8E45A530-7784-A242-95C6-69F6207AEED3}" type="pres">
      <dgm:prSet presAssocID="{D9ADD5E4-3641-8D41-B0AB-E74877B31D04}" presName="sibTrans" presStyleCnt="0"/>
      <dgm:spPr/>
    </dgm:pt>
    <dgm:pt modelId="{9D9D878F-D3E8-174F-91FC-31115279166C}" type="pres">
      <dgm:prSet presAssocID="{0616C4B2-782C-5D40-A0EF-3B32D00FF265}" presName="node" presStyleLbl="node1" presStyleIdx="4" presStyleCnt="7">
        <dgm:presLayoutVars>
          <dgm:bulletEnabled val="1"/>
        </dgm:presLayoutVars>
      </dgm:prSet>
      <dgm:spPr/>
    </dgm:pt>
    <dgm:pt modelId="{AE677AC8-C4AF-6445-8902-94D405E06946}" type="pres">
      <dgm:prSet presAssocID="{AF2EDED8-82C1-2940-A852-80B7BC123CA3}" presName="sibTrans" presStyleCnt="0"/>
      <dgm:spPr/>
    </dgm:pt>
    <dgm:pt modelId="{22E80F78-4F56-BB4E-AACE-F0EDC4D9B5BE}" type="pres">
      <dgm:prSet presAssocID="{3103E9C6-3422-3640-9C26-9757E28DDEEC}" presName="node" presStyleLbl="node1" presStyleIdx="5" presStyleCnt="7">
        <dgm:presLayoutVars>
          <dgm:bulletEnabled val="1"/>
        </dgm:presLayoutVars>
      </dgm:prSet>
      <dgm:spPr/>
    </dgm:pt>
    <dgm:pt modelId="{B8BE2F5F-361A-F74E-BC3B-C2414D06B3B4}" type="pres">
      <dgm:prSet presAssocID="{4076E8CC-410F-E149-A4C1-5DD70F296126}" presName="sibTrans" presStyleCnt="0"/>
      <dgm:spPr/>
    </dgm:pt>
    <dgm:pt modelId="{1AD1DE59-3312-3C4F-AA63-B2D833F03476}" type="pres">
      <dgm:prSet presAssocID="{3A68E2C7-345D-5D4C-8743-FFC34B4036B7}" presName="node" presStyleLbl="node1" presStyleIdx="6" presStyleCnt="7">
        <dgm:presLayoutVars>
          <dgm:bulletEnabled val="1"/>
        </dgm:presLayoutVars>
      </dgm:prSet>
      <dgm:spPr/>
    </dgm:pt>
  </dgm:ptLst>
  <dgm:cxnLst>
    <dgm:cxn modelId="{30693205-B447-6B48-B692-D400F07D2D55}" type="presOf" srcId="{150A345E-29A9-6546-8081-51399C616A57}" destId="{C6E86137-4579-A643-A4FD-95B9C9BE5B7F}" srcOrd="0" destOrd="0" presId="urn:microsoft.com/office/officeart/2005/8/layout/default"/>
    <dgm:cxn modelId="{30868716-BED6-A64C-8ADC-6C16C297E5B3}" srcId="{0ABC05C2-75A7-5840-B73E-9D445C44BB0B}" destId="{3103E9C6-3422-3640-9C26-9757E28DDEEC}" srcOrd="5" destOrd="0" parTransId="{2E7D597B-2BA9-5D42-9F68-F22A7BA3BAB8}" sibTransId="{4076E8CC-410F-E149-A4C1-5DD70F296126}"/>
    <dgm:cxn modelId="{C91F871E-E6B5-AD47-AD03-423371214382}" type="presOf" srcId="{0616C4B2-782C-5D40-A0EF-3B32D00FF265}" destId="{9D9D878F-D3E8-174F-91FC-31115279166C}" srcOrd="0" destOrd="0" presId="urn:microsoft.com/office/officeart/2005/8/layout/default"/>
    <dgm:cxn modelId="{4C99DB21-BA52-444D-827F-FD6A45F63C84}" type="presOf" srcId="{49B247D3-7076-E045-B733-0FAA94D554BB}" destId="{5CE30EBA-5D8B-DF41-914C-DB61AE8483B0}" srcOrd="0" destOrd="0" presId="urn:microsoft.com/office/officeart/2005/8/layout/default"/>
    <dgm:cxn modelId="{FBD25229-8F29-714A-905D-6683EA81A731}" srcId="{0ABC05C2-75A7-5840-B73E-9D445C44BB0B}" destId="{0616C4B2-782C-5D40-A0EF-3B32D00FF265}" srcOrd="4" destOrd="0" parTransId="{0F9E6412-7446-8943-B2AD-3C5ADD43509F}" sibTransId="{AF2EDED8-82C1-2940-A852-80B7BC123CA3}"/>
    <dgm:cxn modelId="{67D1AF3E-4B14-A743-B2E7-DF3FF32F36EA}" srcId="{0ABC05C2-75A7-5840-B73E-9D445C44BB0B}" destId="{44D07763-6B79-7643-8696-0426166F3469}" srcOrd="0" destOrd="0" parTransId="{1C888A1D-501A-F54D-B7D6-953DA881D72B}" sibTransId="{3BA5135D-F617-ED45-8892-DE3AFAC5B29A}"/>
    <dgm:cxn modelId="{E8A34D48-160F-2948-B186-E511DCB1084B}" type="presOf" srcId="{3A68E2C7-345D-5D4C-8743-FFC34B4036B7}" destId="{1AD1DE59-3312-3C4F-AA63-B2D833F03476}" srcOrd="0" destOrd="0" presId="urn:microsoft.com/office/officeart/2005/8/layout/default"/>
    <dgm:cxn modelId="{05AB8670-0826-DB46-937A-A461B613D686}" srcId="{0ABC05C2-75A7-5840-B73E-9D445C44BB0B}" destId="{0B894F52-12E4-7145-9479-8B26E623C748}" srcOrd="1" destOrd="0" parTransId="{63BE3DD1-B2AF-A747-BC0E-5F06DF12BF32}" sibTransId="{50B73C30-C5A4-DF43-8A1B-1B8A569C6E24}"/>
    <dgm:cxn modelId="{3DDA927E-5E81-2C45-87B2-3EC9816C2A92}" type="presOf" srcId="{44D07763-6B79-7643-8696-0426166F3469}" destId="{125B79AA-244D-664F-A184-3B296D006048}" srcOrd="0" destOrd="0" presId="urn:microsoft.com/office/officeart/2005/8/layout/default"/>
    <dgm:cxn modelId="{74317EA7-0308-464D-B741-A00D22BA481F}" type="presOf" srcId="{0B894F52-12E4-7145-9479-8B26E623C748}" destId="{333F5478-C7F3-0A46-BE17-C24AB3FAC86A}" srcOrd="0" destOrd="0" presId="urn:microsoft.com/office/officeart/2005/8/layout/default"/>
    <dgm:cxn modelId="{33EA18AD-B132-BC44-8B0F-7CEEDC0C93DE}" type="presOf" srcId="{0ABC05C2-75A7-5840-B73E-9D445C44BB0B}" destId="{F00A333B-BF8C-224B-B165-040019F8A0DB}" srcOrd="0" destOrd="0" presId="urn:microsoft.com/office/officeart/2005/8/layout/default"/>
    <dgm:cxn modelId="{573FB5B2-BAFC-AB49-8C77-C6984E21E0BE}" srcId="{0ABC05C2-75A7-5840-B73E-9D445C44BB0B}" destId="{3A68E2C7-345D-5D4C-8743-FFC34B4036B7}" srcOrd="6" destOrd="0" parTransId="{1B563F69-CE77-254A-8474-73B8D78599B3}" sibTransId="{0FA89C38-985B-5C4E-9408-5A5A1636C6A4}"/>
    <dgm:cxn modelId="{62E5F3E6-5E5F-D64A-B65B-AA042F74D177}" srcId="{0ABC05C2-75A7-5840-B73E-9D445C44BB0B}" destId="{150A345E-29A9-6546-8081-51399C616A57}" srcOrd="2" destOrd="0" parTransId="{7B775CCA-F2CA-2648-A257-487CB74B19B7}" sibTransId="{961F581C-703D-6741-AF4D-21CE07A8400C}"/>
    <dgm:cxn modelId="{DDF1D2ED-B67A-DF4B-9BAE-03E05FF66991}" type="presOf" srcId="{3103E9C6-3422-3640-9C26-9757E28DDEEC}" destId="{22E80F78-4F56-BB4E-AACE-F0EDC4D9B5BE}" srcOrd="0" destOrd="0" presId="urn:microsoft.com/office/officeart/2005/8/layout/default"/>
    <dgm:cxn modelId="{06A245FB-E8D6-E647-BFAA-8F9170AE1B7F}" srcId="{0ABC05C2-75A7-5840-B73E-9D445C44BB0B}" destId="{49B247D3-7076-E045-B733-0FAA94D554BB}" srcOrd="3" destOrd="0" parTransId="{D2BC5FFE-B0B3-2140-8B0C-35111320B455}" sibTransId="{D9ADD5E4-3641-8D41-B0AB-E74877B31D04}"/>
    <dgm:cxn modelId="{5532F5F0-C890-084A-A07C-219F1349F4A6}" type="presParOf" srcId="{F00A333B-BF8C-224B-B165-040019F8A0DB}" destId="{125B79AA-244D-664F-A184-3B296D006048}" srcOrd="0" destOrd="0" presId="urn:microsoft.com/office/officeart/2005/8/layout/default"/>
    <dgm:cxn modelId="{B7C55F2D-CB0C-FC4A-80A7-5BEAD6AA2BB5}" type="presParOf" srcId="{F00A333B-BF8C-224B-B165-040019F8A0DB}" destId="{07726D68-4ED6-F841-B69C-5D3AD861A37D}" srcOrd="1" destOrd="0" presId="urn:microsoft.com/office/officeart/2005/8/layout/default"/>
    <dgm:cxn modelId="{95781398-2E08-574D-A263-D9D4874AB2CB}" type="presParOf" srcId="{F00A333B-BF8C-224B-B165-040019F8A0DB}" destId="{333F5478-C7F3-0A46-BE17-C24AB3FAC86A}" srcOrd="2" destOrd="0" presId="urn:microsoft.com/office/officeart/2005/8/layout/default"/>
    <dgm:cxn modelId="{BE4AF01B-945A-0745-8083-04198278D51F}" type="presParOf" srcId="{F00A333B-BF8C-224B-B165-040019F8A0DB}" destId="{19ACB9D6-8F68-594B-8F6B-CA73F64BDD78}" srcOrd="3" destOrd="0" presId="urn:microsoft.com/office/officeart/2005/8/layout/default"/>
    <dgm:cxn modelId="{2F535146-6347-B649-BB1D-B72645860DD6}" type="presParOf" srcId="{F00A333B-BF8C-224B-B165-040019F8A0DB}" destId="{C6E86137-4579-A643-A4FD-95B9C9BE5B7F}" srcOrd="4" destOrd="0" presId="urn:microsoft.com/office/officeart/2005/8/layout/default"/>
    <dgm:cxn modelId="{89C35954-D0CA-094D-B26A-743A722396C4}" type="presParOf" srcId="{F00A333B-BF8C-224B-B165-040019F8A0DB}" destId="{D1E94407-257C-384F-B59F-815E6293A823}" srcOrd="5" destOrd="0" presId="urn:microsoft.com/office/officeart/2005/8/layout/default"/>
    <dgm:cxn modelId="{CDFC0A30-55C7-7B49-B4E2-404FD73AFBBF}" type="presParOf" srcId="{F00A333B-BF8C-224B-B165-040019F8A0DB}" destId="{5CE30EBA-5D8B-DF41-914C-DB61AE8483B0}" srcOrd="6" destOrd="0" presId="urn:microsoft.com/office/officeart/2005/8/layout/default"/>
    <dgm:cxn modelId="{67387F6B-8343-5746-BB38-0FB54DDECB3C}" type="presParOf" srcId="{F00A333B-BF8C-224B-B165-040019F8A0DB}" destId="{8E45A530-7784-A242-95C6-69F6207AEED3}" srcOrd="7" destOrd="0" presId="urn:microsoft.com/office/officeart/2005/8/layout/default"/>
    <dgm:cxn modelId="{9AF54F6B-CF23-9E47-A669-1D40DF335E96}" type="presParOf" srcId="{F00A333B-BF8C-224B-B165-040019F8A0DB}" destId="{9D9D878F-D3E8-174F-91FC-31115279166C}" srcOrd="8" destOrd="0" presId="urn:microsoft.com/office/officeart/2005/8/layout/default"/>
    <dgm:cxn modelId="{D3EF06A0-4BD1-8648-A944-8EDB15975572}" type="presParOf" srcId="{F00A333B-BF8C-224B-B165-040019F8A0DB}" destId="{AE677AC8-C4AF-6445-8902-94D405E06946}" srcOrd="9" destOrd="0" presId="urn:microsoft.com/office/officeart/2005/8/layout/default"/>
    <dgm:cxn modelId="{F8023520-F30F-A548-8D81-A785943CADD4}" type="presParOf" srcId="{F00A333B-BF8C-224B-B165-040019F8A0DB}" destId="{22E80F78-4F56-BB4E-AACE-F0EDC4D9B5BE}" srcOrd="10" destOrd="0" presId="urn:microsoft.com/office/officeart/2005/8/layout/default"/>
    <dgm:cxn modelId="{E1BAE0CA-D6A2-D24B-AAAE-67148B426E85}" type="presParOf" srcId="{F00A333B-BF8C-224B-B165-040019F8A0DB}" destId="{B8BE2F5F-361A-F74E-BC3B-C2414D06B3B4}" srcOrd="11" destOrd="0" presId="urn:microsoft.com/office/officeart/2005/8/layout/default"/>
    <dgm:cxn modelId="{6719C23A-A211-D74F-B36C-641652CA0F3E}" type="presParOf" srcId="{F00A333B-BF8C-224B-B165-040019F8A0DB}" destId="{1AD1DE59-3312-3C4F-AA63-B2D833F0347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78C54A5-113C-449F-A0CE-7408E947847F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4B3ADB9-F2D4-4414-8ECE-4D74408ACB07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  <a:cs typeface="Times New Roman" panose="02020603050405020304" pitchFamily="18" charset="0"/>
            </a:rPr>
            <a:t>Team considers existing information about Child</a:t>
          </a:r>
        </a:p>
      </dgm:t>
    </dgm:pt>
    <dgm:pt modelId="{ABCF9729-7BED-4A33-A5C0-F045F4C6ADCE}" type="parTrans" cxnId="{245864E9-B68C-46ED-8BBE-B8A0C96D9193}">
      <dgm:prSet/>
      <dgm:spPr/>
      <dgm:t>
        <a:bodyPr/>
        <a:lstStyle/>
        <a:p>
          <a:endParaRPr lang="en-US"/>
        </a:p>
      </dgm:t>
    </dgm:pt>
    <dgm:pt modelId="{F58231F6-DF38-43DB-9F1E-062E2382C376}" type="sibTrans" cxnId="{245864E9-B68C-46ED-8BBE-B8A0C96D9193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D3CF106-62D7-4361-B869-BD24EC8B4B21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  <a:cs typeface="Times New Roman" panose="02020603050405020304" pitchFamily="18" charset="0"/>
            </a:rPr>
            <a:t>Team determines if more information is needed </a:t>
          </a:r>
        </a:p>
      </dgm:t>
    </dgm:pt>
    <dgm:pt modelId="{13006154-BC2F-4B63-9B31-5425CDEAACDE}" type="parTrans" cxnId="{C2446890-37DD-4B3E-8801-2636A42A4B91}">
      <dgm:prSet/>
      <dgm:spPr/>
      <dgm:t>
        <a:bodyPr/>
        <a:lstStyle/>
        <a:p>
          <a:endParaRPr lang="en-US"/>
        </a:p>
      </dgm:t>
    </dgm:pt>
    <dgm:pt modelId="{B41A9931-2885-4289-82F5-DAF6AFE12B1A}" type="sibTrans" cxnId="{C2446890-37DD-4B3E-8801-2636A42A4B9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705BBD3-2554-476A-9DD1-4D33FF71C5FE}">
      <dgm:prSet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  <a:cs typeface="Times New Roman" panose="02020603050405020304" pitchFamily="18" charset="0"/>
            </a:rPr>
            <a:t>Decide how/who will get the additional data</a:t>
          </a:r>
        </a:p>
      </dgm:t>
    </dgm:pt>
    <dgm:pt modelId="{3D5233B5-E93F-479D-8AE3-087F0C7FD109}" type="parTrans" cxnId="{B2D09BB1-13E2-4E39-B3E3-741CF22E5144}">
      <dgm:prSet/>
      <dgm:spPr/>
      <dgm:t>
        <a:bodyPr/>
        <a:lstStyle/>
        <a:p>
          <a:endParaRPr lang="en-US"/>
        </a:p>
      </dgm:t>
    </dgm:pt>
    <dgm:pt modelId="{B8E4E63C-0FDF-4BB1-90EE-0B249D602E43}" type="sibTrans" cxnId="{B2D09BB1-13E2-4E39-B3E3-741CF22E514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305B912-054D-A344-A850-B2457EB70089}" type="pres">
      <dgm:prSet presAssocID="{778C54A5-113C-449F-A0CE-7408E947847F}" presName="Name0" presStyleCnt="0">
        <dgm:presLayoutVars>
          <dgm:animLvl val="lvl"/>
          <dgm:resizeHandles val="exact"/>
        </dgm:presLayoutVars>
      </dgm:prSet>
      <dgm:spPr/>
    </dgm:pt>
    <dgm:pt modelId="{78F11C2F-5350-6B4E-909F-0477ECA3E27C}" type="pres">
      <dgm:prSet presAssocID="{E4B3ADB9-F2D4-4414-8ECE-4D74408ACB07}" presName="compositeNode" presStyleCnt="0">
        <dgm:presLayoutVars>
          <dgm:bulletEnabled val="1"/>
        </dgm:presLayoutVars>
      </dgm:prSet>
      <dgm:spPr/>
    </dgm:pt>
    <dgm:pt modelId="{C0F68C28-6F3F-C34E-9AE2-90B7E564FC38}" type="pres">
      <dgm:prSet presAssocID="{E4B3ADB9-F2D4-4414-8ECE-4D74408ACB07}" presName="bgRect" presStyleLbl="alignNode1" presStyleIdx="0" presStyleCnt="3"/>
      <dgm:spPr/>
    </dgm:pt>
    <dgm:pt modelId="{3362D7C4-4D96-DD48-B34F-291B9F8FB4B2}" type="pres">
      <dgm:prSet presAssocID="{F58231F6-DF38-43DB-9F1E-062E2382C376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9808A6B-0077-7A4E-93C9-83E5EC09D00C}" type="pres">
      <dgm:prSet presAssocID="{E4B3ADB9-F2D4-4414-8ECE-4D74408ACB07}" presName="nodeRect" presStyleLbl="alignNode1" presStyleIdx="0" presStyleCnt="3">
        <dgm:presLayoutVars>
          <dgm:bulletEnabled val="1"/>
        </dgm:presLayoutVars>
      </dgm:prSet>
      <dgm:spPr/>
    </dgm:pt>
    <dgm:pt modelId="{3AC3CB7E-187F-DA41-B948-C31764789785}" type="pres">
      <dgm:prSet presAssocID="{F58231F6-DF38-43DB-9F1E-062E2382C376}" presName="sibTrans" presStyleCnt="0"/>
      <dgm:spPr/>
    </dgm:pt>
    <dgm:pt modelId="{A324C7D7-5779-234D-B45C-ECC4D242A617}" type="pres">
      <dgm:prSet presAssocID="{5D3CF106-62D7-4361-B869-BD24EC8B4B21}" presName="compositeNode" presStyleCnt="0">
        <dgm:presLayoutVars>
          <dgm:bulletEnabled val="1"/>
        </dgm:presLayoutVars>
      </dgm:prSet>
      <dgm:spPr/>
    </dgm:pt>
    <dgm:pt modelId="{BD67DE5C-AB0F-EE43-A440-B685DBDA8FF4}" type="pres">
      <dgm:prSet presAssocID="{5D3CF106-62D7-4361-B869-BD24EC8B4B21}" presName="bgRect" presStyleLbl="alignNode1" presStyleIdx="1" presStyleCnt="3"/>
      <dgm:spPr/>
    </dgm:pt>
    <dgm:pt modelId="{DEE47FA4-343B-7842-9C52-923EA7F9FDDF}" type="pres">
      <dgm:prSet presAssocID="{B41A9931-2885-4289-82F5-DAF6AFE12B1A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DAFA8222-380D-BD41-8C6C-EDAF6C545E7D}" type="pres">
      <dgm:prSet presAssocID="{5D3CF106-62D7-4361-B869-BD24EC8B4B21}" presName="nodeRect" presStyleLbl="alignNode1" presStyleIdx="1" presStyleCnt="3">
        <dgm:presLayoutVars>
          <dgm:bulletEnabled val="1"/>
        </dgm:presLayoutVars>
      </dgm:prSet>
      <dgm:spPr/>
    </dgm:pt>
    <dgm:pt modelId="{4075BEDB-9254-ED4C-8047-76B02D01BE5F}" type="pres">
      <dgm:prSet presAssocID="{B41A9931-2885-4289-82F5-DAF6AFE12B1A}" presName="sibTrans" presStyleCnt="0"/>
      <dgm:spPr/>
    </dgm:pt>
    <dgm:pt modelId="{B803E8F0-7D1D-F740-ACA3-6EDCDA05CDFF}" type="pres">
      <dgm:prSet presAssocID="{D705BBD3-2554-476A-9DD1-4D33FF71C5FE}" presName="compositeNode" presStyleCnt="0">
        <dgm:presLayoutVars>
          <dgm:bulletEnabled val="1"/>
        </dgm:presLayoutVars>
      </dgm:prSet>
      <dgm:spPr/>
    </dgm:pt>
    <dgm:pt modelId="{006C9054-DC67-4149-B346-00A3953879AB}" type="pres">
      <dgm:prSet presAssocID="{D705BBD3-2554-476A-9DD1-4D33FF71C5FE}" presName="bgRect" presStyleLbl="alignNode1" presStyleIdx="2" presStyleCnt="3"/>
      <dgm:spPr/>
    </dgm:pt>
    <dgm:pt modelId="{A2B55293-B37D-7248-BAA0-744C254B0395}" type="pres">
      <dgm:prSet presAssocID="{B8E4E63C-0FDF-4BB1-90EE-0B249D602E43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6EC5959-85E1-444A-BB55-AA719DCF3EE1}" type="pres">
      <dgm:prSet presAssocID="{D705BBD3-2554-476A-9DD1-4D33FF71C5FE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BC3F8B05-C090-B240-AA24-E0C5EE75C60E}" type="presOf" srcId="{E4B3ADB9-F2D4-4414-8ECE-4D74408ACB07}" destId="{19808A6B-0077-7A4E-93C9-83E5EC09D00C}" srcOrd="1" destOrd="0" presId="urn:microsoft.com/office/officeart/2016/7/layout/LinearBlockProcessNumbered"/>
    <dgm:cxn modelId="{EAA1AA37-24E6-3148-970E-4A4472597124}" type="presOf" srcId="{5D3CF106-62D7-4361-B869-BD24EC8B4B21}" destId="{BD67DE5C-AB0F-EE43-A440-B685DBDA8FF4}" srcOrd="0" destOrd="0" presId="urn:microsoft.com/office/officeart/2016/7/layout/LinearBlockProcessNumbered"/>
    <dgm:cxn modelId="{90C7B83E-A333-C241-994B-A3785CEC7F76}" type="presOf" srcId="{B8E4E63C-0FDF-4BB1-90EE-0B249D602E43}" destId="{A2B55293-B37D-7248-BAA0-744C254B0395}" srcOrd="0" destOrd="0" presId="urn:microsoft.com/office/officeart/2016/7/layout/LinearBlockProcessNumbered"/>
    <dgm:cxn modelId="{4E164A71-055B-524F-AF2F-503769204900}" type="presOf" srcId="{E4B3ADB9-F2D4-4414-8ECE-4D74408ACB07}" destId="{C0F68C28-6F3F-C34E-9AE2-90B7E564FC38}" srcOrd="0" destOrd="0" presId="urn:microsoft.com/office/officeart/2016/7/layout/LinearBlockProcessNumbered"/>
    <dgm:cxn modelId="{93E1317A-7B37-6D4E-8CC7-685A963E99ED}" type="presOf" srcId="{B41A9931-2885-4289-82F5-DAF6AFE12B1A}" destId="{DEE47FA4-343B-7842-9C52-923EA7F9FDDF}" srcOrd="0" destOrd="0" presId="urn:microsoft.com/office/officeart/2016/7/layout/LinearBlockProcessNumbered"/>
    <dgm:cxn modelId="{C2446890-37DD-4B3E-8801-2636A42A4B91}" srcId="{778C54A5-113C-449F-A0CE-7408E947847F}" destId="{5D3CF106-62D7-4361-B869-BD24EC8B4B21}" srcOrd="1" destOrd="0" parTransId="{13006154-BC2F-4B63-9B31-5425CDEAACDE}" sibTransId="{B41A9931-2885-4289-82F5-DAF6AFE12B1A}"/>
    <dgm:cxn modelId="{665EE89A-1D91-7249-BBAA-1CA481575789}" type="presOf" srcId="{778C54A5-113C-449F-A0CE-7408E947847F}" destId="{5305B912-054D-A344-A850-B2457EB70089}" srcOrd="0" destOrd="0" presId="urn:microsoft.com/office/officeart/2016/7/layout/LinearBlockProcessNumbered"/>
    <dgm:cxn modelId="{B2D09BB1-13E2-4E39-B3E3-741CF22E5144}" srcId="{778C54A5-113C-449F-A0CE-7408E947847F}" destId="{D705BBD3-2554-476A-9DD1-4D33FF71C5FE}" srcOrd="2" destOrd="0" parTransId="{3D5233B5-E93F-479D-8AE3-087F0C7FD109}" sibTransId="{B8E4E63C-0FDF-4BB1-90EE-0B249D602E43}"/>
    <dgm:cxn modelId="{5F1068D7-A173-6D49-AA5B-23B25E50D9B0}" type="presOf" srcId="{D705BBD3-2554-476A-9DD1-4D33FF71C5FE}" destId="{D6EC5959-85E1-444A-BB55-AA719DCF3EE1}" srcOrd="1" destOrd="0" presId="urn:microsoft.com/office/officeart/2016/7/layout/LinearBlockProcessNumbered"/>
    <dgm:cxn modelId="{07F4A6D7-C1BC-9D48-BFC8-50B7A1E9B3F1}" type="presOf" srcId="{5D3CF106-62D7-4361-B869-BD24EC8B4B21}" destId="{DAFA8222-380D-BD41-8C6C-EDAF6C545E7D}" srcOrd="1" destOrd="0" presId="urn:microsoft.com/office/officeart/2016/7/layout/LinearBlockProcessNumbered"/>
    <dgm:cxn modelId="{245864E9-B68C-46ED-8BBE-B8A0C96D9193}" srcId="{778C54A5-113C-449F-A0CE-7408E947847F}" destId="{E4B3ADB9-F2D4-4414-8ECE-4D74408ACB07}" srcOrd="0" destOrd="0" parTransId="{ABCF9729-7BED-4A33-A5C0-F045F4C6ADCE}" sibTransId="{F58231F6-DF38-43DB-9F1E-062E2382C376}"/>
    <dgm:cxn modelId="{D14889F6-A62C-4248-8C22-34D27FFEA33A}" type="presOf" srcId="{F58231F6-DF38-43DB-9F1E-062E2382C376}" destId="{3362D7C4-4D96-DD48-B34F-291B9F8FB4B2}" srcOrd="0" destOrd="0" presId="urn:microsoft.com/office/officeart/2016/7/layout/LinearBlockProcessNumbered"/>
    <dgm:cxn modelId="{182E7FF9-45B0-0F43-95B0-70FBFA1A823D}" type="presOf" srcId="{D705BBD3-2554-476A-9DD1-4D33FF71C5FE}" destId="{006C9054-DC67-4149-B346-00A3953879AB}" srcOrd="0" destOrd="0" presId="urn:microsoft.com/office/officeart/2016/7/layout/LinearBlockProcessNumbered"/>
    <dgm:cxn modelId="{219CF830-E81A-3D4C-AA47-B1A154AFB653}" type="presParOf" srcId="{5305B912-054D-A344-A850-B2457EB70089}" destId="{78F11C2F-5350-6B4E-909F-0477ECA3E27C}" srcOrd="0" destOrd="0" presId="urn:microsoft.com/office/officeart/2016/7/layout/LinearBlockProcessNumbered"/>
    <dgm:cxn modelId="{347943AD-48A6-EA43-83DD-F8A3D2261EF2}" type="presParOf" srcId="{78F11C2F-5350-6B4E-909F-0477ECA3E27C}" destId="{C0F68C28-6F3F-C34E-9AE2-90B7E564FC38}" srcOrd="0" destOrd="0" presId="urn:microsoft.com/office/officeart/2016/7/layout/LinearBlockProcessNumbered"/>
    <dgm:cxn modelId="{183CC2C1-1A7D-EA47-B956-3E5D971D4CAA}" type="presParOf" srcId="{78F11C2F-5350-6B4E-909F-0477ECA3E27C}" destId="{3362D7C4-4D96-DD48-B34F-291B9F8FB4B2}" srcOrd="1" destOrd="0" presId="urn:microsoft.com/office/officeart/2016/7/layout/LinearBlockProcessNumbered"/>
    <dgm:cxn modelId="{DAF7DD2D-A721-4C4F-92B6-7A22528E6A41}" type="presParOf" srcId="{78F11C2F-5350-6B4E-909F-0477ECA3E27C}" destId="{19808A6B-0077-7A4E-93C9-83E5EC09D00C}" srcOrd="2" destOrd="0" presId="urn:microsoft.com/office/officeart/2016/7/layout/LinearBlockProcessNumbered"/>
    <dgm:cxn modelId="{F679FA13-C55F-D544-964C-C7891B3CD864}" type="presParOf" srcId="{5305B912-054D-A344-A850-B2457EB70089}" destId="{3AC3CB7E-187F-DA41-B948-C31764789785}" srcOrd="1" destOrd="0" presId="urn:microsoft.com/office/officeart/2016/7/layout/LinearBlockProcessNumbered"/>
    <dgm:cxn modelId="{446D7D53-DA5D-F84B-8AC6-49C3B5C5A9AC}" type="presParOf" srcId="{5305B912-054D-A344-A850-B2457EB70089}" destId="{A324C7D7-5779-234D-B45C-ECC4D242A617}" srcOrd="2" destOrd="0" presId="urn:microsoft.com/office/officeart/2016/7/layout/LinearBlockProcessNumbered"/>
    <dgm:cxn modelId="{AC07F176-D1F7-FE4D-A760-10DC607C0D3E}" type="presParOf" srcId="{A324C7D7-5779-234D-B45C-ECC4D242A617}" destId="{BD67DE5C-AB0F-EE43-A440-B685DBDA8FF4}" srcOrd="0" destOrd="0" presId="urn:microsoft.com/office/officeart/2016/7/layout/LinearBlockProcessNumbered"/>
    <dgm:cxn modelId="{40AD38FD-329B-194C-9F53-B4CCD031448D}" type="presParOf" srcId="{A324C7D7-5779-234D-B45C-ECC4D242A617}" destId="{DEE47FA4-343B-7842-9C52-923EA7F9FDDF}" srcOrd="1" destOrd="0" presId="urn:microsoft.com/office/officeart/2016/7/layout/LinearBlockProcessNumbered"/>
    <dgm:cxn modelId="{8B990379-B4EC-D64D-BC2E-47113CF51BED}" type="presParOf" srcId="{A324C7D7-5779-234D-B45C-ECC4D242A617}" destId="{DAFA8222-380D-BD41-8C6C-EDAF6C545E7D}" srcOrd="2" destOrd="0" presId="urn:microsoft.com/office/officeart/2016/7/layout/LinearBlockProcessNumbered"/>
    <dgm:cxn modelId="{9AEB8EF1-3A4E-404B-88D5-2CE48646BAAC}" type="presParOf" srcId="{5305B912-054D-A344-A850-B2457EB70089}" destId="{4075BEDB-9254-ED4C-8047-76B02D01BE5F}" srcOrd="3" destOrd="0" presId="urn:microsoft.com/office/officeart/2016/7/layout/LinearBlockProcessNumbered"/>
    <dgm:cxn modelId="{D8060A45-15E0-3343-941C-05D174B98AC8}" type="presParOf" srcId="{5305B912-054D-A344-A850-B2457EB70089}" destId="{B803E8F0-7D1D-F740-ACA3-6EDCDA05CDFF}" srcOrd="4" destOrd="0" presId="urn:microsoft.com/office/officeart/2016/7/layout/LinearBlockProcessNumbered"/>
    <dgm:cxn modelId="{B1F87BE4-CBD3-DC4B-94E2-C4C62BB19D09}" type="presParOf" srcId="{B803E8F0-7D1D-F740-ACA3-6EDCDA05CDFF}" destId="{006C9054-DC67-4149-B346-00A3953879AB}" srcOrd="0" destOrd="0" presId="urn:microsoft.com/office/officeart/2016/7/layout/LinearBlockProcessNumbered"/>
    <dgm:cxn modelId="{12D57DE2-43AE-CE40-8CCD-3FB664D0AE1F}" type="presParOf" srcId="{B803E8F0-7D1D-F740-ACA3-6EDCDA05CDFF}" destId="{A2B55293-B37D-7248-BAA0-744C254B0395}" srcOrd="1" destOrd="0" presId="urn:microsoft.com/office/officeart/2016/7/layout/LinearBlockProcessNumbered"/>
    <dgm:cxn modelId="{951C04C4-AD3F-EE4F-96DF-7610DB0A63D6}" type="presParOf" srcId="{B803E8F0-7D1D-F740-ACA3-6EDCDA05CDFF}" destId="{D6EC5959-85E1-444A-BB55-AA719DCF3EE1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3023282-8DD7-4933-9BB1-EEA9CB47998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03ABFFE-07CA-4189-9244-6EF59D3DA6E7}">
      <dgm:prSet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Who on your team is your ally?</a:t>
          </a:r>
        </a:p>
      </dgm:t>
    </dgm:pt>
    <dgm:pt modelId="{058DEA77-B5F3-4D04-97B6-87B75BA7EAC2}" type="parTrans" cxnId="{70D5AF8E-3376-4ED2-A458-1790D424763E}">
      <dgm:prSet/>
      <dgm:spPr/>
      <dgm:t>
        <a:bodyPr/>
        <a:lstStyle/>
        <a:p>
          <a:endParaRPr lang="en-US"/>
        </a:p>
      </dgm:t>
    </dgm:pt>
    <dgm:pt modelId="{18980DE5-BFB4-46C5-A91F-03EFC9CE080F}" type="sibTrans" cxnId="{70D5AF8E-3376-4ED2-A458-1790D424763E}">
      <dgm:prSet/>
      <dgm:spPr/>
      <dgm:t>
        <a:bodyPr/>
        <a:lstStyle/>
        <a:p>
          <a:endParaRPr lang="en-US"/>
        </a:p>
      </dgm:t>
    </dgm:pt>
    <dgm:pt modelId="{CF9B77BB-7FAC-4458-B7E6-12B39B123EC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With whom would you expect to have some challenge?</a:t>
          </a:r>
        </a:p>
      </dgm:t>
    </dgm:pt>
    <dgm:pt modelId="{87745A6C-8F64-4212-9F8C-06EFC44669CB}" type="parTrans" cxnId="{59733D3E-D09A-4F44-A444-C4416805EED2}">
      <dgm:prSet/>
      <dgm:spPr/>
      <dgm:t>
        <a:bodyPr/>
        <a:lstStyle/>
        <a:p>
          <a:endParaRPr lang="en-US"/>
        </a:p>
      </dgm:t>
    </dgm:pt>
    <dgm:pt modelId="{8658FB70-A580-4023-A720-DB59E99130CB}" type="sibTrans" cxnId="{59733D3E-D09A-4F44-A444-C4416805EED2}">
      <dgm:prSet/>
      <dgm:spPr/>
      <dgm:t>
        <a:bodyPr/>
        <a:lstStyle/>
        <a:p>
          <a:endParaRPr lang="en-US"/>
        </a:p>
      </dgm:t>
    </dgm:pt>
    <dgm:pt modelId="{D0C5D922-3ACF-4AD5-9999-16348FCF2A30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>
              <a:latin typeface="Univers" panose="020B0503020202020204" pitchFamily="34" charset="0"/>
            </a:rPr>
            <a:t>What factors and dynamics contribute to your answer?</a:t>
          </a:r>
        </a:p>
      </dgm:t>
    </dgm:pt>
    <dgm:pt modelId="{40727C3E-CEF5-483E-8144-67C55F75AF0F}" type="parTrans" cxnId="{E672CA2A-1DDA-44BE-919B-F3BAE90A1EED}">
      <dgm:prSet/>
      <dgm:spPr/>
      <dgm:t>
        <a:bodyPr/>
        <a:lstStyle/>
        <a:p>
          <a:endParaRPr lang="en-US"/>
        </a:p>
      </dgm:t>
    </dgm:pt>
    <dgm:pt modelId="{6A312B47-1907-4D33-84DD-F8D9B88229E5}" type="sibTrans" cxnId="{E672CA2A-1DDA-44BE-919B-F3BAE90A1EED}">
      <dgm:prSet/>
      <dgm:spPr/>
      <dgm:t>
        <a:bodyPr/>
        <a:lstStyle/>
        <a:p>
          <a:endParaRPr lang="en-US"/>
        </a:p>
      </dgm:t>
    </dgm:pt>
    <dgm:pt modelId="{8437BF94-EA35-3342-83DF-8E849FE3ED54}" type="pres">
      <dgm:prSet presAssocID="{43023282-8DD7-4933-9BB1-EEA9CB479987}" presName="linear" presStyleCnt="0">
        <dgm:presLayoutVars>
          <dgm:animLvl val="lvl"/>
          <dgm:resizeHandles val="exact"/>
        </dgm:presLayoutVars>
      </dgm:prSet>
      <dgm:spPr/>
    </dgm:pt>
    <dgm:pt modelId="{5B2FD2AF-F517-8C4F-BC90-0E57E131983C}" type="pres">
      <dgm:prSet presAssocID="{A03ABFFE-07CA-4189-9244-6EF59D3DA6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7CAD04-DF69-9342-B453-3C104973D8F3}" type="pres">
      <dgm:prSet presAssocID="{18980DE5-BFB4-46C5-A91F-03EFC9CE080F}" presName="spacer" presStyleCnt="0"/>
      <dgm:spPr/>
    </dgm:pt>
    <dgm:pt modelId="{AF33591E-364C-934F-8367-FD381BED67D0}" type="pres">
      <dgm:prSet presAssocID="{CF9B77BB-7FAC-4458-B7E6-12B39B123EC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6271F6-2DAC-1940-B260-77BD341EE7E7}" type="pres">
      <dgm:prSet presAssocID="{8658FB70-A580-4023-A720-DB59E99130CB}" presName="spacer" presStyleCnt="0"/>
      <dgm:spPr/>
    </dgm:pt>
    <dgm:pt modelId="{45954D7E-734D-994A-B7C9-B5FC8A561181}" type="pres">
      <dgm:prSet presAssocID="{D0C5D922-3ACF-4AD5-9999-16348FCF2A3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1241C1B-A40D-8748-AF4D-0DA7EEBBE646}" type="presOf" srcId="{A03ABFFE-07CA-4189-9244-6EF59D3DA6E7}" destId="{5B2FD2AF-F517-8C4F-BC90-0E57E131983C}" srcOrd="0" destOrd="0" presId="urn:microsoft.com/office/officeart/2005/8/layout/vList2"/>
    <dgm:cxn modelId="{E672CA2A-1DDA-44BE-919B-F3BAE90A1EED}" srcId="{43023282-8DD7-4933-9BB1-EEA9CB479987}" destId="{D0C5D922-3ACF-4AD5-9999-16348FCF2A30}" srcOrd="2" destOrd="0" parTransId="{40727C3E-CEF5-483E-8144-67C55F75AF0F}" sibTransId="{6A312B47-1907-4D33-84DD-F8D9B88229E5}"/>
    <dgm:cxn modelId="{59733D3E-D09A-4F44-A444-C4416805EED2}" srcId="{43023282-8DD7-4933-9BB1-EEA9CB479987}" destId="{CF9B77BB-7FAC-4458-B7E6-12B39B123EC6}" srcOrd="1" destOrd="0" parTransId="{87745A6C-8F64-4212-9F8C-06EFC44669CB}" sibTransId="{8658FB70-A580-4023-A720-DB59E99130CB}"/>
    <dgm:cxn modelId="{7A718354-A14B-0745-BC57-D1ABFEB62B57}" type="presOf" srcId="{43023282-8DD7-4933-9BB1-EEA9CB479987}" destId="{8437BF94-EA35-3342-83DF-8E849FE3ED54}" srcOrd="0" destOrd="0" presId="urn:microsoft.com/office/officeart/2005/8/layout/vList2"/>
    <dgm:cxn modelId="{DC9B2063-8BB2-D349-93F7-930FB9BE788A}" type="presOf" srcId="{CF9B77BB-7FAC-4458-B7E6-12B39B123EC6}" destId="{AF33591E-364C-934F-8367-FD381BED67D0}" srcOrd="0" destOrd="0" presId="urn:microsoft.com/office/officeart/2005/8/layout/vList2"/>
    <dgm:cxn modelId="{70D5AF8E-3376-4ED2-A458-1790D424763E}" srcId="{43023282-8DD7-4933-9BB1-EEA9CB479987}" destId="{A03ABFFE-07CA-4189-9244-6EF59D3DA6E7}" srcOrd="0" destOrd="0" parTransId="{058DEA77-B5F3-4D04-97B6-87B75BA7EAC2}" sibTransId="{18980DE5-BFB4-46C5-A91F-03EFC9CE080F}"/>
    <dgm:cxn modelId="{62E3A8D7-4AEC-124D-84C0-8EB5018F6A90}" type="presOf" srcId="{D0C5D922-3ACF-4AD5-9999-16348FCF2A30}" destId="{45954D7E-734D-994A-B7C9-B5FC8A561181}" srcOrd="0" destOrd="0" presId="urn:microsoft.com/office/officeart/2005/8/layout/vList2"/>
    <dgm:cxn modelId="{C5451FFB-3C77-E845-9A99-D53F3871C0AF}" type="presParOf" srcId="{8437BF94-EA35-3342-83DF-8E849FE3ED54}" destId="{5B2FD2AF-F517-8C4F-BC90-0E57E131983C}" srcOrd="0" destOrd="0" presId="urn:microsoft.com/office/officeart/2005/8/layout/vList2"/>
    <dgm:cxn modelId="{6F41458A-255E-F24E-A3C5-C7E506640CD2}" type="presParOf" srcId="{8437BF94-EA35-3342-83DF-8E849FE3ED54}" destId="{A57CAD04-DF69-9342-B453-3C104973D8F3}" srcOrd="1" destOrd="0" presId="urn:microsoft.com/office/officeart/2005/8/layout/vList2"/>
    <dgm:cxn modelId="{615436FA-7EDE-E04F-B58F-0E0A66CA1A92}" type="presParOf" srcId="{8437BF94-EA35-3342-83DF-8E849FE3ED54}" destId="{AF33591E-364C-934F-8367-FD381BED67D0}" srcOrd="2" destOrd="0" presId="urn:microsoft.com/office/officeart/2005/8/layout/vList2"/>
    <dgm:cxn modelId="{B0BDDF9A-1000-114C-9B42-0E4DAA2D6A3D}" type="presParOf" srcId="{8437BF94-EA35-3342-83DF-8E849FE3ED54}" destId="{9A6271F6-2DAC-1940-B260-77BD341EE7E7}" srcOrd="3" destOrd="0" presId="urn:microsoft.com/office/officeart/2005/8/layout/vList2"/>
    <dgm:cxn modelId="{57D7173A-D3CB-9147-B2AA-D0C8122D3113}" type="presParOf" srcId="{8437BF94-EA35-3342-83DF-8E849FE3ED54}" destId="{45954D7E-734D-994A-B7C9-B5FC8A56118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A0DCE-E481-B545-ADA8-D48D4F6073C4}">
      <dsp:nvSpPr>
        <dsp:cNvPr id="0" name=""/>
        <dsp:cNvSpPr/>
      </dsp:nvSpPr>
      <dsp:spPr>
        <a:xfrm>
          <a:off x="0" y="17100"/>
          <a:ext cx="10442575" cy="887445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Important events that have occurred</a:t>
          </a:r>
        </a:p>
      </dsp:txBody>
      <dsp:txXfrm>
        <a:off x="43321" y="60421"/>
        <a:ext cx="10355933" cy="800803"/>
      </dsp:txXfrm>
    </dsp:sp>
    <dsp:sp modelId="{AA3597BF-F1A3-1946-BD7F-7BEBCC31BD9A}">
      <dsp:nvSpPr>
        <dsp:cNvPr id="0" name=""/>
        <dsp:cNvSpPr/>
      </dsp:nvSpPr>
      <dsp:spPr>
        <a:xfrm>
          <a:off x="0" y="1011105"/>
          <a:ext cx="10442575" cy="887445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Crises/challenges that you have experienced</a:t>
          </a:r>
        </a:p>
      </dsp:txBody>
      <dsp:txXfrm>
        <a:off x="43321" y="1054426"/>
        <a:ext cx="10355933" cy="800803"/>
      </dsp:txXfrm>
    </dsp:sp>
    <dsp:sp modelId="{D102A774-C36E-9744-A4FE-1844200C8573}">
      <dsp:nvSpPr>
        <dsp:cNvPr id="0" name=""/>
        <dsp:cNvSpPr/>
      </dsp:nvSpPr>
      <dsp:spPr>
        <a:xfrm>
          <a:off x="0" y="2005111"/>
          <a:ext cx="10442575" cy="887445"/>
        </a:xfrm>
        <a:prstGeom prst="round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Skills you have acquired</a:t>
          </a:r>
        </a:p>
      </dsp:txBody>
      <dsp:txXfrm>
        <a:off x="43321" y="2048432"/>
        <a:ext cx="10355933" cy="800803"/>
      </dsp:txXfrm>
    </dsp:sp>
    <dsp:sp modelId="{FD83ACCD-BB45-A144-936A-7FC002DA56C5}">
      <dsp:nvSpPr>
        <dsp:cNvPr id="0" name=""/>
        <dsp:cNvSpPr/>
      </dsp:nvSpPr>
      <dsp:spPr>
        <a:xfrm>
          <a:off x="0" y="2999116"/>
          <a:ext cx="10442575" cy="887445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Relationship with supervisor</a:t>
          </a:r>
        </a:p>
      </dsp:txBody>
      <dsp:txXfrm>
        <a:off x="43321" y="3042437"/>
        <a:ext cx="10355933" cy="800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E10D9-5C3D-A14C-A6A1-A1EDFE87FC1E}">
      <dsp:nvSpPr>
        <dsp:cNvPr id="0" name=""/>
        <dsp:cNvSpPr/>
      </dsp:nvSpPr>
      <dsp:spPr>
        <a:xfrm>
          <a:off x="0" y="173229"/>
          <a:ext cx="8915402" cy="3790800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How are your background and identities defining your experiences and learning </a:t>
          </a:r>
        </a:p>
      </dsp:txBody>
      <dsp:txXfrm>
        <a:off x="185052" y="358281"/>
        <a:ext cx="8545298" cy="34206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B4484-5ABE-1744-B8CF-FA74E1AA9CAB}">
      <dsp:nvSpPr>
        <dsp:cNvPr id="0" name=""/>
        <dsp:cNvSpPr/>
      </dsp:nvSpPr>
      <dsp:spPr>
        <a:xfrm>
          <a:off x="0" y="72360"/>
          <a:ext cx="7111964" cy="11056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Univers" panose="020B0503020202020204" pitchFamily="34" charset="0"/>
            </a:rPr>
            <a:t>From your experience thus far, what has been keeping you oriented?</a:t>
          </a:r>
        </a:p>
      </dsp:txBody>
      <dsp:txXfrm>
        <a:off x="53973" y="126333"/>
        <a:ext cx="7004018" cy="997704"/>
      </dsp:txXfrm>
    </dsp:sp>
    <dsp:sp modelId="{6D320C3F-5586-FE40-96C9-414E2DDA272C}">
      <dsp:nvSpPr>
        <dsp:cNvPr id="0" name=""/>
        <dsp:cNvSpPr/>
      </dsp:nvSpPr>
      <dsp:spPr>
        <a:xfrm>
          <a:off x="0" y="1255770"/>
          <a:ext cx="7111964" cy="11056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Univers" panose="020B0503020202020204" pitchFamily="34" charset="0"/>
            </a:rPr>
            <a:t>What feels disorienting?</a:t>
          </a:r>
        </a:p>
      </dsp:txBody>
      <dsp:txXfrm>
        <a:off x="53973" y="1309743"/>
        <a:ext cx="7004018" cy="997704"/>
      </dsp:txXfrm>
    </dsp:sp>
    <dsp:sp modelId="{E60F11BB-63DA-9A4D-8689-3502E848825A}">
      <dsp:nvSpPr>
        <dsp:cNvPr id="0" name=""/>
        <dsp:cNvSpPr/>
      </dsp:nvSpPr>
      <dsp:spPr>
        <a:xfrm>
          <a:off x="0" y="2439180"/>
          <a:ext cx="7111964" cy="11056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Univers" panose="020B0503020202020204" pitchFamily="34" charset="0"/>
            </a:rPr>
            <a:t>How is all of this impacting you</a:t>
          </a:r>
          <a:r>
            <a:rPr lang="en-US" sz="2700" kern="1200" dirty="0"/>
            <a:t>?</a:t>
          </a:r>
        </a:p>
      </dsp:txBody>
      <dsp:txXfrm>
        <a:off x="53973" y="2493153"/>
        <a:ext cx="7004018" cy="997704"/>
      </dsp:txXfrm>
    </dsp:sp>
    <dsp:sp modelId="{B41AF545-247B-4540-9F38-3BA0C17C1195}">
      <dsp:nvSpPr>
        <dsp:cNvPr id="0" name=""/>
        <dsp:cNvSpPr/>
      </dsp:nvSpPr>
      <dsp:spPr>
        <a:xfrm>
          <a:off x="0" y="3622591"/>
          <a:ext cx="7111964" cy="11056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Univers" panose="020B0503020202020204" pitchFamily="34" charset="0"/>
            </a:rPr>
            <a:t>What do you see as the role of our classroom space?</a:t>
          </a:r>
        </a:p>
      </dsp:txBody>
      <dsp:txXfrm>
        <a:off x="53973" y="3676564"/>
        <a:ext cx="7004018" cy="9977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AD19B-AF31-8F47-8958-F28ECEA01901}">
      <dsp:nvSpPr>
        <dsp:cNvPr id="0" name=""/>
        <dsp:cNvSpPr/>
      </dsp:nvSpPr>
      <dsp:spPr>
        <a:xfrm>
          <a:off x="1191" y="0"/>
          <a:ext cx="4645704" cy="415345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2197" tIns="330200" rIns="36219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 dirty="0">
              <a:latin typeface="Univers" panose="020B0503020202020204" pitchFamily="34" charset="0"/>
            </a:rPr>
            <a:t>Part 1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Univers" panose="020B0503020202020204" pitchFamily="34" charset="0"/>
            </a:rPr>
            <a:t>Choose student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Univers" panose="020B0503020202020204" pitchFamily="34" charset="0"/>
            </a:rPr>
            <a:t>Write plan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Univers" panose="020B0503020202020204" pitchFamily="34" charset="0"/>
            </a:rPr>
            <a:t>Direct and indirect assessments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Univers" panose="020B0503020202020204" pitchFamily="34" charset="0"/>
            </a:rPr>
            <a:t>Record reviews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Univers" panose="020B0503020202020204" pitchFamily="34" charset="0"/>
            </a:rPr>
            <a:t>½ - 1 page</a:t>
          </a:r>
        </a:p>
      </dsp:txBody>
      <dsp:txXfrm>
        <a:off x="1191" y="1578312"/>
        <a:ext cx="4645704" cy="2492072"/>
      </dsp:txXfrm>
    </dsp:sp>
    <dsp:sp modelId="{535DD99D-D13B-5E46-8C99-FEF87FCEB0E9}">
      <dsp:nvSpPr>
        <dsp:cNvPr id="0" name=""/>
        <dsp:cNvSpPr/>
      </dsp:nvSpPr>
      <dsp:spPr>
        <a:xfrm>
          <a:off x="1701025" y="415345"/>
          <a:ext cx="1246036" cy="124603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46" tIns="12700" rIns="9714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883503" y="597823"/>
        <a:ext cx="881080" cy="881080"/>
      </dsp:txXfrm>
    </dsp:sp>
    <dsp:sp modelId="{06F7B58A-6BF0-104C-BCD0-FE6456C5F995}">
      <dsp:nvSpPr>
        <dsp:cNvPr id="0" name=""/>
        <dsp:cNvSpPr/>
      </dsp:nvSpPr>
      <dsp:spPr>
        <a:xfrm>
          <a:off x="1191" y="4153382"/>
          <a:ext cx="4645704" cy="72"/>
        </a:xfrm>
        <a:prstGeom prst="rect">
          <a:avLst/>
        </a:prstGeom>
        <a:solidFill>
          <a:schemeClr val="accent5">
            <a:hueOff val="-495702"/>
            <a:satOff val="1041"/>
            <a:lumOff val="-1895"/>
            <a:alphaOff val="0"/>
          </a:schemeClr>
        </a:solidFill>
        <a:ln w="12700" cap="flat" cmpd="sng" algn="ctr">
          <a:solidFill>
            <a:schemeClr val="accent5">
              <a:hueOff val="-495702"/>
              <a:satOff val="1041"/>
              <a:lumOff val="-18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FB9B8-09A1-274C-9004-AFAC9283AAD0}">
      <dsp:nvSpPr>
        <dsp:cNvPr id="0" name=""/>
        <dsp:cNvSpPr/>
      </dsp:nvSpPr>
      <dsp:spPr>
        <a:xfrm>
          <a:off x="5111466" y="0"/>
          <a:ext cx="4645704" cy="4153454"/>
        </a:xfrm>
        <a:prstGeom prst="rect">
          <a:avLst/>
        </a:prstGeom>
        <a:solidFill>
          <a:schemeClr val="accent5">
            <a:tint val="40000"/>
            <a:alpha val="90000"/>
            <a:hueOff val="-1692198"/>
            <a:satOff val="-5737"/>
            <a:lumOff val="-106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692198"/>
              <a:satOff val="-5737"/>
              <a:lumOff val="-10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2197" tIns="330200" rIns="36219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 dirty="0">
              <a:latin typeface="Univers" panose="020B0503020202020204" pitchFamily="34" charset="0"/>
            </a:rPr>
            <a:t>Part 2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Univers" panose="020B0503020202020204" pitchFamily="34" charset="0"/>
            </a:rPr>
            <a:t>Do your plan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Univers" panose="020B0503020202020204" pitchFamily="34" charset="0"/>
            </a:rPr>
            <a:t>Write up the FBA and BIP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Univers" panose="020B0503020202020204" pitchFamily="34" charset="0"/>
            </a:rPr>
            <a:t>Reflect on process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Univers" panose="020B0503020202020204" pitchFamily="34" charset="0"/>
            </a:rPr>
            <a:t>2 pages or 3-6 pages</a:t>
          </a:r>
        </a:p>
      </dsp:txBody>
      <dsp:txXfrm>
        <a:off x="5111466" y="1578312"/>
        <a:ext cx="4645704" cy="2492072"/>
      </dsp:txXfrm>
    </dsp:sp>
    <dsp:sp modelId="{823BD1F5-753A-A640-BFDF-9F6CD5DC4CA5}">
      <dsp:nvSpPr>
        <dsp:cNvPr id="0" name=""/>
        <dsp:cNvSpPr/>
      </dsp:nvSpPr>
      <dsp:spPr>
        <a:xfrm>
          <a:off x="6811300" y="415345"/>
          <a:ext cx="1246036" cy="1246036"/>
        </a:xfrm>
        <a:prstGeom prst="ellipse">
          <a:avLst/>
        </a:prstGeom>
        <a:solidFill>
          <a:schemeClr val="accent5">
            <a:hueOff val="-991404"/>
            <a:satOff val="2081"/>
            <a:lumOff val="-3791"/>
            <a:alphaOff val="0"/>
          </a:schemeClr>
        </a:solidFill>
        <a:ln w="12700" cap="flat" cmpd="sng" algn="ctr">
          <a:solidFill>
            <a:schemeClr val="accent5">
              <a:hueOff val="-991404"/>
              <a:satOff val="2081"/>
              <a:lumOff val="-37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46" tIns="12700" rIns="9714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6993778" y="597823"/>
        <a:ext cx="881080" cy="881080"/>
      </dsp:txXfrm>
    </dsp:sp>
    <dsp:sp modelId="{1B0953BE-1576-2841-B96F-525E4C9C35C4}">
      <dsp:nvSpPr>
        <dsp:cNvPr id="0" name=""/>
        <dsp:cNvSpPr/>
      </dsp:nvSpPr>
      <dsp:spPr>
        <a:xfrm>
          <a:off x="5111466" y="4153382"/>
          <a:ext cx="4645704" cy="72"/>
        </a:xfrm>
        <a:prstGeom prst="rect">
          <a:avLst/>
        </a:prstGeom>
        <a:solidFill>
          <a:schemeClr val="accent5">
            <a:hueOff val="-1487106"/>
            <a:satOff val="3122"/>
            <a:lumOff val="-5686"/>
            <a:alphaOff val="0"/>
          </a:schemeClr>
        </a:solidFill>
        <a:ln w="12700" cap="flat" cmpd="sng" algn="ctr">
          <a:solidFill>
            <a:schemeClr val="accent5">
              <a:hueOff val="-1487106"/>
              <a:satOff val="3122"/>
              <a:lumOff val="-56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CBE2F-672D-F040-BB14-1F27AC60C4F3}">
      <dsp:nvSpPr>
        <dsp:cNvPr id="0" name=""/>
        <dsp:cNvSpPr/>
      </dsp:nvSpPr>
      <dsp:spPr>
        <a:xfrm>
          <a:off x="0" y="111134"/>
          <a:ext cx="6619807" cy="859950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Univers" panose="020B0503020202020204" pitchFamily="34" charset="0"/>
            </a:rPr>
            <a:t>Special education – social work assessments and roles</a:t>
          </a:r>
        </a:p>
      </dsp:txBody>
      <dsp:txXfrm>
        <a:off x="41979" y="153113"/>
        <a:ext cx="6535849" cy="775992"/>
      </dsp:txXfrm>
    </dsp:sp>
    <dsp:sp modelId="{608811FB-B3B3-4A4E-82F9-0D5AFA992DE8}">
      <dsp:nvSpPr>
        <dsp:cNvPr id="0" name=""/>
        <dsp:cNvSpPr/>
      </dsp:nvSpPr>
      <dsp:spPr>
        <a:xfrm>
          <a:off x="0" y="971084"/>
          <a:ext cx="6619807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7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Univers" panose="020B0503020202020204" pitchFamily="34" charset="0"/>
            </a:rPr>
            <a:t>SDS, FBA/BIP, Goals, MDR</a:t>
          </a:r>
        </a:p>
      </dsp:txBody>
      <dsp:txXfrm>
        <a:off x="0" y="971084"/>
        <a:ext cx="6619807" cy="347760"/>
      </dsp:txXfrm>
    </dsp:sp>
    <dsp:sp modelId="{2E66968E-61E1-784A-A714-E733EAB36C12}">
      <dsp:nvSpPr>
        <dsp:cNvPr id="0" name=""/>
        <dsp:cNvSpPr/>
      </dsp:nvSpPr>
      <dsp:spPr>
        <a:xfrm>
          <a:off x="0" y="1318844"/>
          <a:ext cx="6619807" cy="859950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Univers" panose="020B0503020202020204" pitchFamily="34" charset="0"/>
            </a:rPr>
            <a:t>Professional Development</a:t>
          </a:r>
        </a:p>
      </dsp:txBody>
      <dsp:txXfrm>
        <a:off x="41979" y="1360823"/>
        <a:ext cx="6535849" cy="775992"/>
      </dsp:txXfrm>
    </dsp:sp>
    <dsp:sp modelId="{6D402F93-6ED5-2E4A-9898-C59511120268}">
      <dsp:nvSpPr>
        <dsp:cNvPr id="0" name=""/>
        <dsp:cNvSpPr/>
      </dsp:nvSpPr>
      <dsp:spPr>
        <a:xfrm>
          <a:off x="0" y="2178794"/>
          <a:ext cx="6619807" cy="565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7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Univers" panose="020B0503020202020204" pitchFamily="34" charset="0"/>
            </a:rPr>
            <a:t>Licenses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Univers" panose="020B0503020202020204" pitchFamily="34" charset="0"/>
            </a:rPr>
            <a:t>Burnout and self-care</a:t>
          </a:r>
        </a:p>
      </dsp:txBody>
      <dsp:txXfrm>
        <a:off x="0" y="2178794"/>
        <a:ext cx="6619807" cy="565110"/>
      </dsp:txXfrm>
    </dsp:sp>
    <dsp:sp modelId="{47ADE34A-CE66-3C44-89BB-FFDACED1AE33}">
      <dsp:nvSpPr>
        <dsp:cNvPr id="0" name=""/>
        <dsp:cNvSpPr/>
      </dsp:nvSpPr>
      <dsp:spPr>
        <a:xfrm>
          <a:off x="0" y="2743905"/>
          <a:ext cx="6619807" cy="859950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Univers" panose="020B0503020202020204" pitchFamily="34" charset="0"/>
            </a:rPr>
            <a:t>Intervention in schools</a:t>
          </a:r>
        </a:p>
      </dsp:txBody>
      <dsp:txXfrm>
        <a:off x="41979" y="2785884"/>
        <a:ext cx="6535849" cy="775992"/>
      </dsp:txXfrm>
    </dsp:sp>
    <dsp:sp modelId="{FA0953BF-34F8-0E4E-8E4D-FEB3D47951E5}">
      <dsp:nvSpPr>
        <dsp:cNvPr id="0" name=""/>
        <dsp:cNvSpPr/>
      </dsp:nvSpPr>
      <dsp:spPr>
        <a:xfrm>
          <a:off x="0" y="3603855"/>
          <a:ext cx="6619807" cy="847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0179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Univers" panose="020B0503020202020204" pitchFamily="34" charset="0"/>
            </a:rPr>
            <a:t>Tiers 2 and 3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>
              <a:latin typeface="Univers" panose="020B0503020202020204" pitchFamily="34" charset="0"/>
            </a:rPr>
            <a:t>Clinical frameworks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>
              <a:latin typeface="Univers" panose="020B0503020202020204" pitchFamily="34" charset="0"/>
            </a:rPr>
            <a:t>School anxiety</a:t>
          </a:r>
        </a:p>
      </dsp:txBody>
      <dsp:txXfrm>
        <a:off x="0" y="3603855"/>
        <a:ext cx="6619807" cy="847665"/>
      </dsp:txXfrm>
    </dsp:sp>
    <dsp:sp modelId="{3154C96D-FE81-CC4B-B5AD-19A8EB1F8BA9}">
      <dsp:nvSpPr>
        <dsp:cNvPr id="0" name=""/>
        <dsp:cNvSpPr/>
      </dsp:nvSpPr>
      <dsp:spPr>
        <a:xfrm>
          <a:off x="0" y="4451520"/>
          <a:ext cx="6619807" cy="859950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Univers" panose="020B0503020202020204" pitchFamily="34" charset="0"/>
            </a:rPr>
            <a:t>Crisis Intervention</a:t>
          </a:r>
        </a:p>
      </dsp:txBody>
      <dsp:txXfrm>
        <a:off x="41979" y="4493499"/>
        <a:ext cx="6535849" cy="7759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EC38C-F3C6-1B47-A0BC-6FD4EDA4CA7A}">
      <dsp:nvSpPr>
        <dsp:cNvPr id="0" name=""/>
        <dsp:cNvSpPr/>
      </dsp:nvSpPr>
      <dsp:spPr>
        <a:xfrm>
          <a:off x="273050" y="0"/>
          <a:ext cx="4873625" cy="4873625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7010E-3323-B64E-A937-D72ABA092281}">
      <dsp:nvSpPr>
        <dsp:cNvPr id="0" name=""/>
        <dsp:cNvSpPr/>
      </dsp:nvSpPr>
      <dsp:spPr>
        <a:xfrm>
          <a:off x="736044" y="462994"/>
          <a:ext cx="1900713" cy="190071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Able and willing</a:t>
          </a:r>
        </a:p>
      </dsp:txBody>
      <dsp:txXfrm>
        <a:off x="828829" y="555779"/>
        <a:ext cx="1715143" cy="1715143"/>
      </dsp:txXfrm>
    </dsp:sp>
    <dsp:sp modelId="{77E4AA7A-C526-AF47-ACD6-331079179F28}">
      <dsp:nvSpPr>
        <dsp:cNvPr id="0" name=""/>
        <dsp:cNvSpPr/>
      </dsp:nvSpPr>
      <dsp:spPr>
        <a:xfrm>
          <a:off x="2782966" y="462994"/>
          <a:ext cx="1900713" cy="190071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Able but unwilling</a:t>
          </a:r>
        </a:p>
      </dsp:txBody>
      <dsp:txXfrm>
        <a:off x="2875751" y="555779"/>
        <a:ext cx="1715143" cy="1715143"/>
      </dsp:txXfrm>
    </dsp:sp>
    <dsp:sp modelId="{844DC075-C31F-E54C-840B-A965AD9AE210}">
      <dsp:nvSpPr>
        <dsp:cNvPr id="0" name=""/>
        <dsp:cNvSpPr/>
      </dsp:nvSpPr>
      <dsp:spPr>
        <a:xfrm>
          <a:off x="736044" y="2509916"/>
          <a:ext cx="1900713" cy="190071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Willing but unable</a:t>
          </a:r>
        </a:p>
      </dsp:txBody>
      <dsp:txXfrm>
        <a:off x="828829" y="2602701"/>
        <a:ext cx="1715143" cy="1715143"/>
      </dsp:txXfrm>
    </dsp:sp>
    <dsp:sp modelId="{2056ADD9-4DF8-834C-89EA-DF9E25336AD0}">
      <dsp:nvSpPr>
        <dsp:cNvPr id="0" name=""/>
        <dsp:cNvSpPr/>
      </dsp:nvSpPr>
      <dsp:spPr>
        <a:xfrm>
          <a:off x="2782966" y="2509916"/>
          <a:ext cx="1900713" cy="190071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Univers" panose="020B0503020202020204" pitchFamily="34" charset="0"/>
              <a:cs typeface="Times New Roman" panose="02020603050405020304" pitchFamily="18" charset="0"/>
            </a:rPr>
            <a:t>Can’t and won’t</a:t>
          </a:r>
        </a:p>
      </dsp:txBody>
      <dsp:txXfrm>
        <a:off x="2875751" y="2602701"/>
        <a:ext cx="1715143" cy="17151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240B3-842B-445F-80DE-B34A673A5A55}">
      <dsp:nvSpPr>
        <dsp:cNvPr id="0" name=""/>
        <dsp:cNvSpPr/>
      </dsp:nvSpPr>
      <dsp:spPr>
        <a:xfrm>
          <a:off x="0" y="1846"/>
          <a:ext cx="9922475" cy="9357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0C0D2-FEFA-48E4-B5F1-03292D62F6F9}">
      <dsp:nvSpPr>
        <dsp:cNvPr id="0" name=""/>
        <dsp:cNvSpPr/>
      </dsp:nvSpPr>
      <dsp:spPr>
        <a:xfrm>
          <a:off x="283059" y="212386"/>
          <a:ext cx="514654" cy="5146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E5032-62AC-4E2E-B0BE-ABC623CB9A33}">
      <dsp:nvSpPr>
        <dsp:cNvPr id="0" name=""/>
        <dsp:cNvSpPr/>
      </dsp:nvSpPr>
      <dsp:spPr>
        <a:xfrm>
          <a:off x="1080773" y="1846"/>
          <a:ext cx="8841702" cy="93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32" tIns="99032" rIns="99032" bIns="990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Trauma, behavioral responses and mental illness can coexist</a:t>
          </a:r>
        </a:p>
      </dsp:txBody>
      <dsp:txXfrm>
        <a:off x="1080773" y="1846"/>
        <a:ext cx="8841702" cy="935734"/>
      </dsp:txXfrm>
    </dsp:sp>
    <dsp:sp modelId="{EEAF02AF-2B86-488D-95D5-1A287BAC67AA}">
      <dsp:nvSpPr>
        <dsp:cNvPr id="0" name=""/>
        <dsp:cNvSpPr/>
      </dsp:nvSpPr>
      <dsp:spPr>
        <a:xfrm>
          <a:off x="0" y="1171514"/>
          <a:ext cx="9922475" cy="9357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14F11-21D1-417D-861E-7BB7D19919DF}">
      <dsp:nvSpPr>
        <dsp:cNvPr id="0" name=""/>
        <dsp:cNvSpPr/>
      </dsp:nvSpPr>
      <dsp:spPr>
        <a:xfrm>
          <a:off x="283059" y="1382054"/>
          <a:ext cx="514654" cy="5146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4BD77-A3AC-4D61-90A1-6F298947A52E}">
      <dsp:nvSpPr>
        <dsp:cNvPr id="0" name=""/>
        <dsp:cNvSpPr/>
      </dsp:nvSpPr>
      <dsp:spPr>
        <a:xfrm>
          <a:off x="1080773" y="1171514"/>
          <a:ext cx="8841702" cy="93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32" tIns="99032" rIns="99032" bIns="990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Motivational factors can be controlled by a student</a:t>
          </a:r>
        </a:p>
      </dsp:txBody>
      <dsp:txXfrm>
        <a:off x="1080773" y="1171514"/>
        <a:ext cx="8841702" cy="935734"/>
      </dsp:txXfrm>
    </dsp:sp>
    <dsp:sp modelId="{0DD82DFD-6403-4074-9926-1FFA35FC8B57}">
      <dsp:nvSpPr>
        <dsp:cNvPr id="0" name=""/>
        <dsp:cNvSpPr/>
      </dsp:nvSpPr>
      <dsp:spPr>
        <a:xfrm>
          <a:off x="0" y="2341182"/>
          <a:ext cx="9922475" cy="93573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56F71-5AFD-43C6-B5E4-2EB6E1627267}">
      <dsp:nvSpPr>
        <dsp:cNvPr id="0" name=""/>
        <dsp:cNvSpPr/>
      </dsp:nvSpPr>
      <dsp:spPr>
        <a:xfrm>
          <a:off x="283059" y="2551723"/>
          <a:ext cx="514654" cy="5146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02E46-DF5D-45EA-92EC-CB869B9558E5}">
      <dsp:nvSpPr>
        <dsp:cNvPr id="0" name=""/>
        <dsp:cNvSpPr/>
      </dsp:nvSpPr>
      <dsp:spPr>
        <a:xfrm>
          <a:off x="1080773" y="2341182"/>
          <a:ext cx="8841702" cy="93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32" tIns="99032" rIns="99032" bIns="990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Mental health exists on a spectrum (ebbs and flows)</a:t>
          </a:r>
        </a:p>
      </dsp:txBody>
      <dsp:txXfrm>
        <a:off x="1080773" y="2341182"/>
        <a:ext cx="8841702" cy="935734"/>
      </dsp:txXfrm>
    </dsp:sp>
    <dsp:sp modelId="{7F68FADC-C575-4653-BE26-63EE64F2D0CC}">
      <dsp:nvSpPr>
        <dsp:cNvPr id="0" name=""/>
        <dsp:cNvSpPr/>
      </dsp:nvSpPr>
      <dsp:spPr>
        <a:xfrm>
          <a:off x="0" y="3510851"/>
          <a:ext cx="9922475" cy="935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02103-19B1-4DDD-95A7-B1EB21EB62AB}">
      <dsp:nvSpPr>
        <dsp:cNvPr id="0" name=""/>
        <dsp:cNvSpPr/>
      </dsp:nvSpPr>
      <dsp:spPr>
        <a:xfrm>
          <a:off x="283059" y="3721391"/>
          <a:ext cx="514654" cy="5146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8B781-4C23-4C93-A9BD-1FC59BB1BBF9}">
      <dsp:nvSpPr>
        <dsp:cNvPr id="0" name=""/>
        <dsp:cNvSpPr/>
      </dsp:nvSpPr>
      <dsp:spPr>
        <a:xfrm>
          <a:off x="1080773" y="3510851"/>
          <a:ext cx="8841702" cy="935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32" tIns="99032" rIns="99032" bIns="9903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Traumatic responses are not in the control of a student</a:t>
          </a:r>
        </a:p>
      </dsp:txBody>
      <dsp:txXfrm>
        <a:off x="1080773" y="3510851"/>
        <a:ext cx="8841702" cy="9357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9733DB-9E49-694B-A36E-1B49A5F50D6B}">
      <dsp:nvSpPr>
        <dsp:cNvPr id="0" name=""/>
        <dsp:cNvSpPr/>
      </dsp:nvSpPr>
      <dsp:spPr>
        <a:xfrm>
          <a:off x="967548" y="0"/>
          <a:ext cx="9885521" cy="3549045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5A121-5780-2246-8D16-99DB2CB7BDD2}">
      <dsp:nvSpPr>
        <dsp:cNvPr id="0" name=""/>
        <dsp:cNvSpPr/>
      </dsp:nvSpPr>
      <dsp:spPr>
        <a:xfrm>
          <a:off x="5678" y="1064713"/>
          <a:ext cx="1124387" cy="1419618"/>
        </a:xfrm>
        <a:prstGeom prst="round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cs typeface="Times New Roman" panose="02020603050405020304" pitchFamily="18" charset="0"/>
            </a:rPr>
            <a:t>Identify student</a:t>
          </a:r>
        </a:p>
      </dsp:txBody>
      <dsp:txXfrm>
        <a:off x="60566" y="1119601"/>
        <a:ext cx="1014611" cy="1309842"/>
      </dsp:txXfrm>
    </dsp:sp>
    <dsp:sp modelId="{0A57F84D-6839-834C-BF33-FAAA3E031A7F}">
      <dsp:nvSpPr>
        <dsp:cNvPr id="0" name=""/>
        <dsp:cNvSpPr/>
      </dsp:nvSpPr>
      <dsp:spPr>
        <a:xfrm>
          <a:off x="1317463" y="1064713"/>
          <a:ext cx="1124387" cy="1419618"/>
        </a:xfrm>
        <a:prstGeom prst="round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cs typeface="Times New Roman" panose="02020603050405020304" pitchFamily="18" charset="0"/>
            </a:rPr>
            <a:t>Problem solve</a:t>
          </a:r>
        </a:p>
      </dsp:txBody>
      <dsp:txXfrm>
        <a:off x="1372351" y="1119601"/>
        <a:ext cx="1014611" cy="1309842"/>
      </dsp:txXfrm>
    </dsp:sp>
    <dsp:sp modelId="{E0564910-06EA-C34D-9A33-F2D04208A4E8}">
      <dsp:nvSpPr>
        <dsp:cNvPr id="0" name=""/>
        <dsp:cNvSpPr/>
      </dsp:nvSpPr>
      <dsp:spPr>
        <a:xfrm>
          <a:off x="2629248" y="1064713"/>
          <a:ext cx="1124387" cy="1419618"/>
        </a:xfrm>
        <a:prstGeom prst="round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+mn-lt"/>
              <a:cs typeface="Times New Roman" panose="02020603050405020304" pitchFamily="18" charset="0"/>
            </a:rPr>
            <a:t>Monitor </a:t>
          </a:r>
        </a:p>
      </dsp:txBody>
      <dsp:txXfrm>
        <a:off x="2684136" y="1119601"/>
        <a:ext cx="1014611" cy="1309842"/>
      </dsp:txXfrm>
    </dsp:sp>
    <dsp:sp modelId="{52AB07F1-3E72-AA4B-988A-090F2707C2E9}">
      <dsp:nvSpPr>
        <dsp:cNvPr id="0" name=""/>
        <dsp:cNvSpPr/>
      </dsp:nvSpPr>
      <dsp:spPr>
        <a:xfrm>
          <a:off x="3941033" y="1064713"/>
          <a:ext cx="1124387" cy="1419618"/>
        </a:xfrm>
        <a:prstGeom prst="round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cs typeface="Times New Roman" panose="02020603050405020304" pitchFamily="18" charset="0"/>
            </a:rPr>
            <a:t>Referral for sped</a:t>
          </a:r>
        </a:p>
      </dsp:txBody>
      <dsp:txXfrm>
        <a:off x="3995921" y="1119601"/>
        <a:ext cx="1014611" cy="1309842"/>
      </dsp:txXfrm>
    </dsp:sp>
    <dsp:sp modelId="{84C1C8C8-34CB-4349-B5E6-26C2493C090F}">
      <dsp:nvSpPr>
        <dsp:cNvPr id="0" name=""/>
        <dsp:cNvSpPr/>
      </dsp:nvSpPr>
      <dsp:spPr>
        <a:xfrm>
          <a:off x="5252818" y="1064713"/>
          <a:ext cx="1124387" cy="1419618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cs typeface="Times New Roman" panose="02020603050405020304" pitchFamily="18" charset="0"/>
            </a:rPr>
            <a:t>Domain meeting</a:t>
          </a:r>
        </a:p>
      </dsp:txBody>
      <dsp:txXfrm>
        <a:off x="5307706" y="1119601"/>
        <a:ext cx="1014611" cy="1309842"/>
      </dsp:txXfrm>
    </dsp:sp>
    <dsp:sp modelId="{F9365F16-354A-9945-B0AC-EDE8A7604750}">
      <dsp:nvSpPr>
        <dsp:cNvPr id="0" name=""/>
        <dsp:cNvSpPr/>
      </dsp:nvSpPr>
      <dsp:spPr>
        <a:xfrm>
          <a:off x="6564603" y="1064713"/>
          <a:ext cx="1124387" cy="1419618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cs typeface="Times New Roman" panose="02020603050405020304" pitchFamily="18" charset="0"/>
            </a:rPr>
            <a:t>Assess</a:t>
          </a:r>
        </a:p>
      </dsp:txBody>
      <dsp:txXfrm>
        <a:off x="6619491" y="1119601"/>
        <a:ext cx="1014611" cy="1309842"/>
      </dsp:txXfrm>
    </dsp:sp>
    <dsp:sp modelId="{A8BA5A2F-E59B-A44B-9E93-2D5818A4B02A}">
      <dsp:nvSpPr>
        <dsp:cNvPr id="0" name=""/>
        <dsp:cNvSpPr/>
      </dsp:nvSpPr>
      <dsp:spPr>
        <a:xfrm>
          <a:off x="7876389" y="1064713"/>
          <a:ext cx="1124387" cy="1419618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+mn-lt"/>
              <a:cs typeface="Times New Roman" panose="02020603050405020304" pitchFamily="18" charset="0"/>
            </a:rPr>
            <a:t>Eligibility meeting</a:t>
          </a:r>
        </a:p>
      </dsp:txBody>
      <dsp:txXfrm>
        <a:off x="7931277" y="1119601"/>
        <a:ext cx="1014611" cy="1309842"/>
      </dsp:txXfrm>
    </dsp:sp>
    <dsp:sp modelId="{6D72C0DF-0330-7741-B565-0C5A36486238}">
      <dsp:nvSpPr>
        <dsp:cNvPr id="0" name=""/>
        <dsp:cNvSpPr/>
      </dsp:nvSpPr>
      <dsp:spPr>
        <a:xfrm>
          <a:off x="9188174" y="1064713"/>
          <a:ext cx="1124387" cy="1419618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+mn-lt"/>
              <a:cs typeface="Times New Roman" panose="02020603050405020304" pitchFamily="18" charset="0"/>
            </a:rPr>
            <a:t>Placement is Decided</a:t>
          </a:r>
        </a:p>
      </dsp:txBody>
      <dsp:txXfrm>
        <a:off x="9243062" y="1119601"/>
        <a:ext cx="1014611" cy="1309842"/>
      </dsp:txXfrm>
    </dsp:sp>
    <dsp:sp modelId="{4F600F08-6839-644F-A69B-B65AE7ECE929}">
      <dsp:nvSpPr>
        <dsp:cNvPr id="0" name=""/>
        <dsp:cNvSpPr/>
      </dsp:nvSpPr>
      <dsp:spPr>
        <a:xfrm>
          <a:off x="10499959" y="1064713"/>
          <a:ext cx="1124387" cy="1419618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+mn-lt"/>
              <a:cs typeface="Times New Roman" panose="02020603050405020304" pitchFamily="18" charset="0"/>
            </a:rPr>
            <a:t>Create and Implement IEP</a:t>
          </a:r>
        </a:p>
      </dsp:txBody>
      <dsp:txXfrm>
        <a:off x="10554847" y="1119601"/>
        <a:ext cx="1014611" cy="13098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3EC59-F78C-EF46-BB8C-69DA838149CD}">
      <dsp:nvSpPr>
        <dsp:cNvPr id="0" name=""/>
        <dsp:cNvSpPr/>
      </dsp:nvSpPr>
      <dsp:spPr>
        <a:xfrm>
          <a:off x="3361" y="29326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Autism</a:t>
          </a:r>
        </a:p>
      </dsp:txBody>
      <dsp:txXfrm>
        <a:off x="3361" y="293269"/>
        <a:ext cx="1819871" cy="1091922"/>
      </dsp:txXfrm>
    </dsp:sp>
    <dsp:sp modelId="{510B3D13-10DD-A042-80D9-384F9E6C2B82}">
      <dsp:nvSpPr>
        <dsp:cNvPr id="0" name=""/>
        <dsp:cNvSpPr/>
      </dsp:nvSpPr>
      <dsp:spPr>
        <a:xfrm>
          <a:off x="2005219" y="29326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Deaf-blindness</a:t>
          </a:r>
        </a:p>
      </dsp:txBody>
      <dsp:txXfrm>
        <a:off x="2005219" y="293269"/>
        <a:ext cx="1819871" cy="1091922"/>
      </dsp:txXfrm>
    </dsp:sp>
    <dsp:sp modelId="{054EC5B2-AAA5-5F41-9F5A-A8E53EC0DAC3}">
      <dsp:nvSpPr>
        <dsp:cNvPr id="0" name=""/>
        <dsp:cNvSpPr/>
      </dsp:nvSpPr>
      <dsp:spPr>
        <a:xfrm>
          <a:off x="4007077" y="29326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Hearing Impaired</a:t>
          </a:r>
        </a:p>
      </dsp:txBody>
      <dsp:txXfrm>
        <a:off x="4007077" y="293269"/>
        <a:ext cx="1819871" cy="1091922"/>
      </dsp:txXfrm>
    </dsp:sp>
    <dsp:sp modelId="{231AD558-ED1D-4042-83D5-9A1A87C574A2}">
      <dsp:nvSpPr>
        <dsp:cNvPr id="0" name=""/>
        <dsp:cNvSpPr/>
      </dsp:nvSpPr>
      <dsp:spPr>
        <a:xfrm>
          <a:off x="6008935" y="29326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Developmental delay</a:t>
          </a:r>
        </a:p>
      </dsp:txBody>
      <dsp:txXfrm>
        <a:off x="6008935" y="293269"/>
        <a:ext cx="1819871" cy="1091922"/>
      </dsp:txXfrm>
    </dsp:sp>
    <dsp:sp modelId="{AEE2F196-A2D5-D242-A998-2FCDA1D81ECA}">
      <dsp:nvSpPr>
        <dsp:cNvPr id="0" name=""/>
        <dsp:cNvSpPr/>
      </dsp:nvSpPr>
      <dsp:spPr>
        <a:xfrm>
          <a:off x="8010793" y="29326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Emotional Disability</a:t>
          </a:r>
        </a:p>
      </dsp:txBody>
      <dsp:txXfrm>
        <a:off x="8010793" y="293269"/>
        <a:ext cx="1819871" cy="1091922"/>
      </dsp:txXfrm>
    </dsp:sp>
    <dsp:sp modelId="{3F8636E5-8E6A-6F40-B85F-4563B89A10D0}">
      <dsp:nvSpPr>
        <dsp:cNvPr id="0" name=""/>
        <dsp:cNvSpPr/>
      </dsp:nvSpPr>
      <dsp:spPr>
        <a:xfrm>
          <a:off x="3361" y="156717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Hearing Impairment</a:t>
          </a:r>
        </a:p>
      </dsp:txBody>
      <dsp:txXfrm>
        <a:off x="3361" y="1567179"/>
        <a:ext cx="1819871" cy="1091922"/>
      </dsp:txXfrm>
    </dsp:sp>
    <dsp:sp modelId="{FF4DF97E-59E4-9049-A1AA-5425477D7349}">
      <dsp:nvSpPr>
        <dsp:cNvPr id="0" name=""/>
        <dsp:cNvSpPr/>
      </dsp:nvSpPr>
      <dsp:spPr>
        <a:xfrm>
          <a:off x="2005219" y="156717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Intellectual Disability</a:t>
          </a:r>
        </a:p>
      </dsp:txBody>
      <dsp:txXfrm>
        <a:off x="2005219" y="1567179"/>
        <a:ext cx="1819871" cy="1091922"/>
      </dsp:txXfrm>
    </dsp:sp>
    <dsp:sp modelId="{077E5D13-4EA4-AA45-B208-7AD282ADDAAF}">
      <dsp:nvSpPr>
        <dsp:cNvPr id="0" name=""/>
        <dsp:cNvSpPr/>
      </dsp:nvSpPr>
      <dsp:spPr>
        <a:xfrm>
          <a:off x="4007077" y="156717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Multiple Disabilities</a:t>
          </a:r>
        </a:p>
      </dsp:txBody>
      <dsp:txXfrm>
        <a:off x="4007077" y="1567179"/>
        <a:ext cx="1819871" cy="1091922"/>
      </dsp:txXfrm>
    </dsp:sp>
    <dsp:sp modelId="{A7CF781A-1671-1941-83F7-F3E059B8F840}">
      <dsp:nvSpPr>
        <dsp:cNvPr id="0" name=""/>
        <dsp:cNvSpPr/>
      </dsp:nvSpPr>
      <dsp:spPr>
        <a:xfrm>
          <a:off x="6008935" y="156717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Orthopedic Impairment</a:t>
          </a:r>
        </a:p>
      </dsp:txBody>
      <dsp:txXfrm>
        <a:off x="6008935" y="1567179"/>
        <a:ext cx="1819871" cy="1091922"/>
      </dsp:txXfrm>
    </dsp:sp>
    <dsp:sp modelId="{459BF269-5D7C-B542-A8F2-26C07F0FC5FA}">
      <dsp:nvSpPr>
        <dsp:cNvPr id="0" name=""/>
        <dsp:cNvSpPr/>
      </dsp:nvSpPr>
      <dsp:spPr>
        <a:xfrm>
          <a:off x="8010793" y="156717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Other Health Impairment</a:t>
          </a:r>
        </a:p>
      </dsp:txBody>
      <dsp:txXfrm>
        <a:off x="8010793" y="1567179"/>
        <a:ext cx="1819871" cy="1091922"/>
      </dsp:txXfrm>
    </dsp:sp>
    <dsp:sp modelId="{4C3D86C2-9AD3-AC44-899E-491A152618ED}">
      <dsp:nvSpPr>
        <dsp:cNvPr id="0" name=""/>
        <dsp:cNvSpPr/>
      </dsp:nvSpPr>
      <dsp:spPr>
        <a:xfrm>
          <a:off x="1004290" y="284108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Specific Learning Disability</a:t>
          </a:r>
        </a:p>
      </dsp:txBody>
      <dsp:txXfrm>
        <a:off x="1004290" y="2841089"/>
        <a:ext cx="1819871" cy="1091922"/>
      </dsp:txXfrm>
    </dsp:sp>
    <dsp:sp modelId="{0BDF6B43-69D3-024B-A2F8-391C878CC4E6}">
      <dsp:nvSpPr>
        <dsp:cNvPr id="0" name=""/>
        <dsp:cNvSpPr/>
      </dsp:nvSpPr>
      <dsp:spPr>
        <a:xfrm>
          <a:off x="3006148" y="284108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Speech/language Impairment</a:t>
          </a:r>
        </a:p>
      </dsp:txBody>
      <dsp:txXfrm>
        <a:off x="3006148" y="2841089"/>
        <a:ext cx="1819871" cy="1091922"/>
      </dsp:txXfrm>
    </dsp:sp>
    <dsp:sp modelId="{8ABD210C-FC09-BD4E-9F93-CA28E8750C2F}">
      <dsp:nvSpPr>
        <dsp:cNvPr id="0" name=""/>
        <dsp:cNvSpPr/>
      </dsp:nvSpPr>
      <dsp:spPr>
        <a:xfrm>
          <a:off x="5008006" y="284108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Traumatic Brain Injury</a:t>
          </a:r>
        </a:p>
      </dsp:txBody>
      <dsp:txXfrm>
        <a:off x="5008006" y="2841089"/>
        <a:ext cx="1819871" cy="1091922"/>
      </dsp:txXfrm>
    </dsp:sp>
    <dsp:sp modelId="{02496814-AD22-9143-A66B-8F6E262CA7E5}">
      <dsp:nvSpPr>
        <dsp:cNvPr id="0" name=""/>
        <dsp:cNvSpPr/>
      </dsp:nvSpPr>
      <dsp:spPr>
        <a:xfrm>
          <a:off x="7009864" y="2841089"/>
          <a:ext cx="1819871" cy="1091922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Visual Impairment</a:t>
          </a:r>
        </a:p>
      </dsp:txBody>
      <dsp:txXfrm>
        <a:off x="7009864" y="2841089"/>
        <a:ext cx="1819871" cy="109192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368C9-FB3A-F345-BE4D-436E588082C2}">
      <dsp:nvSpPr>
        <dsp:cNvPr id="0" name=""/>
        <dsp:cNvSpPr/>
      </dsp:nvSpPr>
      <dsp:spPr>
        <a:xfrm>
          <a:off x="126" y="0"/>
          <a:ext cx="1683483" cy="346710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General Education </a:t>
          </a:r>
        </a:p>
      </dsp:txBody>
      <dsp:txXfrm>
        <a:off x="126" y="1386840"/>
        <a:ext cx="1683483" cy="1386840"/>
      </dsp:txXfrm>
    </dsp:sp>
    <dsp:sp modelId="{BC7FC84C-4D4D-0545-9994-9CA1CBE1E5A5}">
      <dsp:nvSpPr>
        <dsp:cNvPr id="0" name=""/>
        <dsp:cNvSpPr/>
      </dsp:nvSpPr>
      <dsp:spPr>
        <a:xfrm>
          <a:off x="264595" y="208026"/>
          <a:ext cx="1154544" cy="115454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F5121-4368-E543-A2FD-73B07A3E0996}">
      <dsp:nvSpPr>
        <dsp:cNvPr id="0" name=""/>
        <dsp:cNvSpPr/>
      </dsp:nvSpPr>
      <dsp:spPr>
        <a:xfrm>
          <a:off x="1734114" y="0"/>
          <a:ext cx="1683483" cy="346710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General Education with accommodations and related service support</a:t>
          </a:r>
        </a:p>
      </dsp:txBody>
      <dsp:txXfrm>
        <a:off x="1734114" y="1386840"/>
        <a:ext cx="1683483" cy="1386840"/>
      </dsp:txXfrm>
    </dsp:sp>
    <dsp:sp modelId="{05B6ADFF-7260-CB49-BF66-308022035A22}">
      <dsp:nvSpPr>
        <dsp:cNvPr id="0" name=""/>
        <dsp:cNvSpPr/>
      </dsp:nvSpPr>
      <dsp:spPr>
        <a:xfrm>
          <a:off x="1998583" y="208026"/>
          <a:ext cx="1154544" cy="115454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66B39E-493E-2C47-A0E4-654B3877E9A7}">
      <dsp:nvSpPr>
        <dsp:cNvPr id="0" name=""/>
        <dsp:cNvSpPr/>
      </dsp:nvSpPr>
      <dsp:spPr>
        <a:xfrm>
          <a:off x="3468101" y="0"/>
          <a:ext cx="1683483" cy="346710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Resource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Push in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Co-taught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Pull out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 dirty="0"/>
        </a:p>
      </dsp:txBody>
      <dsp:txXfrm>
        <a:off x="3468101" y="1386840"/>
        <a:ext cx="1683483" cy="1386840"/>
      </dsp:txXfrm>
    </dsp:sp>
    <dsp:sp modelId="{405B631A-112E-554C-9093-F19010E3E241}">
      <dsp:nvSpPr>
        <dsp:cNvPr id="0" name=""/>
        <dsp:cNvSpPr/>
      </dsp:nvSpPr>
      <dsp:spPr>
        <a:xfrm>
          <a:off x="3732571" y="208026"/>
          <a:ext cx="1154544" cy="115454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2B66D-F1C8-3444-9744-8732B352E47B}">
      <dsp:nvSpPr>
        <dsp:cNvPr id="0" name=""/>
        <dsp:cNvSpPr/>
      </dsp:nvSpPr>
      <dsp:spPr>
        <a:xfrm>
          <a:off x="5202089" y="0"/>
          <a:ext cx="1683483" cy="346710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Instructional</a:t>
          </a:r>
        </a:p>
      </dsp:txBody>
      <dsp:txXfrm>
        <a:off x="5202089" y="1386840"/>
        <a:ext cx="1683483" cy="1386840"/>
      </dsp:txXfrm>
    </dsp:sp>
    <dsp:sp modelId="{8F83BFA8-79B7-D646-8387-E6CBE3CD040F}">
      <dsp:nvSpPr>
        <dsp:cNvPr id="0" name=""/>
        <dsp:cNvSpPr/>
      </dsp:nvSpPr>
      <dsp:spPr>
        <a:xfrm>
          <a:off x="5466559" y="208026"/>
          <a:ext cx="1154544" cy="115454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5EA38-C379-8745-BDD4-F07CF7059141}">
      <dsp:nvSpPr>
        <dsp:cNvPr id="0" name=""/>
        <dsp:cNvSpPr/>
      </dsp:nvSpPr>
      <dsp:spPr>
        <a:xfrm>
          <a:off x="6936077" y="0"/>
          <a:ext cx="1683483" cy="346710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Specialized Programs</a:t>
          </a:r>
        </a:p>
      </dsp:txBody>
      <dsp:txXfrm>
        <a:off x="6936077" y="1386840"/>
        <a:ext cx="1683483" cy="1386840"/>
      </dsp:txXfrm>
    </dsp:sp>
    <dsp:sp modelId="{1BBA06AC-F544-024A-80F7-00C6ADB49B13}">
      <dsp:nvSpPr>
        <dsp:cNvPr id="0" name=""/>
        <dsp:cNvSpPr/>
      </dsp:nvSpPr>
      <dsp:spPr>
        <a:xfrm>
          <a:off x="7200546" y="208026"/>
          <a:ext cx="1154544" cy="115454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4C92B5-DC91-D64E-9017-C32745093290}">
      <dsp:nvSpPr>
        <dsp:cNvPr id="0" name=""/>
        <dsp:cNvSpPr/>
      </dsp:nvSpPr>
      <dsp:spPr>
        <a:xfrm>
          <a:off x="8670065" y="0"/>
          <a:ext cx="1683483" cy="3467101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1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Out of District Placement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Residential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Day School</a:t>
          </a:r>
        </a:p>
      </dsp:txBody>
      <dsp:txXfrm>
        <a:off x="8670065" y="1386840"/>
        <a:ext cx="1683483" cy="1386840"/>
      </dsp:txXfrm>
    </dsp:sp>
    <dsp:sp modelId="{D812811D-FB43-3E4B-9824-C04109E7DFFD}">
      <dsp:nvSpPr>
        <dsp:cNvPr id="0" name=""/>
        <dsp:cNvSpPr/>
      </dsp:nvSpPr>
      <dsp:spPr>
        <a:xfrm>
          <a:off x="8934534" y="208026"/>
          <a:ext cx="1154544" cy="115454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FA41D-78D9-E846-A6D4-4ADEE1635C4E}">
      <dsp:nvSpPr>
        <dsp:cNvPr id="0" name=""/>
        <dsp:cNvSpPr/>
      </dsp:nvSpPr>
      <dsp:spPr>
        <a:xfrm>
          <a:off x="414147" y="2788871"/>
          <a:ext cx="9525380" cy="520065"/>
        </a:xfrm>
        <a:prstGeom prst="leftRightArrow">
          <a:avLst/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00A30-CD75-4649-B60D-37F3E3D1D44A}">
      <dsp:nvSpPr>
        <dsp:cNvPr id="0" name=""/>
        <dsp:cNvSpPr/>
      </dsp:nvSpPr>
      <dsp:spPr>
        <a:xfrm>
          <a:off x="0" y="755"/>
          <a:ext cx="8915402" cy="883426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Lack of appropriate instruction or attendance</a:t>
          </a:r>
        </a:p>
      </dsp:txBody>
      <dsp:txXfrm>
        <a:off x="43125" y="43880"/>
        <a:ext cx="8829152" cy="797176"/>
      </dsp:txXfrm>
    </dsp:sp>
    <dsp:sp modelId="{EA99ADCA-1DE6-CB40-8BD7-AED9CE2026CF}">
      <dsp:nvSpPr>
        <dsp:cNvPr id="0" name=""/>
        <dsp:cNvSpPr/>
      </dsp:nvSpPr>
      <dsp:spPr>
        <a:xfrm>
          <a:off x="0" y="895699"/>
          <a:ext cx="8915402" cy="883426"/>
        </a:xfrm>
        <a:prstGeom prst="roundRect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English language proficiency</a:t>
          </a:r>
        </a:p>
      </dsp:txBody>
      <dsp:txXfrm>
        <a:off x="43125" y="938824"/>
        <a:ext cx="8829152" cy="797176"/>
      </dsp:txXfrm>
    </dsp:sp>
    <dsp:sp modelId="{80F17AD8-FB05-734F-BC6D-1B1911E67C0D}">
      <dsp:nvSpPr>
        <dsp:cNvPr id="0" name=""/>
        <dsp:cNvSpPr/>
      </dsp:nvSpPr>
      <dsp:spPr>
        <a:xfrm>
          <a:off x="0" y="1790643"/>
          <a:ext cx="8915402" cy="883426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Temporary disabling issues</a:t>
          </a:r>
        </a:p>
      </dsp:txBody>
      <dsp:txXfrm>
        <a:off x="43125" y="1833768"/>
        <a:ext cx="8829152" cy="797176"/>
      </dsp:txXfrm>
    </dsp:sp>
    <dsp:sp modelId="{121494B8-7302-104B-83BB-5517D7449D51}">
      <dsp:nvSpPr>
        <dsp:cNvPr id="0" name=""/>
        <dsp:cNvSpPr/>
      </dsp:nvSpPr>
      <dsp:spPr>
        <a:xfrm>
          <a:off x="0" y="2685587"/>
          <a:ext cx="8915402" cy="883426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Economic disadvantage</a:t>
          </a:r>
        </a:p>
      </dsp:txBody>
      <dsp:txXfrm>
        <a:off x="43125" y="2728712"/>
        <a:ext cx="8829152" cy="797176"/>
      </dsp:txXfrm>
    </dsp:sp>
    <dsp:sp modelId="{3B7BBD60-6344-FE44-9B39-6B5715B0355F}">
      <dsp:nvSpPr>
        <dsp:cNvPr id="0" name=""/>
        <dsp:cNvSpPr/>
      </dsp:nvSpPr>
      <dsp:spPr>
        <a:xfrm>
          <a:off x="0" y="3580531"/>
          <a:ext cx="8915402" cy="883426"/>
        </a:xfrm>
        <a:prstGeom prst="roundRect">
          <a:avLst/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Does not meet inclusionary criteria as determined by qualified professional</a:t>
          </a:r>
        </a:p>
      </dsp:txBody>
      <dsp:txXfrm>
        <a:off x="43125" y="3623656"/>
        <a:ext cx="8829152" cy="7971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B79AA-244D-664F-A184-3B296D006048}">
      <dsp:nvSpPr>
        <dsp:cNvPr id="0" name=""/>
        <dsp:cNvSpPr/>
      </dsp:nvSpPr>
      <dsp:spPr>
        <a:xfrm>
          <a:off x="3080" y="491623"/>
          <a:ext cx="2444055" cy="1466433"/>
        </a:xfrm>
        <a:prstGeom prst="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Univers" panose="020B0503020202020204" pitchFamily="34" charset="0"/>
            </a:rPr>
            <a:t>Health (Hearing/Vision)</a:t>
          </a:r>
        </a:p>
      </dsp:txBody>
      <dsp:txXfrm>
        <a:off x="3080" y="491623"/>
        <a:ext cx="2444055" cy="1466433"/>
      </dsp:txXfrm>
    </dsp:sp>
    <dsp:sp modelId="{333F5478-C7F3-0A46-BE17-C24AB3FAC86A}">
      <dsp:nvSpPr>
        <dsp:cNvPr id="0" name=""/>
        <dsp:cNvSpPr/>
      </dsp:nvSpPr>
      <dsp:spPr>
        <a:xfrm>
          <a:off x="2691541" y="491623"/>
          <a:ext cx="2444055" cy="1466433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Univers" panose="020B0503020202020204" pitchFamily="34" charset="0"/>
            </a:rPr>
            <a:t>Motor Abilities</a:t>
          </a:r>
        </a:p>
      </dsp:txBody>
      <dsp:txXfrm>
        <a:off x="2691541" y="491623"/>
        <a:ext cx="2444055" cy="1466433"/>
      </dsp:txXfrm>
    </dsp:sp>
    <dsp:sp modelId="{C6E86137-4579-A643-A4FD-95B9C9BE5B7F}">
      <dsp:nvSpPr>
        <dsp:cNvPr id="0" name=""/>
        <dsp:cNvSpPr/>
      </dsp:nvSpPr>
      <dsp:spPr>
        <a:xfrm>
          <a:off x="5380002" y="491623"/>
          <a:ext cx="2444055" cy="1466433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Univers" panose="020B0503020202020204" pitchFamily="34" charset="0"/>
            </a:rPr>
            <a:t>Functional Performance</a:t>
          </a:r>
        </a:p>
      </dsp:txBody>
      <dsp:txXfrm>
        <a:off x="5380002" y="491623"/>
        <a:ext cx="2444055" cy="1466433"/>
      </dsp:txXfrm>
    </dsp:sp>
    <dsp:sp modelId="{5CE30EBA-5D8B-DF41-914C-DB61AE8483B0}">
      <dsp:nvSpPr>
        <dsp:cNvPr id="0" name=""/>
        <dsp:cNvSpPr/>
      </dsp:nvSpPr>
      <dsp:spPr>
        <a:xfrm>
          <a:off x="8068463" y="491623"/>
          <a:ext cx="2444055" cy="1466433"/>
        </a:xfrm>
        <a:prstGeom prst="rect">
          <a:avLst/>
        </a:prstGeom>
        <a:solidFill>
          <a:schemeClr val="accent3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Univers" panose="020B0503020202020204" pitchFamily="34" charset="0"/>
            </a:rPr>
            <a:t>Cognitive Functioning</a:t>
          </a:r>
        </a:p>
      </dsp:txBody>
      <dsp:txXfrm>
        <a:off x="8068463" y="491623"/>
        <a:ext cx="2444055" cy="1466433"/>
      </dsp:txXfrm>
    </dsp:sp>
    <dsp:sp modelId="{9D9D878F-D3E8-174F-91FC-31115279166C}">
      <dsp:nvSpPr>
        <dsp:cNvPr id="0" name=""/>
        <dsp:cNvSpPr/>
      </dsp:nvSpPr>
      <dsp:spPr>
        <a:xfrm>
          <a:off x="1347311" y="2202462"/>
          <a:ext cx="2444055" cy="1466433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Univers" panose="020B0503020202020204" pitchFamily="34" charset="0"/>
            </a:rPr>
            <a:t>Social/Emotional Status</a:t>
          </a:r>
        </a:p>
      </dsp:txBody>
      <dsp:txXfrm>
        <a:off x="1347311" y="2202462"/>
        <a:ext cx="2444055" cy="1466433"/>
      </dsp:txXfrm>
    </dsp:sp>
    <dsp:sp modelId="{22E80F78-4F56-BB4E-AACE-F0EDC4D9B5BE}">
      <dsp:nvSpPr>
        <dsp:cNvPr id="0" name=""/>
        <dsp:cNvSpPr/>
      </dsp:nvSpPr>
      <dsp:spPr>
        <a:xfrm>
          <a:off x="4035772" y="2202462"/>
          <a:ext cx="2444055" cy="1466433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Univers" panose="020B0503020202020204" pitchFamily="34" charset="0"/>
            </a:rPr>
            <a:t>Academic Achievement</a:t>
          </a:r>
        </a:p>
      </dsp:txBody>
      <dsp:txXfrm>
        <a:off x="4035772" y="2202462"/>
        <a:ext cx="2444055" cy="1466433"/>
      </dsp:txXfrm>
    </dsp:sp>
    <dsp:sp modelId="{1AD1DE59-3312-3C4F-AA63-B2D833F03476}">
      <dsp:nvSpPr>
        <dsp:cNvPr id="0" name=""/>
        <dsp:cNvSpPr/>
      </dsp:nvSpPr>
      <dsp:spPr>
        <a:xfrm>
          <a:off x="6724233" y="2202462"/>
          <a:ext cx="2444055" cy="1466433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Univers" panose="020B0503020202020204" pitchFamily="34" charset="0"/>
            </a:rPr>
            <a:t>Communication Status</a:t>
          </a:r>
        </a:p>
      </dsp:txBody>
      <dsp:txXfrm>
        <a:off x="6724233" y="2202462"/>
        <a:ext cx="2444055" cy="146643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F68C28-6F3F-C34E-9AE2-90B7E564FC38}">
      <dsp:nvSpPr>
        <dsp:cNvPr id="0" name=""/>
        <dsp:cNvSpPr/>
      </dsp:nvSpPr>
      <dsp:spPr>
        <a:xfrm>
          <a:off x="768" y="0"/>
          <a:ext cx="3111882" cy="3357588"/>
        </a:xfrm>
        <a:prstGeom prst="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385" tIns="0" rIns="307385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Univers" panose="020B0503020202020204" pitchFamily="34" charset="0"/>
              <a:cs typeface="Times New Roman" panose="02020603050405020304" pitchFamily="18" charset="0"/>
            </a:rPr>
            <a:t>Team considers existing information about Child</a:t>
          </a:r>
        </a:p>
      </dsp:txBody>
      <dsp:txXfrm>
        <a:off x="768" y="1343035"/>
        <a:ext cx="3111882" cy="2014552"/>
      </dsp:txXfrm>
    </dsp:sp>
    <dsp:sp modelId="{3362D7C4-4D96-DD48-B34F-291B9F8FB4B2}">
      <dsp:nvSpPr>
        <dsp:cNvPr id="0" name=""/>
        <dsp:cNvSpPr/>
      </dsp:nvSpPr>
      <dsp:spPr>
        <a:xfrm>
          <a:off x="768" y="0"/>
          <a:ext cx="3111882" cy="134303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385" tIns="165100" rIns="30738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768" y="0"/>
        <a:ext cx="3111882" cy="1343035"/>
      </dsp:txXfrm>
    </dsp:sp>
    <dsp:sp modelId="{BD67DE5C-AB0F-EE43-A440-B685DBDA8FF4}">
      <dsp:nvSpPr>
        <dsp:cNvPr id="0" name=""/>
        <dsp:cNvSpPr/>
      </dsp:nvSpPr>
      <dsp:spPr>
        <a:xfrm>
          <a:off x="3361602" y="0"/>
          <a:ext cx="3111882" cy="3357588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accent2">
              <a:hueOff val="-756214"/>
              <a:satOff val="2136"/>
              <a:lumOff val="22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385" tIns="0" rIns="307385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Univers" panose="020B0503020202020204" pitchFamily="34" charset="0"/>
              <a:cs typeface="Times New Roman" panose="02020603050405020304" pitchFamily="18" charset="0"/>
            </a:rPr>
            <a:t>Team determines if more information is needed </a:t>
          </a:r>
        </a:p>
      </dsp:txBody>
      <dsp:txXfrm>
        <a:off x="3361602" y="1343035"/>
        <a:ext cx="3111882" cy="2014552"/>
      </dsp:txXfrm>
    </dsp:sp>
    <dsp:sp modelId="{DEE47FA4-343B-7842-9C52-923EA7F9FDDF}">
      <dsp:nvSpPr>
        <dsp:cNvPr id="0" name=""/>
        <dsp:cNvSpPr/>
      </dsp:nvSpPr>
      <dsp:spPr>
        <a:xfrm>
          <a:off x="3361602" y="0"/>
          <a:ext cx="3111882" cy="134303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385" tIns="165100" rIns="30738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361602" y="0"/>
        <a:ext cx="3111882" cy="1343035"/>
      </dsp:txXfrm>
    </dsp:sp>
    <dsp:sp modelId="{006C9054-DC67-4149-B346-00A3953879AB}">
      <dsp:nvSpPr>
        <dsp:cNvPr id="0" name=""/>
        <dsp:cNvSpPr/>
      </dsp:nvSpPr>
      <dsp:spPr>
        <a:xfrm>
          <a:off x="6722435" y="0"/>
          <a:ext cx="3111882" cy="3357588"/>
        </a:xfrm>
        <a:prstGeom prst="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accent2">
              <a:hueOff val="-1512428"/>
              <a:satOff val="4272"/>
              <a:lumOff val="45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385" tIns="0" rIns="307385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Univers" panose="020B0503020202020204" pitchFamily="34" charset="0"/>
              <a:cs typeface="Times New Roman" panose="02020603050405020304" pitchFamily="18" charset="0"/>
            </a:rPr>
            <a:t>Decide how/who will get the additional data</a:t>
          </a:r>
        </a:p>
      </dsp:txBody>
      <dsp:txXfrm>
        <a:off x="6722435" y="1343035"/>
        <a:ext cx="3111882" cy="2014552"/>
      </dsp:txXfrm>
    </dsp:sp>
    <dsp:sp modelId="{A2B55293-B37D-7248-BAA0-744C254B0395}">
      <dsp:nvSpPr>
        <dsp:cNvPr id="0" name=""/>
        <dsp:cNvSpPr/>
      </dsp:nvSpPr>
      <dsp:spPr>
        <a:xfrm>
          <a:off x="6722435" y="0"/>
          <a:ext cx="3111882" cy="134303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385" tIns="165100" rIns="307385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722435" y="0"/>
        <a:ext cx="3111882" cy="134303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FD2AF-F517-8C4F-BC90-0E57E131983C}">
      <dsp:nvSpPr>
        <dsp:cNvPr id="0" name=""/>
        <dsp:cNvSpPr/>
      </dsp:nvSpPr>
      <dsp:spPr>
        <a:xfrm>
          <a:off x="0" y="55996"/>
          <a:ext cx="7804426" cy="1557123"/>
        </a:xfrm>
        <a:prstGeom prst="roundRect">
          <a:avLst/>
        </a:prstGeom>
        <a:solidFill>
          <a:schemeClr val="accent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Univers" panose="020B0503020202020204" pitchFamily="34" charset="0"/>
            </a:rPr>
            <a:t>Who on your team is your ally?</a:t>
          </a:r>
        </a:p>
      </dsp:txBody>
      <dsp:txXfrm>
        <a:off x="76012" y="132008"/>
        <a:ext cx="7652402" cy="1405099"/>
      </dsp:txXfrm>
    </dsp:sp>
    <dsp:sp modelId="{AF33591E-364C-934F-8367-FD381BED67D0}">
      <dsp:nvSpPr>
        <dsp:cNvPr id="0" name=""/>
        <dsp:cNvSpPr/>
      </dsp:nvSpPr>
      <dsp:spPr>
        <a:xfrm>
          <a:off x="0" y="1725440"/>
          <a:ext cx="7804426" cy="1557123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Univers" panose="020B0503020202020204" pitchFamily="34" charset="0"/>
            </a:rPr>
            <a:t>With whom would you expect to have some challenge?</a:t>
          </a:r>
        </a:p>
      </dsp:txBody>
      <dsp:txXfrm>
        <a:off x="76012" y="1801452"/>
        <a:ext cx="7652402" cy="1405099"/>
      </dsp:txXfrm>
    </dsp:sp>
    <dsp:sp modelId="{45954D7E-734D-994A-B7C9-B5FC8A561181}">
      <dsp:nvSpPr>
        <dsp:cNvPr id="0" name=""/>
        <dsp:cNvSpPr/>
      </dsp:nvSpPr>
      <dsp:spPr>
        <a:xfrm>
          <a:off x="0" y="3394884"/>
          <a:ext cx="7804426" cy="1557123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Univers" panose="020B0503020202020204" pitchFamily="34" charset="0"/>
            </a:rPr>
            <a:t>What factors and dynamics contribute to your answer?</a:t>
          </a:r>
        </a:p>
      </dsp:txBody>
      <dsp:txXfrm>
        <a:off x="76012" y="3470896"/>
        <a:ext cx="7652402" cy="1405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80ED2-3269-DA48-95FC-22EFA72855B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9039-7F83-5A45-BE9E-69CDEAAA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5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4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0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5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7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5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4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4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71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2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0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30" r:id="rId6"/>
    <p:sldLayoutId id="2147483725" r:id="rId7"/>
    <p:sldLayoutId id="2147483726" r:id="rId8"/>
    <p:sldLayoutId id="2147483727" r:id="rId9"/>
    <p:sldLayoutId id="2147483729" r:id="rId10"/>
    <p:sldLayoutId id="214748372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green-funne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2CFB7124-993E-4CF3-A0CA-A32DF6CC4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94F4EA-6586-4537-8435-1C89CECA2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679400" cy="6857999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FF991-0141-5DAC-5F9B-4B2A420B1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3076" y="1607462"/>
            <a:ext cx="3663724" cy="201655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/>
              <a:t>SOWK 609B: School Social Work Practice and 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4A8E2-385B-0C25-A92B-60F21F7A5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3929" y="3851839"/>
            <a:ext cx="3663724" cy="1192070"/>
          </a:xfrm>
        </p:spPr>
        <p:txBody>
          <a:bodyPr anchor="t">
            <a:normAutofit/>
          </a:bodyPr>
          <a:lstStyle/>
          <a:p>
            <a:r>
              <a:rPr lang="en-US" sz="1600" dirty="0"/>
              <a:t>Session 1 Spring 2026</a:t>
            </a:r>
          </a:p>
          <a:p>
            <a:r>
              <a:rPr lang="en-US" sz="1600" dirty="0"/>
              <a:t>Binita M. Donohue, LCSW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8E167B2-567D-D11F-B688-97C6774BD8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11"/>
          <a:stretch/>
        </p:blipFill>
        <p:spPr>
          <a:xfrm>
            <a:off x="6477000" y="945112"/>
            <a:ext cx="4912581" cy="496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4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E096E-DBA7-A9C1-5032-6A2665D70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63" y="588245"/>
            <a:ext cx="11376837" cy="854793"/>
          </a:xfrm>
        </p:spPr>
        <p:txBody>
          <a:bodyPr>
            <a:normAutofit/>
          </a:bodyPr>
          <a:lstStyle/>
          <a:p>
            <a:r>
              <a:rPr lang="en-US" dirty="0"/>
              <a:t>Internship to date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FD0F5C0-07DB-DF93-A968-EDDCA3D16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445122"/>
              </p:ext>
            </p:extLst>
          </p:nvPr>
        </p:nvGraphicFramePr>
        <p:xfrm>
          <a:off x="786257" y="2366093"/>
          <a:ext cx="10442575" cy="3903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AD5A9-4293-B62D-43F4-3165E283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FFAE-F958-4CF0-B579-5941DF899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1957E-C1FD-9F77-1FAB-BBC74FA5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59860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17E3-E289-E913-F001-D5ED8768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you begin this semester…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EF58E7-51C7-34EA-B9EE-AABC8BE030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395718"/>
              </p:ext>
            </p:extLst>
          </p:nvPr>
        </p:nvGraphicFramePr>
        <p:xfrm>
          <a:off x="1638300" y="2057400"/>
          <a:ext cx="8915402" cy="4137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364368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DABA077-5650-4194-91A9-0181927D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4E7FFF-D33D-499B-85BF-6EBA5D5FB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1402E7-5138-4B04-AA6B-9B61E652E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57400"/>
            <a:ext cx="1139190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6257E-50CE-55D1-47D4-E03AD26ED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435247"/>
            <a:ext cx="9493893" cy="1186903"/>
          </a:xfrm>
        </p:spPr>
        <p:txBody>
          <a:bodyPr>
            <a:normAutofit/>
          </a:bodyPr>
          <a:lstStyle/>
          <a:p>
            <a:r>
              <a:rPr lang="en-US"/>
              <a:t>Orientation, Disorientation and Reorientation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7F1BC7-6FA5-362C-915C-ECF7BBE192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" r="14459" b="4"/>
          <a:stretch>
            <a:fillRect/>
          </a:stretch>
        </p:blipFill>
        <p:spPr>
          <a:xfrm>
            <a:off x="7322029" y="2057400"/>
            <a:ext cx="4069871" cy="480060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15E805-695E-A336-2753-FA3A23B3C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780878"/>
              </p:ext>
            </p:extLst>
          </p:nvPr>
        </p:nvGraphicFramePr>
        <p:xfrm>
          <a:off x="210065" y="2057397"/>
          <a:ext cx="7111964" cy="4800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560482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985DA6E-9744-43B5-B516-200B586EE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F494AD-371C-4987-843F-FA145E5B1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55370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41031-E8BF-0895-CD73-B834EA708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4" y="381000"/>
            <a:ext cx="8870770" cy="685799"/>
          </a:xfrm>
        </p:spPr>
        <p:txBody>
          <a:bodyPr>
            <a:normAutofit/>
          </a:bodyPr>
          <a:lstStyle/>
          <a:p>
            <a:r>
              <a:rPr lang="en-US" sz="2400" dirty="0"/>
              <a:t>FBA/BIP Assignment – quick bit of info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4705B5-8F0D-CA07-D3C3-A6ADE20C4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7998"/>
              </p:ext>
            </p:extLst>
          </p:nvPr>
        </p:nvGraphicFramePr>
        <p:xfrm>
          <a:off x="1223963" y="2052085"/>
          <a:ext cx="9758362" cy="415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70280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5" grpId="1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FE9CC2-BA24-47CD-AE5E-A6BB2A464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5E4CD-D48B-4BA2-A183-C7F932AA6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82830"/>
            <a:ext cx="4038600" cy="411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DDB47-6D44-2480-4EA1-9F709668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2690036"/>
            <a:ext cx="2630854" cy="2014825"/>
          </a:xfrm>
        </p:spPr>
        <p:txBody>
          <a:bodyPr anchor="t">
            <a:normAutofit/>
          </a:bodyPr>
          <a:lstStyle/>
          <a:p>
            <a:r>
              <a:rPr lang="en-US" dirty="0"/>
              <a:t>Second Semester!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784F3D-10E1-4B74-93AA-7E1A380023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626415"/>
              </p:ext>
            </p:extLst>
          </p:nvPr>
        </p:nvGraphicFramePr>
        <p:xfrm>
          <a:off x="4609070" y="669851"/>
          <a:ext cx="6619807" cy="5422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4026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5CBE2F-672D-F040-BB14-1F27AC60C4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8811FB-B3B3-4A4E-82F9-0D5AFA992D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66968E-61E1-784A-A714-E733EAB36C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402F93-6ED5-2E4A-9898-C595111202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7ADE34A-CE66-3C44-89BB-FFDACED1AE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A0953BF-34F8-0E4E-8E4D-FEB3D47951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54C96D-FE81-CC4B-B5AD-19A8EB1F8B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Icon&#10;&#10;Description automatically generated">
            <a:extLst>
              <a:ext uri="{FF2B5EF4-FFF2-40B4-BE49-F238E27FC236}">
                <a16:creationId xmlns:a16="http://schemas.microsoft.com/office/drawing/2014/main" id="{0B8F5E84-5B95-FB94-F88F-93C15389D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15581" y="2097886"/>
            <a:ext cx="4160837" cy="41608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7F521A-D006-D8C9-BF49-A8DFC3590DBB}"/>
              </a:ext>
            </a:extLst>
          </p:cNvPr>
          <p:cNvSpPr txBox="1"/>
          <p:nvPr/>
        </p:nvSpPr>
        <p:spPr>
          <a:xfrm>
            <a:off x="3761559" y="5929611"/>
            <a:ext cx="4669868" cy="72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4104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Special Education</a:t>
            </a:r>
            <a:endParaRPr lang="en-US" sz="5400" dirty="0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ED6F3A48-2CE2-CFCE-D14D-58DAC1721C5F}"/>
              </a:ext>
            </a:extLst>
          </p:cNvPr>
          <p:cNvSpPr/>
          <p:nvPr/>
        </p:nvSpPr>
        <p:spPr>
          <a:xfrm>
            <a:off x="5700989" y="2011363"/>
            <a:ext cx="858335" cy="100759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F3B03BD-7368-D85E-DE4A-4B0E8024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34" y="2656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All issues</a:t>
            </a: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0BA01EB0-55BB-9B84-8B70-EC8863FC829E}"/>
              </a:ext>
            </a:extLst>
          </p:cNvPr>
          <p:cNvSpPr/>
          <p:nvPr/>
        </p:nvSpPr>
        <p:spPr>
          <a:xfrm>
            <a:off x="5906814" y="4922019"/>
            <a:ext cx="446687" cy="1007592"/>
          </a:xfrm>
          <a:prstGeom prst="downArrow">
            <a:avLst>
              <a:gd name="adj1" fmla="val 50000"/>
              <a:gd name="adj2" fmla="val 48775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B8BCD5-CB4F-03B8-231C-EE71EDE8CB45}"/>
              </a:ext>
            </a:extLst>
          </p:cNvPr>
          <p:cNvSpPr txBox="1"/>
          <p:nvPr/>
        </p:nvSpPr>
        <p:spPr>
          <a:xfrm rot="19428422">
            <a:off x="3406637" y="1501753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Throws a desk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D7FCC8-F544-0E98-1CB7-8B5DF7ABA17C}"/>
              </a:ext>
            </a:extLst>
          </p:cNvPr>
          <p:cNvSpPr txBox="1"/>
          <p:nvPr/>
        </p:nvSpPr>
        <p:spPr>
          <a:xfrm rot="1553725">
            <a:off x="6753354" y="2300367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Failing grades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64EBAE-EFF4-4D3B-8FD5-B17757A86939}"/>
              </a:ext>
            </a:extLst>
          </p:cNvPr>
          <p:cNvSpPr txBox="1"/>
          <p:nvPr/>
        </p:nvSpPr>
        <p:spPr>
          <a:xfrm rot="19908318">
            <a:off x="3696403" y="1949724"/>
            <a:ext cx="2552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doing homework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3A78E1-3C5E-4DE6-9014-2C8B8A35FD87}"/>
              </a:ext>
            </a:extLst>
          </p:cNvPr>
          <p:cNvSpPr txBox="1"/>
          <p:nvPr/>
        </p:nvSpPr>
        <p:spPr>
          <a:xfrm rot="483497">
            <a:off x="6197243" y="1676534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Doesn’t attend school</a:t>
            </a:r>
          </a:p>
        </p:txBody>
      </p:sp>
    </p:spTree>
    <p:extLst>
      <p:ext uri="{BB962C8B-B14F-4D97-AF65-F5344CB8AC3E}">
        <p14:creationId xmlns:p14="http://schemas.microsoft.com/office/powerpoint/2010/main" val="32744307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0" grpId="0" animBg="1"/>
      <p:bldP spid="11" grpId="0"/>
      <p:bldP spid="12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625067-F40D-E045-B32D-17283B0E6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2810502"/>
            <a:ext cx="4315386" cy="1227470"/>
          </a:xfrm>
        </p:spPr>
        <p:txBody>
          <a:bodyPr>
            <a:normAutofit/>
          </a:bodyPr>
          <a:lstStyle/>
          <a:p>
            <a:r>
              <a:rPr lang="en-US" dirty="0"/>
              <a:t>Why is the student ”not learning?”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5EC5D8-E7EB-E64C-8514-3CE7F124BB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112934"/>
              </p:ext>
            </p:extLst>
          </p:nvPr>
        </p:nvGraphicFramePr>
        <p:xfrm>
          <a:off x="5183188" y="987425"/>
          <a:ext cx="5419725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3FAD38-F8E1-F54B-86D4-5D0E2AB08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8999"/>
            <a:ext cx="4315386" cy="2900363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16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8CEC38C-F3C6-1B47-A0BC-6FD4EDA4CA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1B7010E-3323-B64E-A937-D72ABA0922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7E4AA7A-C526-AF47-ACD6-331079179F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44DC075-C31F-E54C-840B-A965AD9AE2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056ADD9-4DF8-834C-89EA-DF9E25336A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307CA5-FC09-7212-5AC9-B494E2EEF27F}"/>
              </a:ext>
            </a:extLst>
          </p:cNvPr>
          <p:cNvSpPr txBox="1"/>
          <p:nvPr/>
        </p:nvSpPr>
        <p:spPr>
          <a:xfrm>
            <a:off x="966951" y="3355130"/>
            <a:ext cx="2669407" cy="2427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8" name="Picture 7" descr="Screen Shot 2015-01-31 at 5.43.15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" r="3" b="3"/>
          <a:stretch/>
        </p:blipFill>
        <p:spPr>
          <a:xfrm>
            <a:off x="3773434" y="431585"/>
            <a:ext cx="7165116" cy="6192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4E88CF-4387-2BD2-0B28-28162B1141AB}"/>
              </a:ext>
            </a:extLst>
          </p:cNvPr>
          <p:cNvSpPr txBox="1"/>
          <p:nvPr/>
        </p:nvSpPr>
        <p:spPr>
          <a:xfrm>
            <a:off x="803188" y="1507892"/>
            <a:ext cx="2669407" cy="18805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/>
              </a:rPr>
              <a:t>Tishelman, A. C., Haney, P., Greenwald O’Brien, J., &amp; Blaustein, M. E.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7990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67669C8-6167-4A30-AD4E-0215E6483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2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0265E0-7389-441B-AD2F-9304B3D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8300" y="2057400"/>
            <a:ext cx="1055370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3E1CF-AC79-A701-B503-F8B35604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352" y="499921"/>
            <a:ext cx="9410449" cy="1057559"/>
          </a:xfrm>
        </p:spPr>
        <p:txBody>
          <a:bodyPr>
            <a:normAutofit/>
          </a:bodyPr>
          <a:lstStyle/>
          <a:p>
            <a:r>
              <a:rPr lang="en-US" dirty="0"/>
              <a:t>Trauma and behavior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4D2858-3DA8-ACA3-F93F-3D34E50FC5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129286"/>
              </p:ext>
            </p:extLst>
          </p:nvPr>
        </p:nvGraphicFramePr>
        <p:xfrm>
          <a:off x="1927654" y="2199503"/>
          <a:ext cx="9922476" cy="4448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3329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E9DA-04C4-7648-A611-1DB3E6AB5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7" y="502978"/>
            <a:ext cx="10938076" cy="1371600"/>
          </a:xfrm>
        </p:spPr>
        <p:txBody>
          <a:bodyPr>
            <a:normAutofit/>
          </a:bodyPr>
          <a:lstStyle/>
          <a:p>
            <a:r>
              <a:rPr lang="en-US" dirty="0"/>
              <a:t>Process of Special Education Placement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FEE41A-D302-684E-B9DA-D9680D295F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0987" y="2162122"/>
          <a:ext cx="11630025" cy="3549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1C8DA15-5A6F-1242-8DA4-69443994A1E0}"/>
              </a:ext>
            </a:extLst>
          </p:cNvPr>
          <p:cNvSpPr txBox="1"/>
          <p:nvPr/>
        </p:nvSpPr>
        <p:spPr>
          <a:xfrm>
            <a:off x="1264746" y="2404414"/>
            <a:ext cx="1404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Pre-referral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5D101B-E3EE-C44E-B30A-F00A98C12662}"/>
              </a:ext>
            </a:extLst>
          </p:cNvPr>
          <p:cNvCxnSpPr>
            <a:cxnSpLocks/>
          </p:cNvCxnSpPr>
          <p:nvPr/>
        </p:nvCxnSpPr>
        <p:spPr>
          <a:xfrm flipH="1">
            <a:off x="202104" y="2589080"/>
            <a:ext cx="1066801" cy="10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0846DB-67EF-A147-804E-4F1CD7055C67}"/>
              </a:ext>
            </a:extLst>
          </p:cNvPr>
          <p:cNvCxnSpPr/>
          <p:nvPr/>
        </p:nvCxnSpPr>
        <p:spPr>
          <a:xfrm>
            <a:off x="2495460" y="2597006"/>
            <a:ext cx="112871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rved Left Arrow 34">
            <a:extLst>
              <a:ext uri="{FF2B5EF4-FFF2-40B4-BE49-F238E27FC236}">
                <a16:creationId xmlns:a16="http://schemas.microsoft.com/office/drawing/2014/main" id="{C46A6926-09F4-9642-8A74-60DAA5E29EE7}"/>
              </a:ext>
            </a:extLst>
          </p:cNvPr>
          <p:cNvSpPr/>
          <p:nvPr/>
        </p:nvSpPr>
        <p:spPr>
          <a:xfrm rot="5400000">
            <a:off x="2400691" y="4459941"/>
            <a:ext cx="731520" cy="121615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urved Right Arrow 2">
            <a:extLst>
              <a:ext uri="{FF2B5EF4-FFF2-40B4-BE49-F238E27FC236}">
                <a16:creationId xmlns:a16="http://schemas.microsoft.com/office/drawing/2014/main" id="{7EA4884E-F337-DD8B-0C94-0104DD1137DA}"/>
              </a:ext>
            </a:extLst>
          </p:cNvPr>
          <p:cNvSpPr/>
          <p:nvPr/>
        </p:nvSpPr>
        <p:spPr>
          <a:xfrm rot="16200000">
            <a:off x="7090246" y="3817793"/>
            <a:ext cx="731520" cy="2720012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9F90B-832C-6274-7F0F-4ED17A1324DB}"/>
              </a:ext>
            </a:extLst>
          </p:cNvPr>
          <p:cNvSpPr txBox="1"/>
          <p:nvPr/>
        </p:nvSpPr>
        <p:spPr>
          <a:xfrm>
            <a:off x="6645335" y="5629379"/>
            <a:ext cx="1621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 School Days</a:t>
            </a:r>
          </a:p>
        </p:txBody>
      </p:sp>
    </p:spTree>
    <p:extLst>
      <p:ext uri="{BB962C8B-B14F-4D97-AF65-F5344CB8AC3E}">
        <p14:creationId xmlns:p14="http://schemas.microsoft.com/office/powerpoint/2010/main" val="24529711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58B0-8BD8-F97B-FB97-66AD85DF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218" y="5387431"/>
            <a:ext cx="10013709" cy="1030360"/>
          </a:xfrm>
        </p:spPr>
        <p:txBody>
          <a:bodyPr>
            <a:normAutofit/>
          </a:bodyPr>
          <a:lstStyle/>
          <a:p>
            <a:r>
              <a:rPr lang="en-US" dirty="0"/>
              <a:t>Categories of Special Education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502A7A-045B-9691-E11A-E196A30D8B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78987" y="1161149"/>
          <a:ext cx="9834026" cy="42262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1743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A2E4-96FE-2959-9AC5-CB365B12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49" y="771525"/>
            <a:ext cx="8915402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Least Restrictive Environment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A3A9B-3131-0339-7894-983E4C94E8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758535"/>
              </p:ext>
            </p:extLst>
          </p:nvPr>
        </p:nvGraphicFramePr>
        <p:xfrm>
          <a:off x="919162" y="2276475"/>
          <a:ext cx="10353675" cy="3467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DA07D4-B191-90F9-DF4F-3E5FA022CD7D}"/>
              </a:ext>
            </a:extLst>
          </p:cNvPr>
          <p:cNvSpPr txBox="1"/>
          <p:nvPr/>
        </p:nvSpPr>
        <p:spPr>
          <a:xfrm>
            <a:off x="1773043" y="5140712"/>
            <a:ext cx="1760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Less restrictive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D0198-11D2-255A-0CBE-F4163DA5D049}"/>
              </a:ext>
            </a:extLst>
          </p:cNvPr>
          <p:cNvSpPr txBox="1"/>
          <p:nvPr/>
        </p:nvSpPr>
        <p:spPr>
          <a:xfrm>
            <a:off x="8492404" y="5140712"/>
            <a:ext cx="1926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More Restrictive</a:t>
            </a:r>
          </a:p>
        </p:txBody>
      </p:sp>
    </p:spTree>
    <p:extLst>
      <p:ext uri="{BB962C8B-B14F-4D97-AF65-F5344CB8AC3E}">
        <p14:creationId xmlns:p14="http://schemas.microsoft.com/office/powerpoint/2010/main" val="875534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hecker/>
      </p:transition>
    </mc:Choice>
    <mc:Fallback>
      <p:transition spd="slow"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76A3-C0E4-34D4-FC4E-EAF0DCA7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Exclusionary Criteria for Special Education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564017-36F8-27FB-02A0-54CFBB48B3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7099688"/>
              </p:ext>
            </p:extLst>
          </p:nvPr>
        </p:nvGraphicFramePr>
        <p:xfrm>
          <a:off x="1638300" y="1729946"/>
          <a:ext cx="8915402" cy="4464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5687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checker dir="vert"/>
      </p:transition>
    </mc:Choice>
    <mc:Fallback>
      <p:transition spd="slow">
        <p:checker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189C-FB3F-B002-A651-DBC8EE0B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Domains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1D06A7-CDF8-490E-C33D-375769330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672129"/>
              </p:ext>
            </p:extLst>
          </p:nvPr>
        </p:nvGraphicFramePr>
        <p:xfrm>
          <a:off x="838200" y="1690688"/>
          <a:ext cx="10515600" cy="416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8748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6DB8-4AC7-284A-AA6F-6D039E51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144" y="749616"/>
            <a:ext cx="10013709" cy="103036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What happens at a Domain Meeting?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1E637B-81EA-4A50-B0BC-99E111EC66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280470"/>
              </p:ext>
            </p:extLst>
          </p:nvPr>
        </p:nvGraphicFramePr>
        <p:xfrm>
          <a:off x="1178456" y="2541834"/>
          <a:ext cx="9835087" cy="33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237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3BF1CB8-C4D2-46A7-900D-7B057EBD2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47ED37-AD62-4555-A369-81CC3152B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514851" y="-819151"/>
            <a:ext cx="4800600" cy="10553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A73A4D3-899E-888B-140B-8AB970DE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593" y="489105"/>
            <a:ext cx="9282979" cy="1079188"/>
          </a:xfrm>
        </p:spPr>
        <p:txBody>
          <a:bodyPr anchor="ctr">
            <a:normAutofit/>
          </a:bodyPr>
          <a:lstStyle/>
          <a:p>
            <a:r>
              <a:rPr lang="en-US" dirty="0"/>
              <a:t>The Team/The Process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B997A-F79A-BFCD-2F73-B1BB41E9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982" y="2360427"/>
            <a:ext cx="8565412" cy="3540368"/>
          </a:xfrm>
        </p:spPr>
        <p:txBody>
          <a:bodyPr>
            <a:noAutofit/>
          </a:bodyPr>
          <a:lstStyle/>
          <a:p>
            <a:r>
              <a:rPr lang="en-US" sz="3200" dirty="0">
                <a:latin typeface="Univers" panose="020B0503020202020204" pitchFamily="34" charset="0"/>
              </a:rPr>
              <a:t>At a domain meeting with a parent present, the LEA tells you that you will do a SDS for a child that you do not think needs to have one.  The whole team is present. Practice what you would say. </a:t>
            </a:r>
          </a:p>
        </p:txBody>
      </p:sp>
    </p:spTree>
    <p:extLst>
      <p:ext uri="{BB962C8B-B14F-4D97-AF65-F5344CB8AC3E}">
        <p14:creationId xmlns:p14="http://schemas.microsoft.com/office/powerpoint/2010/main" val="3778084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85DA6E-9744-43B5-B516-200B586EE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F494AD-371C-4987-843F-FA145E5B1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055370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011F0-7D48-A540-2A34-65911A6C9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964" y="381000"/>
            <a:ext cx="8870770" cy="685799"/>
          </a:xfrm>
        </p:spPr>
        <p:txBody>
          <a:bodyPr>
            <a:normAutofit/>
          </a:bodyPr>
          <a:lstStyle/>
          <a:p>
            <a:r>
              <a:rPr lang="en-US" sz="3600" dirty="0"/>
              <a:t>Special Education Team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1B73FC9-22F2-92C9-CBB0-0CA310EA4C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979481"/>
              </p:ext>
            </p:extLst>
          </p:nvPr>
        </p:nvGraphicFramePr>
        <p:xfrm>
          <a:off x="1073888" y="1752601"/>
          <a:ext cx="9856382" cy="44529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99986">
                  <a:extLst>
                    <a:ext uri="{9D8B030D-6E8A-4147-A177-3AD203B41FA5}">
                      <a16:colId xmlns:a16="http://schemas.microsoft.com/office/drawing/2014/main" val="3653588922"/>
                    </a:ext>
                  </a:extLst>
                </a:gridCol>
                <a:gridCol w="5556396">
                  <a:extLst>
                    <a:ext uri="{9D8B030D-6E8A-4147-A177-3AD203B41FA5}">
                      <a16:colId xmlns:a16="http://schemas.microsoft.com/office/drawing/2014/main" val="1303518745"/>
                    </a:ext>
                  </a:extLst>
                </a:gridCol>
              </a:tblGrid>
              <a:tr h="331506">
                <a:tc>
                  <a:txBody>
                    <a:bodyPr/>
                    <a:lstStyle/>
                    <a:p>
                      <a:r>
                        <a:rPr lang="en-US" sz="1200">
                          <a:latin typeface="Univers" panose="020B0503020202020204" pitchFamily="34" charset="0"/>
                        </a:rPr>
                        <a:t>Team Member</a:t>
                      </a:r>
                    </a:p>
                  </a:txBody>
                  <a:tcPr marL="45833" marR="45833" marT="22916" marB="22916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Univers" panose="020B0503020202020204" pitchFamily="34" charset="0"/>
                        </a:rPr>
                        <a:t>Functions/Roles</a:t>
                      </a:r>
                    </a:p>
                  </a:txBody>
                  <a:tcPr marL="45833" marR="45833" marT="22916" marB="22916"/>
                </a:tc>
                <a:extLst>
                  <a:ext uri="{0D108BD9-81ED-4DB2-BD59-A6C34878D82A}">
                    <a16:rowId xmlns:a16="http://schemas.microsoft.com/office/drawing/2014/main" val="650941536"/>
                  </a:ext>
                </a:extLst>
              </a:tr>
              <a:tr h="80537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District Rep/LEA</a:t>
                      </a:r>
                    </a:p>
                  </a:txBody>
                  <a:tcPr marL="45833" marR="45833" marT="22916" marB="22916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Leads meeting</a:t>
                      </a:r>
                    </a:p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Connects to district services</a:t>
                      </a:r>
                    </a:p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Represent the District</a:t>
                      </a:r>
                    </a:p>
                  </a:txBody>
                  <a:tcPr marL="45833" marR="45833" marT="22916" marB="22916"/>
                </a:tc>
                <a:extLst>
                  <a:ext uri="{0D108BD9-81ED-4DB2-BD59-A6C34878D82A}">
                    <a16:rowId xmlns:a16="http://schemas.microsoft.com/office/drawing/2014/main" val="852027523"/>
                  </a:ext>
                </a:extLst>
              </a:tr>
              <a:tr h="80537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Parent/Guardian</a:t>
                      </a:r>
                    </a:p>
                    <a:p>
                      <a:endParaRPr lang="en-US" sz="1600" dirty="0">
                        <a:latin typeface="Univers" panose="020B0503020202020204" pitchFamily="34" charset="0"/>
                      </a:endParaRPr>
                    </a:p>
                  </a:txBody>
                  <a:tcPr marL="45833" marR="45833" marT="22916" marB="22916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Holds the child’s educational history </a:t>
                      </a:r>
                    </a:p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Represents long-term goals</a:t>
                      </a:r>
                    </a:p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Knows child</a:t>
                      </a:r>
                    </a:p>
                  </a:txBody>
                  <a:tcPr marL="45833" marR="45833" marT="22916" marB="22916"/>
                </a:tc>
                <a:extLst>
                  <a:ext uri="{0D108BD9-81ED-4DB2-BD59-A6C34878D82A}">
                    <a16:rowId xmlns:a16="http://schemas.microsoft.com/office/drawing/2014/main" val="3063005024"/>
                  </a:ext>
                </a:extLst>
              </a:tr>
              <a:tr h="5684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Regular Education Teacher</a:t>
                      </a:r>
                    </a:p>
                    <a:p>
                      <a:endParaRPr lang="en-US" sz="1600" dirty="0">
                        <a:latin typeface="Univers" panose="020B0503020202020204" pitchFamily="34" charset="0"/>
                      </a:endParaRPr>
                    </a:p>
                  </a:txBody>
                  <a:tcPr marL="45833" marR="45833" marT="22916" marB="22916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Relate child’s needs to general curriculum</a:t>
                      </a:r>
                    </a:p>
                    <a:p>
                      <a:endParaRPr lang="en-US" sz="1600">
                        <a:latin typeface="Univers" panose="020B0503020202020204" pitchFamily="34" charset="0"/>
                      </a:endParaRPr>
                    </a:p>
                  </a:txBody>
                  <a:tcPr marL="45833" marR="45833" marT="22916" marB="22916"/>
                </a:tc>
                <a:extLst>
                  <a:ext uri="{0D108BD9-81ED-4DB2-BD59-A6C34878D82A}">
                    <a16:rowId xmlns:a16="http://schemas.microsoft.com/office/drawing/2014/main" val="1060435718"/>
                  </a:ext>
                </a:extLst>
              </a:tr>
              <a:tr h="80537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Special Education Teacher</a:t>
                      </a:r>
                    </a:p>
                    <a:p>
                      <a:endParaRPr lang="en-US" sz="1600" dirty="0">
                        <a:latin typeface="Univers" panose="020B0503020202020204" pitchFamily="34" charset="0"/>
                      </a:endParaRPr>
                    </a:p>
                  </a:txBody>
                  <a:tcPr marL="45833" marR="45833" marT="22916" marB="22916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Recommend accommodations and/or modifications to curriculum</a:t>
                      </a:r>
                    </a:p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Provide strategies for learning</a:t>
                      </a:r>
                    </a:p>
                  </a:txBody>
                  <a:tcPr marL="45833" marR="45833" marT="22916" marB="22916"/>
                </a:tc>
                <a:extLst>
                  <a:ext uri="{0D108BD9-81ED-4DB2-BD59-A6C34878D82A}">
                    <a16:rowId xmlns:a16="http://schemas.microsoft.com/office/drawing/2014/main" val="3966768484"/>
                  </a:ext>
                </a:extLst>
              </a:tr>
              <a:tr h="56843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Related Services Personnel</a:t>
                      </a:r>
                    </a:p>
                    <a:p>
                      <a:endParaRPr lang="en-US" sz="1600" dirty="0">
                        <a:latin typeface="Univers" panose="020B0503020202020204" pitchFamily="34" charset="0"/>
                      </a:endParaRPr>
                    </a:p>
                  </a:txBody>
                  <a:tcPr marL="45833" marR="45833" marT="22916" marB="22916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Evaluate domain area and interpret results of evaluation</a:t>
                      </a:r>
                    </a:p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Recommend services as needed</a:t>
                      </a:r>
                    </a:p>
                  </a:txBody>
                  <a:tcPr marL="45833" marR="45833" marT="22916" marB="22916"/>
                </a:tc>
                <a:extLst>
                  <a:ext uri="{0D108BD9-81ED-4DB2-BD59-A6C34878D82A}">
                    <a16:rowId xmlns:a16="http://schemas.microsoft.com/office/drawing/2014/main" val="3717538690"/>
                  </a:ext>
                </a:extLst>
              </a:tr>
              <a:tr h="568439">
                <a:tc>
                  <a:txBody>
                    <a:bodyPr/>
                    <a:lstStyle/>
                    <a:p>
                      <a:r>
                        <a:rPr lang="en-US" sz="1600">
                          <a:latin typeface="Univers" panose="020B0503020202020204" pitchFamily="34" charset="0"/>
                        </a:rPr>
                        <a:t>Child</a:t>
                      </a:r>
                    </a:p>
                    <a:p>
                      <a:endParaRPr lang="en-US" sz="1600">
                        <a:latin typeface="Univers" panose="020B0503020202020204" pitchFamily="34" charset="0"/>
                      </a:endParaRPr>
                    </a:p>
                  </a:txBody>
                  <a:tcPr marL="45833" marR="45833" marT="22916" marB="22916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" panose="020B0503020202020204" pitchFamily="34" charset="0"/>
                        </a:rPr>
                        <a:t>If 14+ - learn advocacy and rights</a:t>
                      </a:r>
                    </a:p>
                  </a:txBody>
                  <a:tcPr marL="45833" marR="45833" marT="22916" marB="22916"/>
                </a:tc>
                <a:extLst>
                  <a:ext uri="{0D108BD9-81ED-4DB2-BD59-A6C34878D82A}">
                    <a16:rowId xmlns:a16="http://schemas.microsoft.com/office/drawing/2014/main" val="1450830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833877"/>
      </p:ext>
    </p:extLst>
  </p:cSld>
  <p:clrMapOvr>
    <a:masterClrMapping/>
  </p:clrMapOvr>
  <p:transition spd="med"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FE9CC2-BA24-47CD-AE5E-A6BB2A464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5E4CD-D48B-4BA2-A183-C7F932AA6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82830"/>
            <a:ext cx="4038600" cy="411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738F0-A7E2-91C6-6598-3A23B846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40" y="2456120"/>
            <a:ext cx="3434315" cy="2248741"/>
          </a:xfrm>
        </p:spPr>
        <p:txBody>
          <a:bodyPr anchor="t">
            <a:noAutofit/>
          </a:bodyPr>
          <a:lstStyle/>
          <a:p>
            <a:r>
              <a:rPr lang="en-US" sz="4400" dirty="0"/>
              <a:t>The Team/ The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E361CF-79FC-43C0-E88C-1F960884A3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527760"/>
              </p:ext>
            </p:extLst>
          </p:nvPr>
        </p:nvGraphicFramePr>
        <p:xfrm>
          <a:off x="4231055" y="817510"/>
          <a:ext cx="7804426" cy="5008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970463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DarkSeedLeftStep">
      <a:dk1>
        <a:srgbClr val="000000"/>
      </a:dk1>
      <a:lt1>
        <a:srgbClr val="FFFFFF"/>
      </a:lt1>
      <a:dk2>
        <a:srgbClr val="1C2432"/>
      </a:dk2>
      <a:lt2>
        <a:srgbClr val="F2F3F0"/>
      </a:lt2>
      <a:accent1>
        <a:srgbClr val="844BC5"/>
      </a:accent1>
      <a:accent2>
        <a:srgbClr val="4842B7"/>
      </a:accent2>
      <a:accent3>
        <a:srgbClr val="4B78C5"/>
      </a:accent3>
      <a:accent4>
        <a:srgbClr val="3999B3"/>
      </a:accent4>
      <a:accent5>
        <a:srgbClr val="49C0A8"/>
      </a:accent5>
      <a:accent6>
        <a:srgbClr val="39B368"/>
      </a:accent6>
      <a:hlink>
        <a:srgbClr val="339A97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12593</TotalTime>
  <Words>630</Words>
  <Application>Microsoft Macintosh PowerPoint</Application>
  <PresentationFormat>Widescreen</PresentationFormat>
  <Paragraphs>149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Avenir Next LT Pro</vt:lpstr>
      <vt:lpstr>Avenir Next LT Pro Light</vt:lpstr>
      <vt:lpstr>Times New Roman</vt:lpstr>
      <vt:lpstr>Univers</vt:lpstr>
      <vt:lpstr>EncaseVTI</vt:lpstr>
      <vt:lpstr>SOWK 609B: School Social Work Practice and Policy</vt:lpstr>
      <vt:lpstr>Internship to date</vt:lpstr>
      <vt:lpstr>As you begin this semester…</vt:lpstr>
      <vt:lpstr>Orientation, Disorientation and Reorientation</vt:lpstr>
      <vt:lpstr>FBA/BIP Assignment – quick bit of info</vt:lpstr>
      <vt:lpstr>Second Semester!</vt:lpstr>
      <vt:lpstr>All issues</vt:lpstr>
      <vt:lpstr>Why is the student ”not learning?”</vt:lpstr>
      <vt:lpstr>PowerPoint Presentation</vt:lpstr>
      <vt:lpstr>Trauma and behavior</vt:lpstr>
      <vt:lpstr>Process of Special Education Placement</vt:lpstr>
      <vt:lpstr>Categories of Special Education</vt:lpstr>
      <vt:lpstr>Least Restrictive Environment</vt:lpstr>
      <vt:lpstr>Exclusionary Criteria for Special Education</vt:lpstr>
      <vt:lpstr>Domains</vt:lpstr>
      <vt:lpstr>What happens at a Domain Meeting?</vt:lpstr>
      <vt:lpstr>The Team/The Process</vt:lpstr>
      <vt:lpstr>Special Education Team</vt:lpstr>
      <vt:lpstr>The Team/ The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Binita Donohue</dc:creator>
  <cp:lastModifiedBy>Binita Donohue</cp:lastModifiedBy>
  <cp:revision>32</cp:revision>
  <dcterms:created xsi:type="dcterms:W3CDTF">2025-01-09T18:58:26Z</dcterms:created>
  <dcterms:modified xsi:type="dcterms:W3CDTF">2026-01-13T16:54:39Z</dcterms:modified>
</cp:coreProperties>
</file>
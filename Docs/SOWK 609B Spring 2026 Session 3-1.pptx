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1"/>
  </p:sldMasterIdLst>
  <p:sldIdLst>
    <p:sldId id="256" r:id="rId2"/>
    <p:sldId id="315" r:id="rId3"/>
    <p:sldId id="297" r:id="rId4"/>
    <p:sldId id="306" r:id="rId5"/>
    <p:sldId id="309" r:id="rId6"/>
    <p:sldId id="307" r:id="rId7"/>
    <p:sldId id="310" r:id="rId8"/>
    <p:sldId id="258" r:id="rId9"/>
    <p:sldId id="292" r:id="rId10"/>
    <p:sldId id="264" r:id="rId11"/>
    <p:sldId id="317" r:id="rId12"/>
    <p:sldId id="311" r:id="rId13"/>
    <p:sldId id="313" r:id="rId14"/>
    <p:sldId id="319" r:id="rId15"/>
    <p:sldId id="294" r:id="rId16"/>
    <p:sldId id="316" r:id="rId17"/>
    <p:sldId id="314" r:id="rId18"/>
    <p:sldId id="298" r:id="rId19"/>
    <p:sldId id="291" r:id="rId20"/>
    <p:sldId id="304" r:id="rId21"/>
    <p:sldId id="312" r:id="rId22"/>
    <p:sldId id="301" r:id="rId23"/>
    <p:sldId id="302" r:id="rId24"/>
    <p:sldId id="318" r:id="rId25"/>
    <p:sldId id="303" r:id="rId26"/>
    <p:sldId id="305" r:id="rId27"/>
    <p:sldId id="30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17.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19.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7.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9.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7196FF-94F3-BB4E-8079-C3FF982A6FC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F0ED847-77AD-1B4A-9165-2BB36F9B3858}">
      <dgm:prSet/>
      <dgm:spPr>
        <a:solidFill>
          <a:schemeClr val="accent6">
            <a:lumMod val="50000"/>
          </a:schemeClr>
        </a:solidFill>
      </dgm:spPr>
      <dgm:t>
        <a:bodyPr/>
        <a:lstStyle/>
        <a:p>
          <a:r>
            <a:rPr lang="en-US" dirty="0"/>
            <a:t>What are common mistakes adults make when interpreting a child’s behavior?</a:t>
          </a:r>
        </a:p>
      </dgm:t>
    </dgm:pt>
    <dgm:pt modelId="{674424FF-614E-3A47-95F4-DBD60C097CFF}" type="parTrans" cxnId="{D3359184-114E-5545-8687-8210F51F5EDB}">
      <dgm:prSet/>
      <dgm:spPr/>
      <dgm:t>
        <a:bodyPr/>
        <a:lstStyle/>
        <a:p>
          <a:endParaRPr lang="en-US"/>
        </a:p>
      </dgm:t>
    </dgm:pt>
    <dgm:pt modelId="{BB3AB00E-97DE-7A4F-A108-6FA95250A119}" type="sibTrans" cxnId="{D3359184-114E-5545-8687-8210F51F5EDB}">
      <dgm:prSet/>
      <dgm:spPr/>
      <dgm:t>
        <a:bodyPr/>
        <a:lstStyle/>
        <a:p>
          <a:endParaRPr lang="en-US"/>
        </a:p>
      </dgm:t>
    </dgm:pt>
    <dgm:pt modelId="{A4B6720F-BBC1-354F-A12C-EFDF8CFF5E9C}">
      <dgm:prSet/>
      <dgm:spPr/>
      <dgm:t>
        <a:bodyPr/>
        <a:lstStyle/>
        <a:p>
          <a:r>
            <a:rPr lang="en-US"/>
            <a:t>Misunderstanding intent</a:t>
          </a:r>
        </a:p>
      </dgm:t>
    </dgm:pt>
    <dgm:pt modelId="{5BD5136A-7E9C-484A-BFDB-FDC2ECDF08D2}" type="parTrans" cxnId="{2979A396-4EEA-BF42-B267-3593F57022AF}">
      <dgm:prSet/>
      <dgm:spPr/>
      <dgm:t>
        <a:bodyPr/>
        <a:lstStyle/>
        <a:p>
          <a:endParaRPr lang="en-US"/>
        </a:p>
      </dgm:t>
    </dgm:pt>
    <dgm:pt modelId="{BFD21FC9-F84D-1748-A540-38C7BA41D345}" type="sibTrans" cxnId="{2979A396-4EEA-BF42-B267-3593F57022AF}">
      <dgm:prSet/>
      <dgm:spPr/>
      <dgm:t>
        <a:bodyPr/>
        <a:lstStyle/>
        <a:p>
          <a:endParaRPr lang="en-US"/>
        </a:p>
      </dgm:t>
    </dgm:pt>
    <dgm:pt modelId="{13F7D30E-0219-F840-AAB1-FBA478595E12}">
      <dgm:prSet/>
      <dgm:spPr/>
      <dgm:t>
        <a:bodyPr/>
        <a:lstStyle/>
        <a:p>
          <a:r>
            <a:rPr lang="en-US"/>
            <a:t>Ignoring context</a:t>
          </a:r>
        </a:p>
      </dgm:t>
    </dgm:pt>
    <dgm:pt modelId="{99C3D298-C2D4-C045-832E-DEA902DED1D2}" type="parTrans" cxnId="{1815D07C-E995-C144-BB9A-4BDACC21E502}">
      <dgm:prSet/>
      <dgm:spPr/>
      <dgm:t>
        <a:bodyPr/>
        <a:lstStyle/>
        <a:p>
          <a:endParaRPr lang="en-US"/>
        </a:p>
      </dgm:t>
    </dgm:pt>
    <dgm:pt modelId="{0E4A4D82-AB95-BD45-B822-910D1B927EA6}" type="sibTrans" cxnId="{1815D07C-E995-C144-BB9A-4BDACC21E502}">
      <dgm:prSet/>
      <dgm:spPr/>
      <dgm:t>
        <a:bodyPr/>
        <a:lstStyle/>
        <a:p>
          <a:endParaRPr lang="en-US"/>
        </a:p>
      </dgm:t>
    </dgm:pt>
    <dgm:pt modelId="{36BC30C8-5F8A-4447-A591-8A3B57876B59}">
      <dgm:prSet/>
      <dgm:spPr/>
      <dgm:t>
        <a:bodyPr/>
        <a:lstStyle/>
        <a:p>
          <a:r>
            <a:rPr lang="en-US" dirty="0"/>
            <a:t>Assuming motivation</a:t>
          </a:r>
        </a:p>
      </dgm:t>
    </dgm:pt>
    <dgm:pt modelId="{1EEEE6B2-36CC-6F48-AB70-47E72180506F}" type="parTrans" cxnId="{CF2D334D-31C0-3149-A65B-C72CDAFB2A94}">
      <dgm:prSet/>
      <dgm:spPr/>
      <dgm:t>
        <a:bodyPr/>
        <a:lstStyle/>
        <a:p>
          <a:endParaRPr lang="en-US"/>
        </a:p>
      </dgm:t>
    </dgm:pt>
    <dgm:pt modelId="{2780C0AC-B3C9-6844-A8A5-F037828EDFD5}" type="sibTrans" cxnId="{CF2D334D-31C0-3149-A65B-C72CDAFB2A94}">
      <dgm:prSet/>
      <dgm:spPr/>
      <dgm:t>
        <a:bodyPr/>
        <a:lstStyle/>
        <a:p>
          <a:endParaRPr lang="en-US"/>
        </a:p>
      </dgm:t>
    </dgm:pt>
    <dgm:pt modelId="{027374C8-68AF-D145-8E1A-F42A46DC92A2}">
      <dgm:prSet/>
      <dgm:spPr/>
      <dgm:t>
        <a:bodyPr/>
        <a:lstStyle/>
        <a:p>
          <a:r>
            <a:rPr lang="en-US"/>
            <a:t>Confusing form with purpose</a:t>
          </a:r>
        </a:p>
      </dgm:t>
    </dgm:pt>
    <dgm:pt modelId="{DEDB9AC9-A9A9-9D40-807D-30EDB7BC8B2D}" type="parTrans" cxnId="{69E76ED5-7F3C-6B45-A4B0-4593F2D96F99}">
      <dgm:prSet/>
      <dgm:spPr/>
      <dgm:t>
        <a:bodyPr/>
        <a:lstStyle/>
        <a:p>
          <a:endParaRPr lang="en-US"/>
        </a:p>
      </dgm:t>
    </dgm:pt>
    <dgm:pt modelId="{2DE62C27-00BD-AA4D-B1EB-D3D5B5F6D9E5}" type="sibTrans" cxnId="{69E76ED5-7F3C-6B45-A4B0-4593F2D96F99}">
      <dgm:prSet/>
      <dgm:spPr/>
      <dgm:t>
        <a:bodyPr/>
        <a:lstStyle/>
        <a:p>
          <a:endParaRPr lang="en-US"/>
        </a:p>
      </dgm:t>
    </dgm:pt>
    <dgm:pt modelId="{E5AF3151-D12E-904B-811E-829094C27044}" type="pres">
      <dgm:prSet presAssocID="{437196FF-94F3-BB4E-8079-C3FF982A6FCE}" presName="linear" presStyleCnt="0">
        <dgm:presLayoutVars>
          <dgm:animLvl val="lvl"/>
          <dgm:resizeHandles val="exact"/>
        </dgm:presLayoutVars>
      </dgm:prSet>
      <dgm:spPr/>
    </dgm:pt>
    <dgm:pt modelId="{550D06DF-275B-4246-BF8C-E25E631D2A21}" type="pres">
      <dgm:prSet presAssocID="{EF0ED847-77AD-1B4A-9165-2BB36F9B3858}" presName="parentText" presStyleLbl="node1" presStyleIdx="0" presStyleCnt="1">
        <dgm:presLayoutVars>
          <dgm:chMax val="0"/>
          <dgm:bulletEnabled val="1"/>
        </dgm:presLayoutVars>
      </dgm:prSet>
      <dgm:spPr/>
    </dgm:pt>
    <dgm:pt modelId="{923B175D-D3D9-9943-9BFF-559336AA182A}" type="pres">
      <dgm:prSet presAssocID="{EF0ED847-77AD-1B4A-9165-2BB36F9B3858}" presName="childText" presStyleLbl="revTx" presStyleIdx="0" presStyleCnt="1">
        <dgm:presLayoutVars>
          <dgm:bulletEnabled val="1"/>
        </dgm:presLayoutVars>
      </dgm:prSet>
      <dgm:spPr/>
    </dgm:pt>
  </dgm:ptLst>
  <dgm:cxnLst>
    <dgm:cxn modelId="{A1EE7208-DC08-244E-A426-7D4E90804037}" type="presOf" srcId="{027374C8-68AF-D145-8E1A-F42A46DC92A2}" destId="{923B175D-D3D9-9943-9BFF-559336AA182A}" srcOrd="0" destOrd="3" presId="urn:microsoft.com/office/officeart/2005/8/layout/vList2"/>
    <dgm:cxn modelId="{528E691F-1B75-6D40-BF27-0CDE2A64F0EC}" type="presOf" srcId="{437196FF-94F3-BB4E-8079-C3FF982A6FCE}" destId="{E5AF3151-D12E-904B-811E-829094C27044}" srcOrd="0" destOrd="0" presId="urn:microsoft.com/office/officeart/2005/8/layout/vList2"/>
    <dgm:cxn modelId="{62A75D2F-9F22-3345-BF36-67987FB9DC81}" type="presOf" srcId="{EF0ED847-77AD-1B4A-9165-2BB36F9B3858}" destId="{550D06DF-275B-4246-BF8C-E25E631D2A21}" srcOrd="0" destOrd="0" presId="urn:microsoft.com/office/officeart/2005/8/layout/vList2"/>
    <dgm:cxn modelId="{5AAEA830-34FC-5043-BFE3-C9BE73899E68}" type="presOf" srcId="{A4B6720F-BBC1-354F-A12C-EFDF8CFF5E9C}" destId="{923B175D-D3D9-9943-9BFF-559336AA182A}" srcOrd="0" destOrd="0" presId="urn:microsoft.com/office/officeart/2005/8/layout/vList2"/>
    <dgm:cxn modelId="{CF2D334D-31C0-3149-A65B-C72CDAFB2A94}" srcId="{EF0ED847-77AD-1B4A-9165-2BB36F9B3858}" destId="{36BC30C8-5F8A-4447-A591-8A3B57876B59}" srcOrd="2" destOrd="0" parTransId="{1EEEE6B2-36CC-6F48-AB70-47E72180506F}" sibTransId="{2780C0AC-B3C9-6844-A8A5-F037828EDFD5}"/>
    <dgm:cxn modelId="{1815D07C-E995-C144-BB9A-4BDACC21E502}" srcId="{EF0ED847-77AD-1B4A-9165-2BB36F9B3858}" destId="{13F7D30E-0219-F840-AAB1-FBA478595E12}" srcOrd="1" destOrd="0" parTransId="{99C3D298-C2D4-C045-832E-DEA902DED1D2}" sibTransId="{0E4A4D82-AB95-BD45-B822-910D1B927EA6}"/>
    <dgm:cxn modelId="{D3359184-114E-5545-8687-8210F51F5EDB}" srcId="{437196FF-94F3-BB4E-8079-C3FF982A6FCE}" destId="{EF0ED847-77AD-1B4A-9165-2BB36F9B3858}" srcOrd="0" destOrd="0" parTransId="{674424FF-614E-3A47-95F4-DBD60C097CFF}" sibTransId="{BB3AB00E-97DE-7A4F-A108-6FA95250A119}"/>
    <dgm:cxn modelId="{2979A396-4EEA-BF42-B267-3593F57022AF}" srcId="{EF0ED847-77AD-1B4A-9165-2BB36F9B3858}" destId="{A4B6720F-BBC1-354F-A12C-EFDF8CFF5E9C}" srcOrd="0" destOrd="0" parTransId="{5BD5136A-7E9C-484A-BFDB-FDC2ECDF08D2}" sibTransId="{BFD21FC9-F84D-1748-A540-38C7BA41D345}"/>
    <dgm:cxn modelId="{69E76ED5-7F3C-6B45-A4B0-4593F2D96F99}" srcId="{EF0ED847-77AD-1B4A-9165-2BB36F9B3858}" destId="{027374C8-68AF-D145-8E1A-F42A46DC92A2}" srcOrd="3" destOrd="0" parTransId="{DEDB9AC9-A9A9-9D40-807D-30EDB7BC8B2D}" sibTransId="{2DE62C27-00BD-AA4D-B1EB-D3D5B5F6D9E5}"/>
    <dgm:cxn modelId="{29E953DA-EA54-6E40-9391-82A00B7B94B3}" type="presOf" srcId="{36BC30C8-5F8A-4447-A591-8A3B57876B59}" destId="{923B175D-D3D9-9943-9BFF-559336AA182A}" srcOrd="0" destOrd="2" presId="urn:microsoft.com/office/officeart/2005/8/layout/vList2"/>
    <dgm:cxn modelId="{093AC7FE-7441-9B45-AF28-AB55AE314BA6}" type="presOf" srcId="{13F7D30E-0219-F840-AAB1-FBA478595E12}" destId="{923B175D-D3D9-9943-9BFF-559336AA182A}" srcOrd="0" destOrd="1" presId="urn:microsoft.com/office/officeart/2005/8/layout/vList2"/>
    <dgm:cxn modelId="{396E9FEF-6A39-9E44-992D-B98B94840516}" type="presParOf" srcId="{E5AF3151-D12E-904B-811E-829094C27044}" destId="{550D06DF-275B-4246-BF8C-E25E631D2A21}" srcOrd="0" destOrd="0" presId="urn:microsoft.com/office/officeart/2005/8/layout/vList2"/>
    <dgm:cxn modelId="{8E78C630-7E46-674E-BFFD-B062D5899115}" type="presParOf" srcId="{E5AF3151-D12E-904B-811E-829094C27044}" destId="{923B175D-D3D9-9943-9BFF-559336AA182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61C50B-5651-4B2B-B548-EC85C0C4B31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BAFEDDD-2733-4756-B2D4-91CE15B08D6B}">
      <dgm:prSet custT="1"/>
      <dgm:spPr/>
      <dgm:t>
        <a:bodyPr/>
        <a:lstStyle/>
        <a:p>
          <a:pPr>
            <a:lnSpc>
              <a:spcPct val="100000"/>
            </a:lnSpc>
          </a:pPr>
          <a:r>
            <a:rPr lang="en-US" sz="2400" b="0" i="0" dirty="0"/>
            <a:t>A process for identifying and dealing with problematic behavior</a:t>
          </a:r>
          <a:endParaRPr lang="en-US" sz="2400" dirty="0"/>
        </a:p>
      </dgm:t>
    </dgm:pt>
    <dgm:pt modelId="{8DEFBA2D-4F9E-45E8-B4FC-D640F28C0909}" type="parTrans" cxnId="{2324C001-1D04-47E7-96E1-EB41C84B1914}">
      <dgm:prSet/>
      <dgm:spPr/>
      <dgm:t>
        <a:bodyPr/>
        <a:lstStyle/>
        <a:p>
          <a:endParaRPr lang="en-US"/>
        </a:p>
      </dgm:t>
    </dgm:pt>
    <dgm:pt modelId="{33BD72B5-99A4-4FF0-A5AB-61EE2911C661}" type="sibTrans" cxnId="{2324C001-1D04-47E7-96E1-EB41C84B1914}">
      <dgm:prSet/>
      <dgm:spPr/>
      <dgm:t>
        <a:bodyPr/>
        <a:lstStyle/>
        <a:p>
          <a:endParaRPr lang="en-US"/>
        </a:p>
      </dgm:t>
    </dgm:pt>
    <dgm:pt modelId="{B76C6D50-CB8F-4FF0-ADA0-1E3046DEEECF}">
      <dgm:prSet custT="1"/>
      <dgm:spPr/>
      <dgm:t>
        <a:bodyPr/>
        <a:lstStyle/>
        <a:p>
          <a:pPr>
            <a:lnSpc>
              <a:spcPct val="100000"/>
            </a:lnSpc>
          </a:pPr>
          <a:r>
            <a:rPr lang="en-US" sz="2400" b="0" i="0" dirty="0"/>
            <a:t>Individualized formal Tier 3 process</a:t>
          </a:r>
          <a:endParaRPr lang="en-US" sz="2400" dirty="0"/>
        </a:p>
      </dgm:t>
    </dgm:pt>
    <dgm:pt modelId="{659AA7B8-5D7B-4D62-957E-9ED70631DA45}" type="parTrans" cxnId="{A926BBEF-7AC6-4287-B8D8-BEDD77BB8ABA}">
      <dgm:prSet/>
      <dgm:spPr/>
      <dgm:t>
        <a:bodyPr/>
        <a:lstStyle/>
        <a:p>
          <a:endParaRPr lang="en-US"/>
        </a:p>
      </dgm:t>
    </dgm:pt>
    <dgm:pt modelId="{FFF4ACB8-D400-4160-A59E-D13DF0E48A85}" type="sibTrans" cxnId="{A926BBEF-7AC6-4287-B8D8-BEDD77BB8ABA}">
      <dgm:prSet/>
      <dgm:spPr/>
      <dgm:t>
        <a:bodyPr/>
        <a:lstStyle/>
        <a:p>
          <a:endParaRPr lang="en-US"/>
        </a:p>
      </dgm:t>
    </dgm:pt>
    <dgm:pt modelId="{97C36F38-87B9-40E0-8613-DDFDA5057CC0}">
      <dgm:prSet custT="1"/>
      <dgm:spPr/>
      <dgm:t>
        <a:bodyPr/>
        <a:lstStyle/>
        <a:p>
          <a:pPr>
            <a:lnSpc>
              <a:spcPct val="100000"/>
            </a:lnSpc>
          </a:pPr>
          <a:r>
            <a:rPr lang="en-US" sz="2400" b="0" i="0" dirty="0"/>
            <a:t>Team-based</a:t>
          </a:r>
          <a:endParaRPr lang="en-US" sz="2400" dirty="0"/>
        </a:p>
      </dgm:t>
    </dgm:pt>
    <dgm:pt modelId="{F144C17F-6AF0-40E0-8ED7-053A10D031BC}" type="parTrans" cxnId="{90801302-D306-44BF-8269-41E9350705C6}">
      <dgm:prSet/>
      <dgm:spPr/>
      <dgm:t>
        <a:bodyPr/>
        <a:lstStyle/>
        <a:p>
          <a:endParaRPr lang="en-US"/>
        </a:p>
      </dgm:t>
    </dgm:pt>
    <dgm:pt modelId="{945645DD-6498-4A2F-A8D0-DCE2E4252EAB}" type="sibTrans" cxnId="{90801302-D306-44BF-8269-41E9350705C6}">
      <dgm:prSet/>
      <dgm:spPr/>
      <dgm:t>
        <a:bodyPr/>
        <a:lstStyle/>
        <a:p>
          <a:endParaRPr lang="en-US"/>
        </a:p>
      </dgm:t>
    </dgm:pt>
    <dgm:pt modelId="{46B713CC-6B46-4DE1-A36D-FC3D08A93A0A}">
      <dgm:prSet custT="1"/>
      <dgm:spPr/>
      <dgm:t>
        <a:bodyPr/>
        <a:lstStyle/>
        <a:p>
          <a:pPr>
            <a:lnSpc>
              <a:spcPct val="100000"/>
            </a:lnSpc>
          </a:pPr>
          <a:r>
            <a:rPr lang="en-US" sz="2400" b="0" i="0" dirty="0"/>
            <a:t>Time intensive</a:t>
          </a:r>
          <a:endParaRPr lang="en-US" sz="2400" dirty="0"/>
        </a:p>
      </dgm:t>
    </dgm:pt>
    <dgm:pt modelId="{2859631D-9552-45E5-8B92-509DE3148BDE}" type="parTrans" cxnId="{D840759D-A855-4EC1-9E82-BDF51E44A309}">
      <dgm:prSet/>
      <dgm:spPr/>
      <dgm:t>
        <a:bodyPr/>
        <a:lstStyle/>
        <a:p>
          <a:endParaRPr lang="en-US"/>
        </a:p>
      </dgm:t>
    </dgm:pt>
    <dgm:pt modelId="{66EBB200-9B4C-4434-9968-04637712BEB1}" type="sibTrans" cxnId="{D840759D-A855-4EC1-9E82-BDF51E44A309}">
      <dgm:prSet/>
      <dgm:spPr/>
      <dgm:t>
        <a:bodyPr/>
        <a:lstStyle/>
        <a:p>
          <a:endParaRPr lang="en-US"/>
        </a:p>
      </dgm:t>
    </dgm:pt>
    <dgm:pt modelId="{60DE7FCB-7A0B-44A6-AA50-CB5BBBC0AFE9}">
      <dgm:prSet custT="1"/>
      <dgm:spPr/>
      <dgm:t>
        <a:bodyPr/>
        <a:lstStyle/>
        <a:p>
          <a:pPr>
            <a:lnSpc>
              <a:spcPct val="100000"/>
            </a:lnSpc>
          </a:pPr>
          <a:r>
            <a:rPr lang="en-US" sz="2400" b="0" i="0" dirty="0"/>
            <a:t>Objective</a:t>
          </a:r>
          <a:endParaRPr lang="en-US" sz="2400" dirty="0"/>
        </a:p>
      </dgm:t>
    </dgm:pt>
    <dgm:pt modelId="{86ECDF84-3595-4803-9067-847EBF0303A5}" type="parTrans" cxnId="{BBCA4C40-0F3B-4F11-80E2-ECEEA2105425}">
      <dgm:prSet/>
      <dgm:spPr/>
      <dgm:t>
        <a:bodyPr/>
        <a:lstStyle/>
        <a:p>
          <a:endParaRPr lang="en-US"/>
        </a:p>
      </dgm:t>
    </dgm:pt>
    <dgm:pt modelId="{F4F2B6BD-237A-45D6-A8E5-0F49863F4872}" type="sibTrans" cxnId="{BBCA4C40-0F3B-4F11-80E2-ECEEA2105425}">
      <dgm:prSet/>
      <dgm:spPr/>
      <dgm:t>
        <a:bodyPr/>
        <a:lstStyle/>
        <a:p>
          <a:endParaRPr lang="en-US"/>
        </a:p>
      </dgm:t>
    </dgm:pt>
    <dgm:pt modelId="{94FDA171-813F-4EF8-AE70-1BC1DD6CF9C4}" type="pres">
      <dgm:prSet presAssocID="{C861C50B-5651-4B2B-B548-EC85C0C4B314}" presName="root" presStyleCnt="0">
        <dgm:presLayoutVars>
          <dgm:dir/>
          <dgm:resizeHandles val="exact"/>
        </dgm:presLayoutVars>
      </dgm:prSet>
      <dgm:spPr/>
    </dgm:pt>
    <dgm:pt modelId="{00A21F44-8156-4561-8F83-FAEDB79E3035}" type="pres">
      <dgm:prSet presAssocID="{DBAFEDDD-2733-4756-B2D4-91CE15B08D6B}" presName="compNode" presStyleCnt="0"/>
      <dgm:spPr/>
    </dgm:pt>
    <dgm:pt modelId="{65EC882C-5A1C-4484-91C4-73592E80D856}" type="pres">
      <dgm:prSet presAssocID="{DBAFEDDD-2733-4756-B2D4-91CE15B08D6B}" presName="bgRect" presStyleLbl="bgShp" presStyleIdx="0" presStyleCnt="5"/>
      <dgm:spPr/>
    </dgm:pt>
    <dgm:pt modelId="{5E8DB039-53C8-4B6D-9171-4839583E9A0A}" type="pres">
      <dgm:prSet presAssocID="{DBAFEDDD-2733-4756-B2D4-91CE15B08D6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97B8235E-2BC7-44A7-B832-DA3CDD6A5782}" type="pres">
      <dgm:prSet presAssocID="{DBAFEDDD-2733-4756-B2D4-91CE15B08D6B}" presName="spaceRect" presStyleCnt="0"/>
      <dgm:spPr/>
    </dgm:pt>
    <dgm:pt modelId="{43E689D8-7721-405B-B127-89FFDD82B020}" type="pres">
      <dgm:prSet presAssocID="{DBAFEDDD-2733-4756-B2D4-91CE15B08D6B}" presName="parTx" presStyleLbl="revTx" presStyleIdx="0" presStyleCnt="5">
        <dgm:presLayoutVars>
          <dgm:chMax val="0"/>
          <dgm:chPref val="0"/>
        </dgm:presLayoutVars>
      </dgm:prSet>
      <dgm:spPr/>
    </dgm:pt>
    <dgm:pt modelId="{74A57A33-18C6-4F9D-B8C5-0BCD23E86EC1}" type="pres">
      <dgm:prSet presAssocID="{33BD72B5-99A4-4FF0-A5AB-61EE2911C661}" presName="sibTrans" presStyleCnt="0"/>
      <dgm:spPr/>
    </dgm:pt>
    <dgm:pt modelId="{617837C8-ECF9-40FF-8F5A-2C2F94740F13}" type="pres">
      <dgm:prSet presAssocID="{B76C6D50-CB8F-4FF0-ADA0-1E3046DEEECF}" presName="compNode" presStyleCnt="0"/>
      <dgm:spPr/>
    </dgm:pt>
    <dgm:pt modelId="{46869686-D0B0-4A08-A531-4F6B14A8C389}" type="pres">
      <dgm:prSet presAssocID="{B76C6D50-CB8F-4FF0-ADA0-1E3046DEEECF}" presName="bgRect" presStyleLbl="bgShp" presStyleIdx="1" presStyleCnt="5"/>
      <dgm:spPr/>
    </dgm:pt>
    <dgm:pt modelId="{F755945E-E41E-4E55-9F22-DEDABBC0D129}" type="pres">
      <dgm:prSet presAssocID="{B76C6D50-CB8F-4FF0-ADA0-1E3046DEEEC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BEA2FE99-1DA6-4219-99D5-A1170D48CE70}" type="pres">
      <dgm:prSet presAssocID="{B76C6D50-CB8F-4FF0-ADA0-1E3046DEEECF}" presName="spaceRect" presStyleCnt="0"/>
      <dgm:spPr/>
    </dgm:pt>
    <dgm:pt modelId="{4EBFF9A3-CF86-402C-8E73-7CA742417352}" type="pres">
      <dgm:prSet presAssocID="{B76C6D50-CB8F-4FF0-ADA0-1E3046DEEECF}" presName="parTx" presStyleLbl="revTx" presStyleIdx="1" presStyleCnt="5">
        <dgm:presLayoutVars>
          <dgm:chMax val="0"/>
          <dgm:chPref val="0"/>
        </dgm:presLayoutVars>
      </dgm:prSet>
      <dgm:spPr/>
    </dgm:pt>
    <dgm:pt modelId="{C648A19A-6218-4FC7-A401-EE4EEE82551B}" type="pres">
      <dgm:prSet presAssocID="{FFF4ACB8-D400-4160-A59E-D13DF0E48A85}" presName="sibTrans" presStyleCnt="0"/>
      <dgm:spPr/>
    </dgm:pt>
    <dgm:pt modelId="{432B0CA2-A638-4049-9AAC-7F1105360B54}" type="pres">
      <dgm:prSet presAssocID="{97C36F38-87B9-40E0-8613-DDFDA5057CC0}" presName="compNode" presStyleCnt="0"/>
      <dgm:spPr/>
    </dgm:pt>
    <dgm:pt modelId="{8D9384D6-672D-44C9-8151-63A6BA7440C3}" type="pres">
      <dgm:prSet presAssocID="{97C36F38-87B9-40E0-8613-DDFDA5057CC0}" presName="bgRect" presStyleLbl="bgShp" presStyleIdx="2" presStyleCnt="5"/>
      <dgm:spPr/>
    </dgm:pt>
    <dgm:pt modelId="{18B65A6F-0FFD-42F1-B56C-4ED19EDE91EB}" type="pres">
      <dgm:prSet presAssocID="{97C36F38-87B9-40E0-8613-DDFDA5057CC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47DAD27F-EF1C-43E4-8262-7D7AAF437E4F}" type="pres">
      <dgm:prSet presAssocID="{97C36F38-87B9-40E0-8613-DDFDA5057CC0}" presName="spaceRect" presStyleCnt="0"/>
      <dgm:spPr/>
    </dgm:pt>
    <dgm:pt modelId="{8A88E7F1-7A6C-42FF-9294-8E4BFD4DA3D2}" type="pres">
      <dgm:prSet presAssocID="{97C36F38-87B9-40E0-8613-DDFDA5057CC0}" presName="parTx" presStyleLbl="revTx" presStyleIdx="2" presStyleCnt="5">
        <dgm:presLayoutVars>
          <dgm:chMax val="0"/>
          <dgm:chPref val="0"/>
        </dgm:presLayoutVars>
      </dgm:prSet>
      <dgm:spPr/>
    </dgm:pt>
    <dgm:pt modelId="{8710C481-2015-4169-BD71-CE8BCA3CEFCE}" type="pres">
      <dgm:prSet presAssocID="{945645DD-6498-4A2F-A8D0-DCE2E4252EAB}" presName="sibTrans" presStyleCnt="0"/>
      <dgm:spPr/>
    </dgm:pt>
    <dgm:pt modelId="{ECD8E0EB-6C11-4484-A918-D1502F54986F}" type="pres">
      <dgm:prSet presAssocID="{46B713CC-6B46-4DE1-A36D-FC3D08A93A0A}" presName="compNode" presStyleCnt="0"/>
      <dgm:spPr/>
    </dgm:pt>
    <dgm:pt modelId="{3F2C5690-93EE-4D49-AC9D-08B0D1CD7A72}" type="pres">
      <dgm:prSet presAssocID="{46B713CC-6B46-4DE1-A36D-FC3D08A93A0A}" presName="bgRect" presStyleLbl="bgShp" presStyleIdx="3" presStyleCnt="5"/>
      <dgm:spPr/>
    </dgm:pt>
    <dgm:pt modelId="{CE8ECFFB-CBFE-4848-814F-A966A121912D}" type="pres">
      <dgm:prSet presAssocID="{46B713CC-6B46-4DE1-A36D-FC3D08A93A0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opwatch"/>
        </a:ext>
      </dgm:extLst>
    </dgm:pt>
    <dgm:pt modelId="{8D54EF59-FD44-4FCC-BBA5-3CEB05734FAF}" type="pres">
      <dgm:prSet presAssocID="{46B713CC-6B46-4DE1-A36D-FC3D08A93A0A}" presName="spaceRect" presStyleCnt="0"/>
      <dgm:spPr/>
    </dgm:pt>
    <dgm:pt modelId="{4101F957-18F7-460F-AD73-8F230F3B72B7}" type="pres">
      <dgm:prSet presAssocID="{46B713CC-6B46-4DE1-A36D-FC3D08A93A0A}" presName="parTx" presStyleLbl="revTx" presStyleIdx="3" presStyleCnt="5">
        <dgm:presLayoutVars>
          <dgm:chMax val="0"/>
          <dgm:chPref val="0"/>
        </dgm:presLayoutVars>
      </dgm:prSet>
      <dgm:spPr/>
    </dgm:pt>
    <dgm:pt modelId="{7CBDD910-737A-4703-BEEF-003935800442}" type="pres">
      <dgm:prSet presAssocID="{66EBB200-9B4C-4434-9968-04637712BEB1}" presName="sibTrans" presStyleCnt="0"/>
      <dgm:spPr/>
    </dgm:pt>
    <dgm:pt modelId="{816D8171-0C1F-4A1D-AF29-311523DD09E6}" type="pres">
      <dgm:prSet presAssocID="{60DE7FCB-7A0B-44A6-AA50-CB5BBBC0AFE9}" presName="compNode" presStyleCnt="0"/>
      <dgm:spPr/>
    </dgm:pt>
    <dgm:pt modelId="{2745E1EF-4C0A-498B-98C6-D5A3F4C5D805}" type="pres">
      <dgm:prSet presAssocID="{60DE7FCB-7A0B-44A6-AA50-CB5BBBC0AFE9}" presName="bgRect" presStyleLbl="bgShp" presStyleIdx="4" presStyleCnt="5"/>
      <dgm:spPr/>
    </dgm:pt>
    <dgm:pt modelId="{B246DBF6-CF01-4669-83E5-E5492C558817}" type="pres">
      <dgm:prSet presAssocID="{60DE7FCB-7A0B-44A6-AA50-CB5BBBC0AFE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arget Audience"/>
        </a:ext>
      </dgm:extLst>
    </dgm:pt>
    <dgm:pt modelId="{764E6EAF-EF8B-4ABC-8888-384A0FBA46CE}" type="pres">
      <dgm:prSet presAssocID="{60DE7FCB-7A0B-44A6-AA50-CB5BBBC0AFE9}" presName="spaceRect" presStyleCnt="0"/>
      <dgm:spPr/>
    </dgm:pt>
    <dgm:pt modelId="{7A19520B-3863-4FD2-A09A-5B290936C314}" type="pres">
      <dgm:prSet presAssocID="{60DE7FCB-7A0B-44A6-AA50-CB5BBBC0AFE9}" presName="parTx" presStyleLbl="revTx" presStyleIdx="4" presStyleCnt="5">
        <dgm:presLayoutVars>
          <dgm:chMax val="0"/>
          <dgm:chPref val="0"/>
        </dgm:presLayoutVars>
      </dgm:prSet>
      <dgm:spPr/>
    </dgm:pt>
  </dgm:ptLst>
  <dgm:cxnLst>
    <dgm:cxn modelId="{2324C001-1D04-47E7-96E1-EB41C84B1914}" srcId="{C861C50B-5651-4B2B-B548-EC85C0C4B314}" destId="{DBAFEDDD-2733-4756-B2D4-91CE15B08D6B}" srcOrd="0" destOrd="0" parTransId="{8DEFBA2D-4F9E-45E8-B4FC-D640F28C0909}" sibTransId="{33BD72B5-99A4-4FF0-A5AB-61EE2911C661}"/>
    <dgm:cxn modelId="{90801302-D306-44BF-8269-41E9350705C6}" srcId="{C861C50B-5651-4B2B-B548-EC85C0C4B314}" destId="{97C36F38-87B9-40E0-8613-DDFDA5057CC0}" srcOrd="2" destOrd="0" parTransId="{F144C17F-6AF0-40E0-8ED7-053A10D031BC}" sibTransId="{945645DD-6498-4A2F-A8D0-DCE2E4252EAB}"/>
    <dgm:cxn modelId="{240D830E-41A4-8245-9518-2CC4852DF1FC}" type="presOf" srcId="{60DE7FCB-7A0B-44A6-AA50-CB5BBBC0AFE9}" destId="{7A19520B-3863-4FD2-A09A-5B290936C314}" srcOrd="0" destOrd="0" presId="urn:microsoft.com/office/officeart/2018/2/layout/IconVerticalSolidList"/>
    <dgm:cxn modelId="{DC0DB41C-5891-C044-B37B-626300F8C245}" type="presOf" srcId="{B76C6D50-CB8F-4FF0-ADA0-1E3046DEEECF}" destId="{4EBFF9A3-CF86-402C-8E73-7CA742417352}" srcOrd="0" destOrd="0" presId="urn:microsoft.com/office/officeart/2018/2/layout/IconVerticalSolidList"/>
    <dgm:cxn modelId="{BBCA4C40-0F3B-4F11-80E2-ECEEA2105425}" srcId="{C861C50B-5651-4B2B-B548-EC85C0C4B314}" destId="{60DE7FCB-7A0B-44A6-AA50-CB5BBBC0AFE9}" srcOrd="4" destOrd="0" parTransId="{86ECDF84-3595-4803-9067-847EBF0303A5}" sibTransId="{F4F2B6BD-237A-45D6-A8E5-0F49863F4872}"/>
    <dgm:cxn modelId="{B57AEA54-FE1C-6747-99D3-C4C25E562AE4}" type="presOf" srcId="{C861C50B-5651-4B2B-B548-EC85C0C4B314}" destId="{94FDA171-813F-4EF8-AE70-1BC1DD6CF9C4}" srcOrd="0" destOrd="0" presId="urn:microsoft.com/office/officeart/2018/2/layout/IconVerticalSolidList"/>
    <dgm:cxn modelId="{70BC898E-996A-E840-8024-0BD3F1DA9649}" type="presOf" srcId="{46B713CC-6B46-4DE1-A36D-FC3D08A93A0A}" destId="{4101F957-18F7-460F-AD73-8F230F3B72B7}" srcOrd="0" destOrd="0" presId="urn:microsoft.com/office/officeart/2018/2/layout/IconVerticalSolidList"/>
    <dgm:cxn modelId="{D840759D-A855-4EC1-9E82-BDF51E44A309}" srcId="{C861C50B-5651-4B2B-B548-EC85C0C4B314}" destId="{46B713CC-6B46-4DE1-A36D-FC3D08A93A0A}" srcOrd="3" destOrd="0" parTransId="{2859631D-9552-45E5-8B92-509DE3148BDE}" sibTransId="{66EBB200-9B4C-4434-9968-04637712BEB1}"/>
    <dgm:cxn modelId="{C07F21BB-B1A2-3A42-9332-A4A60CB4A612}" type="presOf" srcId="{DBAFEDDD-2733-4756-B2D4-91CE15B08D6B}" destId="{43E689D8-7721-405B-B127-89FFDD82B020}" srcOrd="0" destOrd="0" presId="urn:microsoft.com/office/officeart/2018/2/layout/IconVerticalSolidList"/>
    <dgm:cxn modelId="{A926BBEF-7AC6-4287-B8D8-BEDD77BB8ABA}" srcId="{C861C50B-5651-4B2B-B548-EC85C0C4B314}" destId="{B76C6D50-CB8F-4FF0-ADA0-1E3046DEEECF}" srcOrd="1" destOrd="0" parTransId="{659AA7B8-5D7B-4D62-957E-9ED70631DA45}" sibTransId="{FFF4ACB8-D400-4160-A59E-D13DF0E48A85}"/>
    <dgm:cxn modelId="{2BA206F7-9DEE-B642-8981-32336C5837D7}" type="presOf" srcId="{97C36F38-87B9-40E0-8613-DDFDA5057CC0}" destId="{8A88E7F1-7A6C-42FF-9294-8E4BFD4DA3D2}" srcOrd="0" destOrd="0" presId="urn:microsoft.com/office/officeart/2018/2/layout/IconVerticalSolidList"/>
    <dgm:cxn modelId="{CF412BBE-D100-AC4F-86EA-DACC0046F3D7}" type="presParOf" srcId="{94FDA171-813F-4EF8-AE70-1BC1DD6CF9C4}" destId="{00A21F44-8156-4561-8F83-FAEDB79E3035}" srcOrd="0" destOrd="0" presId="urn:microsoft.com/office/officeart/2018/2/layout/IconVerticalSolidList"/>
    <dgm:cxn modelId="{2E0275B5-2E4D-2B46-8793-6620669B2EB7}" type="presParOf" srcId="{00A21F44-8156-4561-8F83-FAEDB79E3035}" destId="{65EC882C-5A1C-4484-91C4-73592E80D856}" srcOrd="0" destOrd="0" presId="urn:microsoft.com/office/officeart/2018/2/layout/IconVerticalSolidList"/>
    <dgm:cxn modelId="{CAAB6FA0-5F64-2E44-99F7-01ADDA6E6810}" type="presParOf" srcId="{00A21F44-8156-4561-8F83-FAEDB79E3035}" destId="{5E8DB039-53C8-4B6D-9171-4839583E9A0A}" srcOrd="1" destOrd="0" presId="urn:microsoft.com/office/officeart/2018/2/layout/IconVerticalSolidList"/>
    <dgm:cxn modelId="{F88A4B58-83FC-0C45-8493-04B5BE8E49CA}" type="presParOf" srcId="{00A21F44-8156-4561-8F83-FAEDB79E3035}" destId="{97B8235E-2BC7-44A7-B832-DA3CDD6A5782}" srcOrd="2" destOrd="0" presId="urn:microsoft.com/office/officeart/2018/2/layout/IconVerticalSolidList"/>
    <dgm:cxn modelId="{AE8B391B-39CA-A54F-BA3F-EB9FC3BD8E53}" type="presParOf" srcId="{00A21F44-8156-4561-8F83-FAEDB79E3035}" destId="{43E689D8-7721-405B-B127-89FFDD82B020}" srcOrd="3" destOrd="0" presId="urn:microsoft.com/office/officeart/2018/2/layout/IconVerticalSolidList"/>
    <dgm:cxn modelId="{F95F9082-266B-5B48-ABFD-A35DEA4E8320}" type="presParOf" srcId="{94FDA171-813F-4EF8-AE70-1BC1DD6CF9C4}" destId="{74A57A33-18C6-4F9D-B8C5-0BCD23E86EC1}" srcOrd="1" destOrd="0" presId="urn:microsoft.com/office/officeart/2018/2/layout/IconVerticalSolidList"/>
    <dgm:cxn modelId="{D3E4B2D6-AB70-F34E-B52C-CCBADFE11932}" type="presParOf" srcId="{94FDA171-813F-4EF8-AE70-1BC1DD6CF9C4}" destId="{617837C8-ECF9-40FF-8F5A-2C2F94740F13}" srcOrd="2" destOrd="0" presId="urn:microsoft.com/office/officeart/2018/2/layout/IconVerticalSolidList"/>
    <dgm:cxn modelId="{72C16F6E-0BDE-D54B-9CA0-A4044A389F89}" type="presParOf" srcId="{617837C8-ECF9-40FF-8F5A-2C2F94740F13}" destId="{46869686-D0B0-4A08-A531-4F6B14A8C389}" srcOrd="0" destOrd="0" presId="urn:microsoft.com/office/officeart/2018/2/layout/IconVerticalSolidList"/>
    <dgm:cxn modelId="{F504C149-4558-D543-81B4-4D0B51C4A9EF}" type="presParOf" srcId="{617837C8-ECF9-40FF-8F5A-2C2F94740F13}" destId="{F755945E-E41E-4E55-9F22-DEDABBC0D129}" srcOrd="1" destOrd="0" presId="urn:microsoft.com/office/officeart/2018/2/layout/IconVerticalSolidList"/>
    <dgm:cxn modelId="{EA62ACE3-78A7-B747-9358-94DD5C8FF156}" type="presParOf" srcId="{617837C8-ECF9-40FF-8F5A-2C2F94740F13}" destId="{BEA2FE99-1DA6-4219-99D5-A1170D48CE70}" srcOrd="2" destOrd="0" presId="urn:microsoft.com/office/officeart/2018/2/layout/IconVerticalSolidList"/>
    <dgm:cxn modelId="{34693EDA-5620-3B4B-B755-231069B6925E}" type="presParOf" srcId="{617837C8-ECF9-40FF-8F5A-2C2F94740F13}" destId="{4EBFF9A3-CF86-402C-8E73-7CA742417352}" srcOrd="3" destOrd="0" presId="urn:microsoft.com/office/officeart/2018/2/layout/IconVerticalSolidList"/>
    <dgm:cxn modelId="{621CFFDB-1D7F-2249-8757-F128555AE5F8}" type="presParOf" srcId="{94FDA171-813F-4EF8-AE70-1BC1DD6CF9C4}" destId="{C648A19A-6218-4FC7-A401-EE4EEE82551B}" srcOrd="3" destOrd="0" presId="urn:microsoft.com/office/officeart/2018/2/layout/IconVerticalSolidList"/>
    <dgm:cxn modelId="{87175310-5DF4-3142-9638-F2B78B5BF4FD}" type="presParOf" srcId="{94FDA171-813F-4EF8-AE70-1BC1DD6CF9C4}" destId="{432B0CA2-A638-4049-9AAC-7F1105360B54}" srcOrd="4" destOrd="0" presId="urn:microsoft.com/office/officeart/2018/2/layout/IconVerticalSolidList"/>
    <dgm:cxn modelId="{1D3DF73E-7A25-3B43-A23D-344D8B78B203}" type="presParOf" srcId="{432B0CA2-A638-4049-9AAC-7F1105360B54}" destId="{8D9384D6-672D-44C9-8151-63A6BA7440C3}" srcOrd="0" destOrd="0" presId="urn:microsoft.com/office/officeart/2018/2/layout/IconVerticalSolidList"/>
    <dgm:cxn modelId="{8282E5DA-CDC8-5D4C-A268-33198B2623B3}" type="presParOf" srcId="{432B0CA2-A638-4049-9AAC-7F1105360B54}" destId="{18B65A6F-0FFD-42F1-B56C-4ED19EDE91EB}" srcOrd="1" destOrd="0" presId="urn:microsoft.com/office/officeart/2018/2/layout/IconVerticalSolidList"/>
    <dgm:cxn modelId="{5059983A-F505-FD44-B93B-1C12B51BED22}" type="presParOf" srcId="{432B0CA2-A638-4049-9AAC-7F1105360B54}" destId="{47DAD27F-EF1C-43E4-8262-7D7AAF437E4F}" srcOrd="2" destOrd="0" presId="urn:microsoft.com/office/officeart/2018/2/layout/IconVerticalSolidList"/>
    <dgm:cxn modelId="{4118948A-22BA-D743-B0DD-865CFEE82BC8}" type="presParOf" srcId="{432B0CA2-A638-4049-9AAC-7F1105360B54}" destId="{8A88E7F1-7A6C-42FF-9294-8E4BFD4DA3D2}" srcOrd="3" destOrd="0" presId="urn:microsoft.com/office/officeart/2018/2/layout/IconVerticalSolidList"/>
    <dgm:cxn modelId="{C23B5A30-FFDB-7B4D-BBFE-3AFE35F44971}" type="presParOf" srcId="{94FDA171-813F-4EF8-AE70-1BC1DD6CF9C4}" destId="{8710C481-2015-4169-BD71-CE8BCA3CEFCE}" srcOrd="5" destOrd="0" presId="urn:microsoft.com/office/officeart/2018/2/layout/IconVerticalSolidList"/>
    <dgm:cxn modelId="{47144205-4BDA-AD4A-BE9A-EF66A73EE398}" type="presParOf" srcId="{94FDA171-813F-4EF8-AE70-1BC1DD6CF9C4}" destId="{ECD8E0EB-6C11-4484-A918-D1502F54986F}" srcOrd="6" destOrd="0" presId="urn:microsoft.com/office/officeart/2018/2/layout/IconVerticalSolidList"/>
    <dgm:cxn modelId="{17C9C771-B440-9747-B61F-F15FD55CFD25}" type="presParOf" srcId="{ECD8E0EB-6C11-4484-A918-D1502F54986F}" destId="{3F2C5690-93EE-4D49-AC9D-08B0D1CD7A72}" srcOrd="0" destOrd="0" presId="urn:microsoft.com/office/officeart/2018/2/layout/IconVerticalSolidList"/>
    <dgm:cxn modelId="{AF1BC319-8849-5C4E-8509-A112854D6228}" type="presParOf" srcId="{ECD8E0EB-6C11-4484-A918-D1502F54986F}" destId="{CE8ECFFB-CBFE-4848-814F-A966A121912D}" srcOrd="1" destOrd="0" presId="urn:microsoft.com/office/officeart/2018/2/layout/IconVerticalSolidList"/>
    <dgm:cxn modelId="{CD8D1BD6-5BCE-FD44-ACF6-D686623787D3}" type="presParOf" srcId="{ECD8E0EB-6C11-4484-A918-D1502F54986F}" destId="{8D54EF59-FD44-4FCC-BBA5-3CEB05734FAF}" srcOrd="2" destOrd="0" presId="urn:microsoft.com/office/officeart/2018/2/layout/IconVerticalSolidList"/>
    <dgm:cxn modelId="{249A11E0-7703-0E43-93D7-6A629C67E024}" type="presParOf" srcId="{ECD8E0EB-6C11-4484-A918-D1502F54986F}" destId="{4101F957-18F7-460F-AD73-8F230F3B72B7}" srcOrd="3" destOrd="0" presId="urn:microsoft.com/office/officeart/2018/2/layout/IconVerticalSolidList"/>
    <dgm:cxn modelId="{D3D57E4F-83CF-1B46-8AD6-CFC1E2B348FE}" type="presParOf" srcId="{94FDA171-813F-4EF8-AE70-1BC1DD6CF9C4}" destId="{7CBDD910-737A-4703-BEEF-003935800442}" srcOrd="7" destOrd="0" presId="urn:microsoft.com/office/officeart/2018/2/layout/IconVerticalSolidList"/>
    <dgm:cxn modelId="{A45376CD-080B-4C4E-9A49-8C50DEF93AA7}" type="presParOf" srcId="{94FDA171-813F-4EF8-AE70-1BC1DD6CF9C4}" destId="{816D8171-0C1F-4A1D-AF29-311523DD09E6}" srcOrd="8" destOrd="0" presId="urn:microsoft.com/office/officeart/2018/2/layout/IconVerticalSolidList"/>
    <dgm:cxn modelId="{07DA00D2-EDF3-664B-A1A8-4490CE26DAD8}" type="presParOf" srcId="{816D8171-0C1F-4A1D-AF29-311523DD09E6}" destId="{2745E1EF-4C0A-498B-98C6-D5A3F4C5D805}" srcOrd="0" destOrd="0" presId="urn:microsoft.com/office/officeart/2018/2/layout/IconVerticalSolidList"/>
    <dgm:cxn modelId="{171F21E0-1FFD-F641-B6C4-9C3063829987}" type="presParOf" srcId="{816D8171-0C1F-4A1D-AF29-311523DD09E6}" destId="{B246DBF6-CF01-4669-83E5-E5492C558817}" srcOrd="1" destOrd="0" presId="urn:microsoft.com/office/officeart/2018/2/layout/IconVerticalSolidList"/>
    <dgm:cxn modelId="{155B63DE-00FA-DE4A-BF3A-3C00AB4A375B}" type="presParOf" srcId="{816D8171-0C1F-4A1D-AF29-311523DD09E6}" destId="{764E6EAF-EF8B-4ABC-8888-384A0FBA46CE}" srcOrd="2" destOrd="0" presId="urn:microsoft.com/office/officeart/2018/2/layout/IconVerticalSolidList"/>
    <dgm:cxn modelId="{7D6B823E-F7A8-1B4D-9500-3CEFB11E5F29}" type="presParOf" srcId="{816D8171-0C1F-4A1D-AF29-311523DD09E6}" destId="{7A19520B-3863-4FD2-A09A-5B290936C3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C58E5E9-AB6F-46E6-A394-74B8FBC5B2EA}"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903F572C-75AD-4D11-A358-D81E3D440B8D}">
      <dgm:prSet/>
      <dgm:spPr>
        <a:solidFill>
          <a:schemeClr val="accent5">
            <a:lumMod val="50000"/>
          </a:schemeClr>
        </a:solidFill>
      </dgm:spPr>
      <dgm:t>
        <a:bodyPr/>
        <a:lstStyle/>
        <a:p>
          <a:r>
            <a:rPr lang="en-US"/>
            <a:t>Setting – Setting Event</a:t>
          </a:r>
        </a:p>
      </dgm:t>
    </dgm:pt>
    <dgm:pt modelId="{06F9A763-46BF-453E-A7C6-9A8CC5B6BED6}" type="parTrans" cxnId="{D09A4FA3-2ACA-4C86-97F1-061B8074A260}">
      <dgm:prSet/>
      <dgm:spPr/>
      <dgm:t>
        <a:bodyPr/>
        <a:lstStyle/>
        <a:p>
          <a:endParaRPr lang="en-US"/>
        </a:p>
      </dgm:t>
    </dgm:pt>
    <dgm:pt modelId="{C72DA82F-A9BC-43CA-AF6A-C31E0B18F615}" type="sibTrans" cxnId="{D09A4FA3-2ACA-4C86-97F1-061B8074A260}">
      <dgm:prSet/>
      <dgm:spPr/>
      <dgm:t>
        <a:bodyPr/>
        <a:lstStyle/>
        <a:p>
          <a:endParaRPr lang="en-US"/>
        </a:p>
      </dgm:t>
    </dgm:pt>
    <dgm:pt modelId="{0C66CF46-E7AF-4A88-B4B7-7EC679BF4375}">
      <dgm:prSet/>
      <dgm:spPr>
        <a:solidFill>
          <a:schemeClr val="accent6">
            <a:lumMod val="50000"/>
          </a:schemeClr>
        </a:solidFill>
      </dgm:spPr>
      <dgm:t>
        <a:bodyPr/>
        <a:lstStyle/>
        <a:p>
          <a:r>
            <a:rPr lang="en-US" dirty="0"/>
            <a:t>Antecedent – antecedent strategies</a:t>
          </a:r>
        </a:p>
      </dgm:t>
    </dgm:pt>
    <dgm:pt modelId="{E685649B-0E39-4FE4-B614-59121EE45F18}" type="parTrans" cxnId="{53024931-0CC2-4E40-812B-3841FECC8203}">
      <dgm:prSet/>
      <dgm:spPr/>
      <dgm:t>
        <a:bodyPr/>
        <a:lstStyle/>
        <a:p>
          <a:endParaRPr lang="en-US"/>
        </a:p>
      </dgm:t>
    </dgm:pt>
    <dgm:pt modelId="{69F241A1-824C-4838-8F10-17E51F2C24C9}" type="sibTrans" cxnId="{53024931-0CC2-4E40-812B-3841FECC8203}">
      <dgm:prSet/>
      <dgm:spPr/>
      <dgm:t>
        <a:bodyPr/>
        <a:lstStyle/>
        <a:p>
          <a:endParaRPr lang="en-US"/>
        </a:p>
      </dgm:t>
    </dgm:pt>
    <dgm:pt modelId="{42431999-BC30-46C6-8E0D-D4ABFFF93FCB}">
      <dgm:prSet/>
      <dgm:spPr>
        <a:solidFill>
          <a:schemeClr val="accent1">
            <a:lumMod val="50000"/>
          </a:schemeClr>
        </a:solidFill>
      </dgm:spPr>
      <dgm:t>
        <a:bodyPr/>
        <a:lstStyle/>
        <a:p>
          <a:r>
            <a:rPr lang="en-US" dirty="0"/>
            <a:t>Consequence</a:t>
          </a:r>
        </a:p>
      </dgm:t>
    </dgm:pt>
    <dgm:pt modelId="{B0751C6C-031D-449C-8E42-B45666DD96AB}" type="parTrans" cxnId="{C2F73B1F-7488-4B1F-911E-884080FFCD84}">
      <dgm:prSet/>
      <dgm:spPr/>
      <dgm:t>
        <a:bodyPr/>
        <a:lstStyle/>
        <a:p>
          <a:endParaRPr lang="en-US"/>
        </a:p>
      </dgm:t>
    </dgm:pt>
    <dgm:pt modelId="{2FB33786-9AB4-4FB9-96F3-F9EED371B14F}" type="sibTrans" cxnId="{C2F73B1F-7488-4B1F-911E-884080FFCD84}">
      <dgm:prSet/>
      <dgm:spPr/>
      <dgm:t>
        <a:bodyPr/>
        <a:lstStyle/>
        <a:p>
          <a:endParaRPr lang="en-US"/>
        </a:p>
      </dgm:t>
    </dgm:pt>
    <dgm:pt modelId="{0F865832-3000-413C-84A7-A5BCC3C32084}">
      <dgm:prSet/>
      <dgm:spPr>
        <a:solidFill>
          <a:schemeClr val="accent3">
            <a:lumMod val="50000"/>
          </a:schemeClr>
        </a:solidFill>
      </dgm:spPr>
      <dgm:t>
        <a:bodyPr/>
        <a:lstStyle/>
        <a:p>
          <a:r>
            <a:rPr lang="en-US" dirty="0"/>
            <a:t>Target Behavior</a:t>
          </a:r>
        </a:p>
      </dgm:t>
    </dgm:pt>
    <dgm:pt modelId="{B4D31C17-37F0-4BC5-80DD-52DB804D2C79}" type="parTrans" cxnId="{8A24733D-8FF9-4BFC-B8BC-6081FFC5FAFB}">
      <dgm:prSet/>
      <dgm:spPr/>
      <dgm:t>
        <a:bodyPr/>
        <a:lstStyle/>
        <a:p>
          <a:endParaRPr lang="en-US"/>
        </a:p>
      </dgm:t>
    </dgm:pt>
    <dgm:pt modelId="{8B4768AC-CB3B-4BFA-A7D5-6BB7AB97880A}" type="sibTrans" cxnId="{8A24733D-8FF9-4BFC-B8BC-6081FFC5FAFB}">
      <dgm:prSet/>
      <dgm:spPr/>
      <dgm:t>
        <a:bodyPr/>
        <a:lstStyle/>
        <a:p>
          <a:endParaRPr lang="en-US"/>
        </a:p>
      </dgm:t>
    </dgm:pt>
    <dgm:pt modelId="{FA60B32F-1D99-4364-B05C-8604814F337C}">
      <dgm:prSet/>
      <dgm:spPr>
        <a:solidFill>
          <a:schemeClr val="accent3">
            <a:lumMod val="75000"/>
          </a:schemeClr>
        </a:solidFill>
      </dgm:spPr>
      <dgm:t>
        <a:bodyPr/>
        <a:lstStyle/>
        <a:p>
          <a:r>
            <a:rPr lang="en-US" dirty="0"/>
            <a:t>Functions of behaviors</a:t>
          </a:r>
        </a:p>
      </dgm:t>
    </dgm:pt>
    <dgm:pt modelId="{26001157-8B18-4A94-B6FC-411F82212FEA}" type="parTrans" cxnId="{5CEFEB92-D452-4096-BBF2-4FB135F0DD42}">
      <dgm:prSet/>
      <dgm:spPr/>
      <dgm:t>
        <a:bodyPr/>
        <a:lstStyle/>
        <a:p>
          <a:endParaRPr lang="en-US"/>
        </a:p>
      </dgm:t>
    </dgm:pt>
    <dgm:pt modelId="{74B19013-BE48-443F-ACBD-40ACB440FA84}" type="sibTrans" cxnId="{5CEFEB92-D452-4096-BBF2-4FB135F0DD42}">
      <dgm:prSet/>
      <dgm:spPr/>
      <dgm:t>
        <a:bodyPr/>
        <a:lstStyle/>
        <a:p>
          <a:endParaRPr lang="en-US"/>
        </a:p>
      </dgm:t>
    </dgm:pt>
    <dgm:pt modelId="{58DE81B7-1D2C-344E-B999-DD528A42AB65}">
      <dgm:prSet/>
      <dgm:spPr>
        <a:solidFill>
          <a:schemeClr val="bg2">
            <a:lumMod val="25000"/>
          </a:schemeClr>
        </a:solidFill>
      </dgm:spPr>
      <dgm:t>
        <a:bodyPr/>
        <a:lstStyle/>
        <a:p>
          <a:r>
            <a:rPr lang="en-US" dirty="0"/>
            <a:t>Replacement behavior</a:t>
          </a:r>
        </a:p>
      </dgm:t>
    </dgm:pt>
    <dgm:pt modelId="{592B23AA-504A-A14E-ABA1-B632208A003B}" type="parTrans" cxnId="{27D20189-2F76-EA46-9EFC-6C131F01D0F3}">
      <dgm:prSet/>
      <dgm:spPr/>
      <dgm:t>
        <a:bodyPr/>
        <a:lstStyle/>
        <a:p>
          <a:endParaRPr lang="en-US"/>
        </a:p>
      </dgm:t>
    </dgm:pt>
    <dgm:pt modelId="{D4107115-01CA-0C4C-8949-2613DBA55DE5}" type="sibTrans" cxnId="{27D20189-2F76-EA46-9EFC-6C131F01D0F3}">
      <dgm:prSet/>
      <dgm:spPr/>
      <dgm:t>
        <a:bodyPr/>
        <a:lstStyle/>
        <a:p>
          <a:endParaRPr lang="en-US"/>
        </a:p>
      </dgm:t>
    </dgm:pt>
    <dgm:pt modelId="{9326F04E-7679-3749-B086-E3B8934DA9E0}">
      <dgm:prSet/>
      <dgm:spPr>
        <a:solidFill>
          <a:schemeClr val="accent6">
            <a:lumMod val="75000"/>
          </a:schemeClr>
        </a:solidFill>
      </dgm:spPr>
      <dgm:t>
        <a:bodyPr/>
        <a:lstStyle/>
        <a:p>
          <a:r>
            <a:rPr lang="en-US" dirty="0"/>
            <a:t>Hypothesis</a:t>
          </a:r>
        </a:p>
      </dgm:t>
    </dgm:pt>
    <dgm:pt modelId="{F62C1FDD-D8A5-F54B-B12D-8CCDC1AF3184}" type="parTrans" cxnId="{993444FB-A1DA-7443-A43C-218D098E54F9}">
      <dgm:prSet/>
      <dgm:spPr/>
      <dgm:t>
        <a:bodyPr/>
        <a:lstStyle/>
        <a:p>
          <a:endParaRPr lang="en-US"/>
        </a:p>
      </dgm:t>
    </dgm:pt>
    <dgm:pt modelId="{C10554C2-4E06-A648-8DAB-E827B716CF2B}" type="sibTrans" cxnId="{993444FB-A1DA-7443-A43C-218D098E54F9}">
      <dgm:prSet/>
      <dgm:spPr/>
      <dgm:t>
        <a:bodyPr/>
        <a:lstStyle/>
        <a:p>
          <a:endParaRPr lang="en-US"/>
        </a:p>
      </dgm:t>
    </dgm:pt>
    <dgm:pt modelId="{A24F7EAB-DF9F-7242-90AB-975C21D5B245}" type="pres">
      <dgm:prSet presAssocID="{0C58E5E9-AB6F-46E6-A394-74B8FBC5B2EA}" presName="diagram" presStyleCnt="0">
        <dgm:presLayoutVars>
          <dgm:dir/>
          <dgm:resizeHandles val="exact"/>
        </dgm:presLayoutVars>
      </dgm:prSet>
      <dgm:spPr/>
    </dgm:pt>
    <dgm:pt modelId="{FFD94275-8A06-1949-A554-E9582046022E}" type="pres">
      <dgm:prSet presAssocID="{903F572C-75AD-4D11-A358-D81E3D440B8D}" presName="node" presStyleLbl="node1" presStyleIdx="0" presStyleCnt="7">
        <dgm:presLayoutVars>
          <dgm:bulletEnabled val="1"/>
        </dgm:presLayoutVars>
      </dgm:prSet>
      <dgm:spPr/>
    </dgm:pt>
    <dgm:pt modelId="{3AF6C7D7-FF3C-964C-94A4-85BCC71ABED7}" type="pres">
      <dgm:prSet presAssocID="{C72DA82F-A9BC-43CA-AF6A-C31E0B18F615}" presName="sibTrans" presStyleCnt="0"/>
      <dgm:spPr/>
    </dgm:pt>
    <dgm:pt modelId="{8C800ED1-1ADE-9941-A4D7-CBF53DD75A03}" type="pres">
      <dgm:prSet presAssocID="{0C66CF46-E7AF-4A88-B4B7-7EC679BF4375}" presName="node" presStyleLbl="node1" presStyleIdx="1" presStyleCnt="7">
        <dgm:presLayoutVars>
          <dgm:bulletEnabled val="1"/>
        </dgm:presLayoutVars>
      </dgm:prSet>
      <dgm:spPr/>
    </dgm:pt>
    <dgm:pt modelId="{590A148B-6169-634F-8786-075D7F84D892}" type="pres">
      <dgm:prSet presAssocID="{69F241A1-824C-4838-8F10-17E51F2C24C9}" presName="sibTrans" presStyleCnt="0"/>
      <dgm:spPr/>
    </dgm:pt>
    <dgm:pt modelId="{CD9DB644-C1C3-2947-AFC3-F78D5B717664}" type="pres">
      <dgm:prSet presAssocID="{42431999-BC30-46C6-8E0D-D4ABFFF93FCB}" presName="node" presStyleLbl="node1" presStyleIdx="2" presStyleCnt="7">
        <dgm:presLayoutVars>
          <dgm:bulletEnabled val="1"/>
        </dgm:presLayoutVars>
      </dgm:prSet>
      <dgm:spPr/>
    </dgm:pt>
    <dgm:pt modelId="{E295E786-0A49-1C47-A549-987D9998389E}" type="pres">
      <dgm:prSet presAssocID="{2FB33786-9AB4-4FB9-96F3-F9EED371B14F}" presName="sibTrans" presStyleCnt="0"/>
      <dgm:spPr/>
    </dgm:pt>
    <dgm:pt modelId="{701C366F-EFF9-4745-9753-C9088291753D}" type="pres">
      <dgm:prSet presAssocID="{0F865832-3000-413C-84A7-A5BCC3C32084}" presName="node" presStyleLbl="node1" presStyleIdx="3" presStyleCnt="7">
        <dgm:presLayoutVars>
          <dgm:bulletEnabled val="1"/>
        </dgm:presLayoutVars>
      </dgm:prSet>
      <dgm:spPr/>
    </dgm:pt>
    <dgm:pt modelId="{0EF2387F-00C4-B646-8731-C302880A3DB9}" type="pres">
      <dgm:prSet presAssocID="{8B4768AC-CB3B-4BFA-A7D5-6BB7AB97880A}" presName="sibTrans" presStyleCnt="0"/>
      <dgm:spPr/>
    </dgm:pt>
    <dgm:pt modelId="{935CECBB-21B4-7A45-BF14-36CB15E6F534}" type="pres">
      <dgm:prSet presAssocID="{58DE81B7-1D2C-344E-B999-DD528A42AB65}" presName="node" presStyleLbl="node1" presStyleIdx="4" presStyleCnt="7">
        <dgm:presLayoutVars>
          <dgm:bulletEnabled val="1"/>
        </dgm:presLayoutVars>
      </dgm:prSet>
      <dgm:spPr/>
    </dgm:pt>
    <dgm:pt modelId="{9D77C212-E312-924F-9BD7-057A88BC8746}" type="pres">
      <dgm:prSet presAssocID="{D4107115-01CA-0C4C-8949-2613DBA55DE5}" presName="sibTrans" presStyleCnt="0"/>
      <dgm:spPr/>
    </dgm:pt>
    <dgm:pt modelId="{8C6E6C89-00CB-3B42-8400-519EB33397D5}" type="pres">
      <dgm:prSet presAssocID="{FA60B32F-1D99-4364-B05C-8604814F337C}" presName="node" presStyleLbl="node1" presStyleIdx="5" presStyleCnt="7">
        <dgm:presLayoutVars>
          <dgm:bulletEnabled val="1"/>
        </dgm:presLayoutVars>
      </dgm:prSet>
      <dgm:spPr/>
    </dgm:pt>
    <dgm:pt modelId="{3FA07926-EA3D-F844-9215-BAC678DD76DD}" type="pres">
      <dgm:prSet presAssocID="{74B19013-BE48-443F-ACBD-40ACB440FA84}" presName="sibTrans" presStyleCnt="0"/>
      <dgm:spPr/>
    </dgm:pt>
    <dgm:pt modelId="{4DF98873-C41B-C146-82A2-91B0935767D3}" type="pres">
      <dgm:prSet presAssocID="{9326F04E-7679-3749-B086-E3B8934DA9E0}" presName="node" presStyleLbl="node1" presStyleIdx="6" presStyleCnt="7">
        <dgm:presLayoutVars>
          <dgm:bulletEnabled val="1"/>
        </dgm:presLayoutVars>
      </dgm:prSet>
      <dgm:spPr/>
    </dgm:pt>
  </dgm:ptLst>
  <dgm:cxnLst>
    <dgm:cxn modelId="{C2F73B1F-7488-4B1F-911E-884080FFCD84}" srcId="{0C58E5E9-AB6F-46E6-A394-74B8FBC5B2EA}" destId="{42431999-BC30-46C6-8E0D-D4ABFFF93FCB}" srcOrd="2" destOrd="0" parTransId="{B0751C6C-031D-449C-8E42-B45666DD96AB}" sibTransId="{2FB33786-9AB4-4FB9-96F3-F9EED371B14F}"/>
    <dgm:cxn modelId="{53024931-0CC2-4E40-812B-3841FECC8203}" srcId="{0C58E5E9-AB6F-46E6-A394-74B8FBC5B2EA}" destId="{0C66CF46-E7AF-4A88-B4B7-7EC679BF4375}" srcOrd="1" destOrd="0" parTransId="{E685649B-0E39-4FE4-B614-59121EE45F18}" sibTransId="{69F241A1-824C-4838-8F10-17E51F2C24C9}"/>
    <dgm:cxn modelId="{8A24733D-8FF9-4BFC-B8BC-6081FFC5FAFB}" srcId="{0C58E5E9-AB6F-46E6-A394-74B8FBC5B2EA}" destId="{0F865832-3000-413C-84A7-A5BCC3C32084}" srcOrd="3" destOrd="0" parTransId="{B4D31C17-37F0-4BC5-80DD-52DB804D2C79}" sibTransId="{8B4768AC-CB3B-4BFA-A7D5-6BB7AB97880A}"/>
    <dgm:cxn modelId="{5D478C6E-25DE-BD4B-8A3B-53CB0129FDA9}" type="presOf" srcId="{0F865832-3000-413C-84A7-A5BCC3C32084}" destId="{701C366F-EFF9-4745-9753-C9088291753D}" srcOrd="0" destOrd="0" presId="urn:microsoft.com/office/officeart/2005/8/layout/default"/>
    <dgm:cxn modelId="{DF51BA71-5A18-1740-AA60-4D5EC2106C01}" type="presOf" srcId="{0C66CF46-E7AF-4A88-B4B7-7EC679BF4375}" destId="{8C800ED1-1ADE-9941-A4D7-CBF53DD75A03}" srcOrd="0" destOrd="0" presId="urn:microsoft.com/office/officeart/2005/8/layout/default"/>
    <dgm:cxn modelId="{BFDCE572-4332-4C47-9824-BA99016C7DB5}" type="presOf" srcId="{42431999-BC30-46C6-8E0D-D4ABFFF93FCB}" destId="{CD9DB644-C1C3-2947-AFC3-F78D5B717664}" srcOrd="0" destOrd="0" presId="urn:microsoft.com/office/officeart/2005/8/layout/default"/>
    <dgm:cxn modelId="{376B1A7A-A705-2844-A338-9D4AB6013F2C}" type="presOf" srcId="{0C58E5E9-AB6F-46E6-A394-74B8FBC5B2EA}" destId="{A24F7EAB-DF9F-7242-90AB-975C21D5B245}" srcOrd="0" destOrd="0" presId="urn:microsoft.com/office/officeart/2005/8/layout/default"/>
    <dgm:cxn modelId="{20885282-0B38-2C46-B82C-6C8E265A3B16}" type="presOf" srcId="{903F572C-75AD-4D11-A358-D81E3D440B8D}" destId="{FFD94275-8A06-1949-A554-E9582046022E}" srcOrd="0" destOrd="0" presId="urn:microsoft.com/office/officeart/2005/8/layout/default"/>
    <dgm:cxn modelId="{27D20189-2F76-EA46-9EFC-6C131F01D0F3}" srcId="{0C58E5E9-AB6F-46E6-A394-74B8FBC5B2EA}" destId="{58DE81B7-1D2C-344E-B999-DD528A42AB65}" srcOrd="4" destOrd="0" parTransId="{592B23AA-504A-A14E-ABA1-B632208A003B}" sibTransId="{D4107115-01CA-0C4C-8949-2613DBA55DE5}"/>
    <dgm:cxn modelId="{5CEFEB92-D452-4096-BBF2-4FB135F0DD42}" srcId="{0C58E5E9-AB6F-46E6-A394-74B8FBC5B2EA}" destId="{FA60B32F-1D99-4364-B05C-8604814F337C}" srcOrd="5" destOrd="0" parTransId="{26001157-8B18-4A94-B6FC-411F82212FEA}" sibTransId="{74B19013-BE48-443F-ACBD-40ACB440FA84}"/>
    <dgm:cxn modelId="{3DF4E79C-CE99-7346-AD98-6670B9A3FC56}" type="presOf" srcId="{58DE81B7-1D2C-344E-B999-DD528A42AB65}" destId="{935CECBB-21B4-7A45-BF14-36CB15E6F534}" srcOrd="0" destOrd="0" presId="urn:microsoft.com/office/officeart/2005/8/layout/default"/>
    <dgm:cxn modelId="{D09A4FA3-2ACA-4C86-97F1-061B8074A260}" srcId="{0C58E5E9-AB6F-46E6-A394-74B8FBC5B2EA}" destId="{903F572C-75AD-4D11-A358-D81E3D440B8D}" srcOrd="0" destOrd="0" parTransId="{06F9A763-46BF-453E-A7C6-9A8CC5B6BED6}" sibTransId="{C72DA82F-A9BC-43CA-AF6A-C31E0B18F615}"/>
    <dgm:cxn modelId="{A97749E4-0D1A-4341-BEFD-623ECB8A726D}" type="presOf" srcId="{9326F04E-7679-3749-B086-E3B8934DA9E0}" destId="{4DF98873-C41B-C146-82A2-91B0935767D3}" srcOrd="0" destOrd="0" presId="urn:microsoft.com/office/officeart/2005/8/layout/default"/>
    <dgm:cxn modelId="{71DE77EF-4D35-254D-BC5F-FD428DCC3545}" type="presOf" srcId="{FA60B32F-1D99-4364-B05C-8604814F337C}" destId="{8C6E6C89-00CB-3B42-8400-519EB33397D5}" srcOrd="0" destOrd="0" presId="urn:microsoft.com/office/officeart/2005/8/layout/default"/>
    <dgm:cxn modelId="{993444FB-A1DA-7443-A43C-218D098E54F9}" srcId="{0C58E5E9-AB6F-46E6-A394-74B8FBC5B2EA}" destId="{9326F04E-7679-3749-B086-E3B8934DA9E0}" srcOrd="6" destOrd="0" parTransId="{F62C1FDD-D8A5-F54B-B12D-8CCDC1AF3184}" sibTransId="{C10554C2-4E06-A648-8DAB-E827B716CF2B}"/>
    <dgm:cxn modelId="{41936855-49A4-4D40-98D1-C88C15F4141C}" type="presParOf" srcId="{A24F7EAB-DF9F-7242-90AB-975C21D5B245}" destId="{FFD94275-8A06-1949-A554-E9582046022E}" srcOrd="0" destOrd="0" presId="urn:microsoft.com/office/officeart/2005/8/layout/default"/>
    <dgm:cxn modelId="{9CB55FCD-E81C-F445-96F9-CA4220B22755}" type="presParOf" srcId="{A24F7EAB-DF9F-7242-90AB-975C21D5B245}" destId="{3AF6C7D7-FF3C-964C-94A4-85BCC71ABED7}" srcOrd="1" destOrd="0" presId="urn:microsoft.com/office/officeart/2005/8/layout/default"/>
    <dgm:cxn modelId="{4DA43134-2DED-B443-BD8E-D482B962EBA7}" type="presParOf" srcId="{A24F7EAB-DF9F-7242-90AB-975C21D5B245}" destId="{8C800ED1-1ADE-9941-A4D7-CBF53DD75A03}" srcOrd="2" destOrd="0" presId="urn:microsoft.com/office/officeart/2005/8/layout/default"/>
    <dgm:cxn modelId="{8F04CA06-960F-9347-A6FB-C72CBD16316B}" type="presParOf" srcId="{A24F7EAB-DF9F-7242-90AB-975C21D5B245}" destId="{590A148B-6169-634F-8786-075D7F84D892}" srcOrd="3" destOrd="0" presId="urn:microsoft.com/office/officeart/2005/8/layout/default"/>
    <dgm:cxn modelId="{162C85DF-2EBB-A749-BCAC-C590A849CBA9}" type="presParOf" srcId="{A24F7EAB-DF9F-7242-90AB-975C21D5B245}" destId="{CD9DB644-C1C3-2947-AFC3-F78D5B717664}" srcOrd="4" destOrd="0" presId="urn:microsoft.com/office/officeart/2005/8/layout/default"/>
    <dgm:cxn modelId="{4B0485B6-29BE-8F44-8EBA-0CB0FF362B21}" type="presParOf" srcId="{A24F7EAB-DF9F-7242-90AB-975C21D5B245}" destId="{E295E786-0A49-1C47-A549-987D9998389E}" srcOrd="5" destOrd="0" presId="urn:microsoft.com/office/officeart/2005/8/layout/default"/>
    <dgm:cxn modelId="{60224CAA-8FA4-AE4A-AEC6-EF3A8344A80F}" type="presParOf" srcId="{A24F7EAB-DF9F-7242-90AB-975C21D5B245}" destId="{701C366F-EFF9-4745-9753-C9088291753D}" srcOrd="6" destOrd="0" presId="urn:microsoft.com/office/officeart/2005/8/layout/default"/>
    <dgm:cxn modelId="{2D9F3B37-DF96-9248-B45D-1777FEFAC426}" type="presParOf" srcId="{A24F7EAB-DF9F-7242-90AB-975C21D5B245}" destId="{0EF2387F-00C4-B646-8731-C302880A3DB9}" srcOrd="7" destOrd="0" presId="urn:microsoft.com/office/officeart/2005/8/layout/default"/>
    <dgm:cxn modelId="{1C2EC226-36C8-124E-9B54-1EE034F52396}" type="presParOf" srcId="{A24F7EAB-DF9F-7242-90AB-975C21D5B245}" destId="{935CECBB-21B4-7A45-BF14-36CB15E6F534}" srcOrd="8" destOrd="0" presId="urn:microsoft.com/office/officeart/2005/8/layout/default"/>
    <dgm:cxn modelId="{9AA8BA2C-B3C9-9B43-A33F-C2E46CA6CE9F}" type="presParOf" srcId="{A24F7EAB-DF9F-7242-90AB-975C21D5B245}" destId="{9D77C212-E312-924F-9BD7-057A88BC8746}" srcOrd="9" destOrd="0" presId="urn:microsoft.com/office/officeart/2005/8/layout/default"/>
    <dgm:cxn modelId="{397EFA31-DFF1-4448-BCFE-7676B982B9EC}" type="presParOf" srcId="{A24F7EAB-DF9F-7242-90AB-975C21D5B245}" destId="{8C6E6C89-00CB-3B42-8400-519EB33397D5}" srcOrd="10" destOrd="0" presId="urn:microsoft.com/office/officeart/2005/8/layout/default"/>
    <dgm:cxn modelId="{C1F80608-D75F-9D41-8FE7-B6292D614F58}" type="presParOf" srcId="{A24F7EAB-DF9F-7242-90AB-975C21D5B245}" destId="{3FA07926-EA3D-F844-9215-BAC678DD76DD}" srcOrd="11" destOrd="0" presId="urn:microsoft.com/office/officeart/2005/8/layout/default"/>
    <dgm:cxn modelId="{DA3EA4E3-6F01-4941-86B8-ED8D1627296C}" type="presParOf" srcId="{A24F7EAB-DF9F-7242-90AB-975C21D5B245}" destId="{4DF98873-C41B-C146-82A2-91B0935767D3}"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BA19457-4F01-CF40-81AF-1B3479A24563}"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US"/>
        </a:p>
      </dgm:t>
    </dgm:pt>
    <dgm:pt modelId="{FDC9E33A-2433-5144-A067-FA561D8BEAEE}">
      <dgm:prSet/>
      <dgm:spPr>
        <a:solidFill>
          <a:schemeClr val="accent2">
            <a:lumMod val="60000"/>
            <a:lumOff val="40000"/>
            <a:alpha val="50000"/>
          </a:schemeClr>
        </a:solidFill>
      </dgm:spPr>
      <dgm:t>
        <a:bodyPr/>
        <a:lstStyle/>
        <a:p>
          <a:r>
            <a:rPr lang="en-US" b="1" dirty="0"/>
            <a:t>Anxious</a:t>
          </a:r>
        </a:p>
      </dgm:t>
    </dgm:pt>
    <dgm:pt modelId="{38ED21D2-E976-1646-8E67-3AB4AFF47E6A}" type="parTrans" cxnId="{4B4DE3D7-2280-8D46-94E6-92AF737461A4}">
      <dgm:prSet/>
      <dgm:spPr/>
      <dgm:t>
        <a:bodyPr/>
        <a:lstStyle/>
        <a:p>
          <a:endParaRPr lang="en-US"/>
        </a:p>
      </dgm:t>
    </dgm:pt>
    <dgm:pt modelId="{B1D42837-CC43-A643-9C61-86F9803A5E00}" type="sibTrans" cxnId="{4B4DE3D7-2280-8D46-94E6-92AF737461A4}">
      <dgm:prSet/>
      <dgm:spPr/>
      <dgm:t>
        <a:bodyPr/>
        <a:lstStyle/>
        <a:p>
          <a:endParaRPr lang="en-US"/>
        </a:p>
      </dgm:t>
    </dgm:pt>
    <dgm:pt modelId="{E6B0C8DD-5E56-7644-A507-AAC60B5BCD59}">
      <dgm:prSet/>
      <dgm:spPr>
        <a:solidFill>
          <a:schemeClr val="accent3">
            <a:lumMod val="40000"/>
            <a:lumOff val="60000"/>
            <a:alpha val="50000"/>
          </a:schemeClr>
        </a:solidFill>
      </dgm:spPr>
      <dgm:t>
        <a:bodyPr/>
        <a:lstStyle/>
        <a:p>
          <a:r>
            <a:rPr lang="en-US" b="1" dirty="0"/>
            <a:t>Lazy</a:t>
          </a:r>
        </a:p>
      </dgm:t>
    </dgm:pt>
    <dgm:pt modelId="{5E3C1130-D7E7-5741-9628-578A28314FA0}" type="parTrans" cxnId="{74DD0705-74DB-C044-8824-BB7B2B041D65}">
      <dgm:prSet/>
      <dgm:spPr/>
      <dgm:t>
        <a:bodyPr/>
        <a:lstStyle/>
        <a:p>
          <a:endParaRPr lang="en-US"/>
        </a:p>
      </dgm:t>
    </dgm:pt>
    <dgm:pt modelId="{7C250D91-5DFB-2842-8A7A-E2D5A5BDD1BD}" type="sibTrans" cxnId="{74DD0705-74DB-C044-8824-BB7B2B041D65}">
      <dgm:prSet/>
      <dgm:spPr/>
      <dgm:t>
        <a:bodyPr/>
        <a:lstStyle/>
        <a:p>
          <a:endParaRPr lang="en-US"/>
        </a:p>
      </dgm:t>
    </dgm:pt>
    <dgm:pt modelId="{7BEEF537-8B71-9A41-9590-D438E69C3D1A}">
      <dgm:prSet/>
      <dgm:spPr>
        <a:solidFill>
          <a:schemeClr val="accent1">
            <a:lumMod val="40000"/>
            <a:lumOff val="60000"/>
            <a:alpha val="50000"/>
          </a:schemeClr>
        </a:solidFill>
      </dgm:spPr>
      <dgm:t>
        <a:bodyPr/>
        <a:lstStyle/>
        <a:p>
          <a:r>
            <a:rPr lang="en-US" b="1" dirty="0"/>
            <a:t>Studious</a:t>
          </a:r>
        </a:p>
      </dgm:t>
    </dgm:pt>
    <dgm:pt modelId="{4808CC4E-FB23-4046-92AB-2C83D0905515}" type="parTrans" cxnId="{FB6A4EC0-4C31-0843-B5BA-BFEB39B5DFFA}">
      <dgm:prSet/>
      <dgm:spPr/>
      <dgm:t>
        <a:bodyPr/>
        <a:lstStyle/>
        <a:p>
          <a:endParaRPr lang="en-US"/>
        </a:p>
      </dgm:t>
    </dgm:pt>
    <dgm:pt modelId="{F0ACC906-C635-DC44-A9F4-D3AD3FFC5B46}" type="sibTrans" cxnId="{FB6A4EC0-4C31-0843-B5BA-BFEB39B5DFFA}">
      <dgm:prSet/>
      <dgm:spPr/>
      <dgm:t>
        <a:bodyPr/>
        <a:lstStyle/>
        <a:p>
          <a:endParaRPr lang="en-US"/>
        </a:p>
      </dgm:t>
    </dgm:pt>
    <dgm:pt modelId="{6DBF3B3F-0DBB-6F42-9701-4CFAB19993A1}">
      <dgm:prSet/>
      <dgm:spPr>
        <a:solidFill>
          <a:schemeClr val="accent6">
            <a:lumMod val="40000"/>
            <a:lumOff val="60000"/>
            <a:alpha val="50000"/>
          </a:schemeClr>
        </a:solidFill>
      </dgm:spPr>
      <dgm:t>
        <a:bodyPr/>
        <a:lstStyle/>
        <a:p>
          <a:r>
            <a:rPr lang="en-US" b="1" dirty="0"/>
            <a:t>Silly</a:t>
          </a:r>
        </a:p>
      </dgm:t>
    </dgm:pt>
    <dgm:pt modelId="{44A2FC90-4BC0-F145-B1C6-449F0D2EE6E0}" type="parTrans" cxnId="{6CAF4D6A-42C8-8C4D-B45E-1BE0F05CD57A}">
      <dgm:prSet/>
      <dgm:spPr/>
      <dgm:t>
        <a:bodyPr/>
        <a:lstStyle/>
        <a:p>
          <a:endParaRPr lang="en-US"/>
        </a:p>
      </dgm:t>
    </dgm:pt>
    <dgm:pt modelId="{27C02B1F-932D-D243-807C-7566CD5328F4}" type="sibTrans" cxnId="{6CAF4D6A-42C8-8C4D-B45E-1BE0F05CD57A}">
      <dgm:prSet/>
      <dgm:spPr/>
      <dgm:t>
        <a:bodyPr/>
        <a:lstStyle/>
        <a:p>
          <a:endParaRPr lang="en-US"/>
        </a:p>
      </dgm:t>
    </dgm:pt>
    <dgm:pt modelId="{10778B86-0BFB-C047-85AA-8E58BA88FB1A}" type="pres">
      <dgm:prSet presAssocID="{2BA19457-4F01-CF40-81AF-1B3479A24563}" presName="Name0" presStyleCnt="0">
        <dgm:presLayoutVars>
          <dgm:dir/>
          <dgm:resizeHandles val="exact"/>
        </dgm:presLayoutVars>
      </dgm:prSet>
      <dgm:spPr/>
    </dgm:pt>
    <dgm:pt modelId="{7CF80D9C-DC79-2740-B76A-72292296D774}" type="pres">
      <dgm:prSet presAssocID="{FDC9E33A-2433-5144-A067-FA561D8BEAEE}" presName="Name5" presStyleLbl="vennNode1" presStyleIdx="0" presStyleCnt="4">
        <dgm:presLayoutVars>
          <dgm:bulletEnabled val="1"/>
        </dgm:presLayoutVars>
      </dgm:prSet>
      <dgm:spPr/>
    </dgm:pt>
    <dgm:pt modelId="{B562DC80-990F-B04B-860E-DACDF1D0DE7F}" type="pres">
      <dgm:prSet presAssocID="{B1D42837-CC43-A643-9C61-86F9803A5E00}" presName="space" presStyleCnt="0"/>
      <dgm:spPr/>
    </dgm:pt>
    <dgm:pt modelId="{49179EF1-F411-074E-AA47-F2C58D2A65DC}" type="pres">
      <dgm:prSet presAssocID="{E6B0C8DD-5E56-7644-A507-AAC60B5BCD59}" presName="Name5" presStyleLbl="vennNode1" presStyleIdx="1" presStyleCnt="4">
        <dgm:presLayoutVars>
          <dgm:bulletEnabled val="1"/>
        </dgm:presLayoutVars>
      </dgm:prSet>
      <dgm:spPr/>
    </dgm:pt>
    <dgm:pt modelId="{1F17F0F8-FFAE-2847-91BF-821F9800928D}" type="pres">
      <dgm:prSet presAssocID="{7C250D91-5DFB-2842-8A7A-E2D5A5BDD1BD}" presName="space" presStyleCnt="0"/>
      <dgm:spPr/>
    </dgm:pt>
    <dgm:pt modelId="{90B43CCC-BDD8-8F42-B720-D36DFA44EECC}" type="pres">
      <dgm:prSet presAssocID="{7BEEF537-8B71-9A41-9590-D438E69C3D1A}" presName="Name5" presStyleLbl="vennNode1" presStyleIdx="2" presStyleCnt="4">
        <dgm:presLayoutVars>
          <dgm:bulletEnabled val="1"/>
        </dgm:presLayoutVars>
      </dgm:prSet>
      <dgm:spPr/>
    </dgm:pt>
    <dgm:pt modelId="{7B6669EF-DDC1-5642-8B4B-F6399D98FA81}" type="pres">
      <dgm:prSet presAssocID="{F0ACC906-C635-DC44-A9F4-D3AD3FFC5B46}" presName="space" presStyleCnt="0"/>
      <dgm:spPr/>
    </dgm:pt>
    <dgm:pt modelId="{2BFCB50D-9895-A64F-BD85-907B03F419D9}" type="pres">
      <dgm:prSet presAssocID="{6DBF3B3F-0DBB-6F42-9701-4CFAB19993A1}" presName="Name5" presStyleLbl="vennNode1" presStyleIdx="3" presStyleCnt="4">
        <dgm:presLayoutVars>
          <dgm:bulletEnabled val="1"/>
        </dgm:presLayoutVars>
      </dgm:prSet>
      <dgm:spPr/>
    </dgm:pt>
  </dgm:ptLst>
  <dgm:cxnLst>
    <dgm:cxn modelId="{74DD0705-74DB-C044-8824-BB7B2B041D65}" srcId="{2BA19457-4F01-CF40-81AF-1B3479A24563}" destId="{E6B0C8DD-5E56-7644-A507-AAC60B5BCD59}" srcOrd="1" destOrd="0" parTransId="{5E3C1130-D7E7-5741-9628-578A28314FA0}" sibTransId="{7C250D91-5DFB-2842-8A7A-E2D5A5BDD1BD}"/>
    <dgm:cxn modelId="{6CAF4D6A-42C8-8C4D-B45E-1BE0F05CD57A}" srcId="{2BA19457-4F01-CF40-81AF-1B3479A24563}" destId="{6DBF3B3F-0DBB-6F42-9701-4CFAB19993A1}" srcOrd="3" destOrd="0" parTransId="{44A2FC90-4BC0-F145-B1C6-449F0D2EE6E0}" sibTransId="{27C02B1F-932D-D243-807C-7566CD5328F4}"/>
    <dgm:cxn modelId="{36A3DF8F-A119-8C43-B545-A470DB230848}" type="presOf" srcId="{7BEEF537-8B71-9A41-9590-D438E69C3D1A}" destId="{90B43CCC-BDD8-8F42-B720-D36DFA44EECC}" srcOrd="0" destOrd="0" presId="urn:microsoft.com/office/officeart/2005/8/layout/venn3"/>
    <dgm:cxn modelId="{C734A9BA-D0B0-5F4F-A2E3-E286ADE5CADE}" type="presOf" srcId="{2BA19457-4F01-CF40-81AF-1B3479A24563}" destId="{10778B86-0BFB-C047-85AA-8E58BA88FB1A}" srcOrd="0" destOrd="0" presId="urn:microsoft.com/office/officeart/2005/8/layout/venn3"/>
    <dgm:cxn modelId="{FB6A4EC0-4C31-0843-B5BA-BFEB39B5DFFA}" srcId="{2BA19457-4F01-CF40-81AF-1B3479A24563}" destId="{7BEEF537-8B71-9A41-9590-D438E69C3D1A}" srcOrd="2" destOrd="0" parTransId="{4808CC4E-FB23-4046-92AB-2C83D0905515}" sibTransId="{F0ACC906-C635-DC44-A9F4-D3AD3FFC5B46}"/>
    <dgm:cxn modelId="{D5B95ECA-1E46-704B-921C-184BB2DCEFA5}" type="presOf" srcId="{6DBF3B3F-0DBB-6F42-9701-4CFAB19993A1}" destId="{2BFCB50D-9895-A64F-BD85-907B03F419D9}" srcOrd="0" destOrd="0" presId="urn:microsoft.com/office/officeart/2005/8/layout/venn3"/>
    <dgm:cxn modelId="{AA89CCCD-B4BD-954E-BDF6-9DBC80A6DD91}" type="presOf" srcId="{E6B0C8DD-5E56-7644-A507-AAC60B5BCD59}" destId="{49179EF1-F411-074E-AA47-F2C58D2A65DC}" srcOrd="0" destOrd="0" presId="urn:microsoft.com/office/officeart/2005/8/layout/venn3"/>
    <dgm:cxn modelId="{4B4DE3D7-2280-8D46-94E6-92AF737461A4}" srcId="{2BA19457-4F01-CF40-81AF-1B3479A24563}" destId="{FDC9E33A-2433-5144-A067-FA561D8BEAEE}" srcOrd="0" destOrd="0" parTransId="{38ED21D2-E976-1646-8E67-3AB4AFF47E6A}" sibTransId="{B1D42837-CC43-A643-9C61-86F9803A5E00}"/>
    <dgm:cxn modelId="{7C31A7EC-A7AA-4C44-935D-8B07D57C6DEB}" type="presOf" srcId="{FDC9E33A-2433-5144-A067-FA561D8BEAEE}" destId="{7CF80D9C-DC79-2740-B76A-72292296D774}" srcOrd="0" destOrd="0" presId="urn:microsoft.com/office/officeart/2005/8/layout/venn3"/>
    <dgm:cxn modelId="{39CD61C4-41BA-1E4C-A113-E81D902F67EE}" type="presParOf" srcId="{10778B86-0BFB-C047-85AA-8E58BA88FB1A}" destId="{7CF80D9C-DC79-2740-B76A-72292296D774}" srcOrd="0" destOrd="0" presId="urn:microsoft.com/office/officeart/2005/8/layout/venn3"/>
    <dgm:cxn modelId="{AC546FA9-5195-CE41-BE99-21AF34E34E60}" type="presParOf" srcId="{10778B86-0BFB-C047-85AA-8E58BA88FB1A}" destId="{B562DC80-990F-B04B-860E-DACDF1D0DE7F}" srcOrd="1" destOrd="0" presId="urn:microsoft.com/office/officeart/2005/8/layout/venn3"/>
    <dgm:cxn modelId="{5F9AA1EB-4982-1E4E-BE63-C6DFBD398B8F}" type="presParOf" srcId="{10778B86-0BFB-C047-85AA-8E58BA88FB1A}" destId="{49179EF1-F411-074E-AA47-F2C58D2A65DC}" srcOrd="2" destOrd="0" presId="urn:microsoft.com/office/officeart/2005/8/layout/venn3"/>
    <dgm:cxn modelId="{9834EA0C-94BE-3B43-98B9-C878A20182E8}" type="presParOf" srcId="{10778B86-0BFB-C047-85AA-8E58BA88FB1A}" destId="{1F17F0F8-FFAE-2847-91BF-821F9800928D}" srcOrd="3" destOrd="0" presId="urn:microsoft.com/office/officeart/2005/8/layout/venn3"/>
    <dgm:cxn modelId="{CA3853B6-6664-1D48-98E4-37A976CECB43}" type="presParOf" srcId="{10778B86-0BFB-C047-85AA-8E58BA88FB1A}" destId="{90B43CCC-BDD8-8F42-B720-D36DFA44EECC}" srcOrd="4" destOrd="0" presId="urn:microsoft.com/office/officeart/2005/8/layout/venn3"/>
    <dgm:cxn modelId="{4A9E25B8-E649-6E43-9A16-1FE3491A0AF9}" type="presParOf" srcId="{10778B86-0BFB-C047-85AA-8E58BA88FB1A}" destId="{7B6669EF-DDC1-5642-8B4B-F6399D98FA81}" srcOrd="5" destOrd="0" presId="urn:microsoft.com/office/officeart/2005/8/layout/venn3"/>
    <dgm:cxn modelId="{E9D92FFA-5A42-C44B-8AD7-B3857CCFE17F}" type="presParOf" srcId="{10778B86-0BFB-C047-85AA-8E58BA88FB1A}" destId="{2BFCB50D-9895-A64F-BD85-907B03F419D9}" srcOrd="6"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F87A2FD-CE2E-0F49-BC57-3E009755E3E9}" type="doc">
      <dgm:prSet loTypeId="urn:microsoft.com/office/officeart/2005/8/layout/lProcess3" loCatId="" qsTypeId="urn:microsoft.com/office/officeart/2005/8/quickstyle/simple1" qsCatId="simple" csTypeId="urn:microsoft.com/office/officeart/2005/8/colors/accent1_2" csCatId="accent1" phldr="1"/>
      <dgm:spPr/>
      <dgm:t>
        <a:bodyPr/>
        <a:lstStyle/>
        <a:p>
          <a:endParaRPr lang="en-US"/>
        </a:p>
      </dgm:t>
    </dgm:pt>
    <dgm:pt modelId="{7C23616F-CA8F-BB40-BA58-6B9F0A25CAED}">
      <dgm:prSet phldrT="[Text]"/>
      <dgm:spPr>
        <a:solidFill>
          <a:schemeClr val="accent3">
            <a:lumMod val="50000"/>
          </a:schemeClr>
        </a:solidFill>
      </dgm:spPr>
      <dgm:t>
        <a:bodyPr/>
        <a:lstStyle/>
        <a:p>
          <a:r>
            <a:rPr lang="en-US" dirty="0"/>
            <a:t>Setting Event</a:t>
          </a:r>
        </a:p>
      </dgm:t>
    </dgm:pt>
    <dgm:pt modelId="{1F9C27B3-1139-AF48-8ED8-BE6D588A4D45}" type="parTrans" cxnId="{21A2E3F1-B047-5D41-B4AC-7E70BE1B7687}">
      <dgm:prSet/>
      <dgm:spPr/>
      <dgm:t>
        <a:bodyPr/>
        <a:lstStyle/>
        <a:p>
          <a:endParaRPr lang="en-US"/>
        </a:p>
      </dgm:t>
    </dgm:pt>
    <dgm:pt modelId="{32D399EB-E65F-5B40-9DE5-421F425CA8C7}" type="sibTrans" cxnId="{21A2E3F1-B047-5D41-B4AC-7E70BE1B7687}">
      <dgm:prSet/>
      <dgm:spPr/>
      <dgm:t>
        <a:bodyPr/>
        <a:lstStyle/>
        <a:p>
          <a:endParaRPr lang="en-US"/>
        </a:p>
      </dgm:t>
    </dgm:pt>
    <dgm:pt modelId="{45765450-A06B-AE45-97A5-AD66B07128CE}">
      <dgm:prSet phldrT="[Text]"/>
      <dgm:spPr>
        <a:solidFill>
          <a:schemeClr val="accent6">
            <a:lumMod val="20000"/>
            <a:lumOff val="80000"/>
            <a:alpha val="90000"/>
          </a:schemeClr>
        </a:solidFill>
      </dgm:spPr>
      <dgm:t>
        <a:bodyPr/>
        <a:lstStyle/>
        <a:p>
          <a:r>
            <a:rPr lang="en-US" dirty="0"/>
            <a:t>Increases likelihood that a trigger will emerge</a:t>
          </a:r>
        </a:p>
      </dgm:t>
    </dgm:pt>
    <dgm:pt modelId="{9EB56B7D-2F60-C842-8CDC-B37A5457558C}" type="parTrans" cxnId="{FE6A75ED-CE4F-B049-9EA8-3B635D6B1374}">
      <dgm:prSet/>
      <dgm:spPr/>
      <dgm:t>
        <a:bodyPr/>
        <a:lstStyle/>
        <a:p>
          <a:endParaRPr lang="en-US"/>
        </a:p>
      </dgm:t>
    </dgm:pt>
    <dgm:pt modelId="{3A16BB0A-E3C5-B64D-B56A-71482B118F98}" type="sibTrans" cxnId="{FE6A75ED-CE4F-B049-9EA8-3B635D6B1374}">
      <dgm:prSet/>
      <dgm:spPr/>
      <dgm:t>
        <a:bodyPr/>
        <a:lstStyle/>
        <a:p>
          <a:endParaRPr lang="en-US"/>
        </a:p>
      </dgm:t>
    </dgm:pt>
    <dgm:pt modelId="{FF2AAB07-8DB0-F74F-8689-721BF23C0D29}">
      <dgm:prSet phldrT="[Text]"/>
      <dgm:spPr>
        <a:solidFill>
          <a:schemeClr val="accent1">
            <a:lumMod val="20000"/>
            <a:lumOff val="80000"/>
            <a:alpha val="90000"/>
          </a:schemeClr>
        </a:solidFill>
      </dgm:spPr>
      <dgm:t>
        <a:bodyPr/>
        <a:lstStyle/>
        <a:p>
          <a:r>
            <a:rPr lang="en-US" dirty="0"/>
            <a:t>Lighter fluid</a:t>
          </a:r>
        </a:p>
      </dgm:t>
    </dgm:pt>
    <dgm:pt modelId="{3106B3B9-69E1-984E-B79C-E4AF03047047}" type="parTrans" cxnId="{420EE76F-EFA5-DF48-B8B4-26308AD8205A}">
      <dgm:prSet/>
      <dgm:spPr/>
      <dgm:t>
        <a:bodyPr/>
        <a:lstStyle/>
        <a:p>
          <a:endParaRPr lang="en-US"/>
        </a:p>
      </dgm:t>
    </dgm:pt>
    <dgm:pt modelId="{0E7158CB-A126-0644-BF7F-9461AF12F120}" type="sibTrans" cxnId="{420EE76F-EFA5-DF48-B8B4-26308AD8205A}">
      <dgm:prSet/>
      <dgm:spPr/>
      <dgm:t>
        <a:bodyPr/>
        <a:lstStyle/>
        <a:p>
          <a:endParaRPr lang="en-US"/>
        </a:p>
      </dgm:t>
    </dgm:pt>
    <dgm:pt modelId="{CC062D36-C45B-D24C-8B67-BD173BB479AC}">
      <dgm:prSet phldrT="[Text]"/>
      <dgm:spPr>
        <a:solidFill>
          <a:schemeClr val="accent3">
            <a:lumMod val="50000"/>
          </a:schemeClr>
        </a:solidFill>
      </dgm:spPr>
      <dgm:t>
        <a:bodyPr/>
        <a:lstStyle/>
        <a:p>
          <a:r>
            <a:rPr lang="en-US" dirty="0"/>
            <a:t>Trigger</a:t>
          </a:r>
        </a:p>
      </dgm:t>
    </dgm:pt>
    <dgm:pt modelId="{64E623EE-2E30-B54A-BDD5-5A2D231C619C}" type="parTrans" cxnId="{77ECFDF8-78C3-CF46-B010-93DA25F593A3}">
      <dgm:prSet/>
      <dgm:spPr/>
      <dgm:t>
        <a:bodyPr/>
        <a:lstStyle/>
        <a:p>
          <a:endParaRPr lang="en-US"/>
        </a:p>
      </dgm:t>
    </dgm:pt>
    <dgm:pt modelId="{10EC251F-86E6-4141-BA80-171B82FEC295}" type="sibTrans" cxnId="{77ECFDF8-78C3-CF46-B010-93DA25F593A3}">
      <dgm:prSet/>
      <dgm:spPr/>
      <dgm:t>
        <a:bodyPr/>
        <a:lstStyle/>
        <a:p>
          <a:endParaRPr lang="en-US"/>
        </a:p>
      </dgm:t>
    </dgm:pt>
    <dgm:pt modelId="{09F52DA4-A3CD-9045-9270-384924FF2BDC}">
      <dgm:prSet phldrT="[Text]"/>
      <dgm:spPr>
        <a:solidFill>
          <a:schemeClr val="accent6">
            <a:lumMod val="20000"/>
            <a:lumOff val="80000"/>
            <a:alpha val="90000"/>
          </a:schemeClr>
        </a:solidFill>
      </dgm:spPr>
      <dgm:t>
        <a:bodyPr/>
        <a:lstStyle/>
        <a:p>
          <a:r>
            <a:rPr lang="en-US" dirty="0"/>
            <a:t>What immediately provokes behavior</a:t>
          </a:r>
        </a:p>
      </dgm:t>
    </dgm:pt>
    <dgm:pt modelId="{5E16AC3F-AE00-A64B-80C0-E27B56C9E76A}" type="parTrans" cxnId="{53E750D6-2BBA-5A4D-8AED-3170D8A16C94}">
      <dgm:prSet/>
      <dgm:spPr/>
      <dgm:t>
        <a:bodyPr/>
        <a:lstStyle/>
        <a:p>
          <a:endParaRPr lang="en-US"/>
        </a:p>
      </dgm:t>
    </dgm:pt>
    <dgm:pt modelId="{9802B30C-5174-D14C-89E7-412B3F0BCDCB}" type="sibTrans" cxnId="{53E750D6-2BBA-5A4D-8AED-3170D8A16C94}">
      <dgm:prSet/>
      <dgm:spPr/>
      <dgm:t>
        <a:bodyPr/>
        <a:lstStyle/>
        <a:p>
          <a:endParaRPr lang="en-US"/>
        </a:p>
      </dgm:t>
    </dgm:pt>
    <dgm:pt modelId="{56E815A5-96E3-074B-843E-A1D517C111E7}">
      <dgm:prSet phldrT="[Text]"/>
      <dgm:spPr>
        <a:solidFill>
          <a:schemeClr val="accent1">
            <a:lumMod val="20000"/>
            <a:lumOff val="80000"/>
            <a:alpha val="90000"/>
          </a:schemeClr>
        </a:solidFill>
      </dgm:spPr>
      <dgm:t>
        <a:bodyPr/>
        <a:lstStyle/>
        <a:p>
          <a:r>
            <a:rPr lang="en-US" dirty="0"/>
            <a:t>Match</a:t>
          </a:r>
        </a:p>
      </dgm:t>
    </dgm:pt>
    <dgm:pt modelId="{3E37E598-8E70-0440-96AF-D754E6FB1876}" type="parTrans" cxnId="{BC6E37BF-98F8-D24D-ABBB-A34D6D2A9AF6}">
      <dgm:prSet/>
      <dgm:spPr/>
      <dgm:t>
        <a:bodyPr/>
        <a:lstStyle/>
        <a:p>
          <a:endParaRPr lang="en-US"/>
        </a:p>
      </dgm:t>
    </dgm:pt>
    <dgm:pt modelId="{C198ACD1-ADD0-C640-A4E5-5D75A9B263FD}" type="sibTrans" cxnId="{BC6E37BF-98F8-D24D-ABBB-A34D6D2A9AF6}">
      <dgm:prSet/>
      <dgm:spPr/>
      <dgm:t>
        <a:bodyPr/>
        <a:lstStyle/>
        <a:p>
          <a:endParaRPr lang="en-US"/>
        </a:p>
      </dgm:t>
    </dgm:pt>
    <dgm:pt modelId="{753840CA-6CCE-944E-91BB-A0BC61DDF9C4}">
      <dgm:prSet phldrT="[Text]"/>
      <dgm:spPr>
        <a:solidFill>
          <a:schemeClr val="accent3">
            <a:lumMod val="50000"/>
          </a:schemeClr>
        </a:solidFill>
      </dgm:spPr>
      <dgm:t>
        <a:bodyPr/>
        <a:lstStyle/>
        <a:p>
          <a:r>
            <a:rPr lang="en-US" dirty="0"/>
            <a:t>Behavior</a:t>
          </a:r>
        </a:p>
      </dgm:t>
    </dgm:pt>
    <dgm:pt modelId="{32662BE9-C1AB-CE40-BD3E-9357F4F11FBE}" type="parTrans" cxnId="{C2B13E87-6003-6B4B-B5E2-8DFC57E688E2}">
      <dgm:prSet/>
      <dgm:spPr/>
      <dgm:t>
        <a:bodyPr/>
        <a:lstStyle/>
        <a:p>
          <a:endParaRPr lang="en-US"/>
        </a:p>
      </dgm:t>
    </dgm:pt>
    <dgm:pt modelId="{63747052-3680-BF4A-80FC-BE4D69EAB4A0}" type="sibTrans" cxnId="{C2B13E87-6003-6B4B-B5E2-8DFC57E688E2}">
      <dgm:prSet/>
      <dgm:spPr/>
      <dgm:t>
        <a:bodyPr/>
        <a:lstStyle/>
        <a:p>
          <a:endParaRPr lang="en-US"/>
        </a:p>
      </dgm:t>
    </dgm:pt>
    <dgm:pt modelId="{6EF79367-E628-EF49-A3AF-B2D2AA60AAD9}">
      <dgm:prSet phldrT="[Text]"/>
      <dgm:spPr>
        <a:solidFill>
          <a:schemeClr val="accent6">
            <a:lumMod val="20000"/>
            <a:lumOff val="80000"/>
            <a:alpha val="90000"/>
          </a:schemeClr>
        </a:solidFill>
      </dgm:spPr>
      <dgm:t>
        <a:bodyPr/>
        <a:lstStyle/>
        <a:p>
          <a:r>
            <a:rPr lang="en-US" dirty="0"/>
            <a:t>The “problem”</a:t>
          </a:r>
        </a:p>
      </dgm:t>
    </dgm:pt>
    <dgm:pt modelId="{BFEC6EBA-0685-3D49-8099-1DEA602A7122}" type="parTrans" cxnId="{EA9A90C9-8731-274D-9937-C770C5C35E94}">
      <dgm:prSet/>
      <dgm:spPr/>
      <dgm:t>
        <a:bodyPr/>
        <a:lstStyle/>
        <a:p>
          <a:endParaRPr lang="en-US"/>
        </a:p>
      </dgm:t>
    </dgm:pt>
    <dgm:pt modelId="{24A8358C-7071-7A4F-BE39-B05E4E210C8D}" type="sibTrans" cxnId="{EA9A90C9-8731-274D-9937-C770C5C35E94}">
      <dgm:prSet/>
      <dgm:spPr/>
      <dgm:t>
        <a:bodyPr/>
        <a:lstStyle/>
        <a:p>
          <a:endParaRPr lang="en-US"/>
        </a:p>
      </dgm:t>
    </dgm:pt>
    <dgm:pt modelId="{7D48C4A6-6DF1-9043-95DE-A8ED73ACC619}">
      <dgm:prSet phldrT="[Text]"/>
      <dgm:spPr>
        <a:solidFill>
          <a:schemeClr val="accent1">
            <a:lumMod val="20000"/>
            <a:lumOff val="80000"/>
            <a:alpha val="90000"/>
          </a:schemeClr>
        </a:solidFill>
      </dgm:spPr>
      <dgm:t>
        <a:bodyPr/>
        <a:lstStyle/>
        <a:p>
          <a:r>
            <a:rPr lang="en-US" dirty="0"/>
            <a:t>Fire is set</a:t>
          </a:r>
        </a:p>
      </dgm:t>
    </dgm:pt>
    <dgm:pt modelId="{D2CA0D42-2E04-EE49-A24C-FF48E7B70046}" type="sibTrans" cxnId="{A71490C7-B456-7F44-B5EF-7EFFCCAF19DD}">
      <dgm:prSet/>
      <dgm:spPr/>
      <dgm:t>
        <a:bodyPr/>
        <a:lstStyle/>
        <a:p>
          <a:endParaRPr lang="en-US"/>
        </a:p>
      </dgm:t>
    </dgm:pt>
    <dgm:pt modelId="{CFDDEC6B-CB11-AE49-8143-5978D148258D}" type="parTrans" cxnId="{A71490C7-B456-7F44-B5EF-7EFFCCAF19DD}">
      <dgm:prSet/>
      <dgm:spPr/>
      <dgm:t>
        <a:bodyPr/>
        <a:lstStyle/>
        <a:p>
          <a:endParaRPr lang="en-US"/>
        </a:p>
      </dgm:t>
    </dgm:pt>
    <dgm:pt modelId="{B9686B2F-27B6-1B4B-AF75-732EF3AB90A6}">
      <dgm:prSet phldrT="[Text]"/>
      <dgm:spPr>
        <a:solidFill>
          <a:schemeClr val="accent3">
            <a:lumMod val="50000"/>
          </a:schemeClr>
        </a:solidFill>
      </dgm:spPr>
      <dgm:t>
        <a:bodyPr/>
        <a:lstStyle/>
        <a:p>
          <a:r>
            <a:rPr lang="en-US" dirty="0"/>
            <a:t>Consequence</a:t>
          </a:r>
        </a:p>
      </dgm:t>
    </dgm:pt>
    <dgm:pt modelId="{8023135D-F0EA-534A-942C-ACBEBCF83EF0}" type="parTrans" cxnId="{059EA2A0-9AF1-6F4B-A3D6-7ED724C2989D}">
      <dgm:prSet/>
      <dgm:spPr/>
      <dgm:t>
        <a:bodyPr/>
        <a:lstStyle/>
        <a:p>
          <a:endParaRPr lang="en-US"/>
        </a:p>
      </dgm:t>
    </dgm:pt>
    <dgm:pt modelId="{CDA80177-24E0-2247-8D50-235E5022AE08}" type="sibTrans" cxnId="{059EA2A0-9AF1-6F4B-A3D6-7ED724C2989D}">
      <dgm:prSet/>
      <dgm:spPr/>
      <dgm:t>
        <a:bodyPr/>
        <a:lstStyle/>
        <a:p>
          <a:endParaRPr lang="en-US"/>
        </a:p>
      </dgm:t>
    </dgm:pt>
    <dgm:pt modelId="{06EB75F5-9CEF-BA4D-AB79-7F00849ECE7C}">
      <dgm:prSet phldrT="[Text]"/>
      <dgm:spPr>
        <a:solidFill>
          <a:schemeClr val="accent6">
            <a:lumMod val="20000"/>
            <a:lumOff val="80000"/>
          </a:schemeClr>
        </a:solidFill>
      </dgm:spPr>
      <dgm:t>
        <a:bodyPr/>
        <a:lstStyle/>
        <a:p>
          <a:r>
            <a:rPr lang="en-US" dirty="0"/>
            <a:t>What happens because of the behavior</a:t>
          </a:r>
        </a:p>
      </dgm:t>
    </dgm:pt>
    <dgm:pt modelId="{878D3C22-CBF4-E241-AF89-5B570FE539D3}" type="parTrans" cxnId="{58255DC3-2C9C-4E44-8485-1DABCA57BBD2}">
      <dgm:prSet/>
      <dgm:spPr/>
      <dgm:t>
        <a:bodyPr/>
        <a:lstStyle/>
        <a:p>
          <a:endParaRPr lang="en-US"/>
        </a:p>
      </dgm:t>
    </dgm:pt>
    <dgm:pt modelId="{FB12B7A6-3276-764F-80D4-5B9AD577A1EC}" type="sibTrans" cxnId="{58255DC3-2C9C-4E44-8485-1DABCA57BBD2}">
      <dgm:prSet/>
      <dgm:spPr/>
      <dgm:t>
        <a:bodyPr/>
        <a:lstStyle/>
        <a:p>
          <a:endParaRPr lang="en-US"/>
        </a:p>
      </dgm:t>
    </dgm:pt>
    <dgm:pt modelId="{926B868A-772B-9E49-A783-D541B0C47AC3}">
      <dgm:prSet phldrT="[Text]"/>
      <dgm:spPr>
        <a:solidFill>
          <a:schemeClr val="accent1">
            <a:lumMod val="20000"/>
            <a:lumOff val="80000"/>
          </a:schemeClr>
        </a:solidFill>
      </dgm:spPr>
      <dgm:t>
        <a:bodyPr/>
        <a:lstStyle/>
        <a:p>
          <a:r>
            <a:rPr lang="en-US" dirty="0"/>
            <a:t>We can grill food</a:t>
          </a:r>
        </a:p>
      </dgm:t>
    </dgm:pt>
    <dgm:pt modelId="{23F111CA-CB55-4544-AF21-A6B7CC9DFEDA}" type="parTrans" cxnId="{CE66D471-C04F-2540-881E-A41B495DA472}">
      <dgm:prSet/>
      <dgm:spPr/>
      <dgm:t>
        <a:bodyPr/>
        <a:lstStyle/>
        <a:p>
          <a:endParaRPr lang="en-US"/>
        </a:p>
      </dgm:t>
    </dgm:pt>
    <dgm:pt modelId="{48D8B472-CB44-B242-8A68-DF73DD09180A}" type="sibTrans" cxnId="{CE66D471-C04F-2540-881E-A41B495DA472}">
      <dgm:prSet/>
      <dgm:spPr/>
      <dgm:t>
        <a:bodyPr/>
        <a:lstStyle/>
        <a:p>
          <a:endParaRPr lang="en-US"/>
        </a:p>
      </dgm:t>
    </dgm:pt>
    <dgm:pt modelId="{6E545566-3574-984F-BB52-7EBAB0B88E17}" type="pres">
      <dgm:prSet presAssocID="{FF87A2FD-CE2E-0F49-BC57-3E009755E3E9}" presName="Name0" presStyleCnt="0">
        <dgm:presLayoutVars>
          <dgm:chPref val="3"/>
          <dgm:dir/>
          <dgm:animLvl val="lvl"/>
          <dgm:resizeHandles/>
        </dgm:presLayoutVars>
      </dgm:prSet>
      <dgm:spPr/>
    </dgm:pt>
    <dgm:pt modelId="{D4C16536-4802-0B40-9146-B6C6A56F8D1F}" type="pres">
      <dgm:prSet presAssocID="{7C23616F-CA8F-BB40-BA58-6B9F0A25CAED}" presName="horFlow" presStyleCnt="0"/>
      <dgm:spPr/>
    </dgm:pt>
    <dgm:pt modelId="{1DED03B3-0EB4-ED42-AAD3-863C65715AFA}" type="pres">
      <dgm:prSet presAssocID="{7C23616F-CA8F-BB40-BA58-6B9F0A25CAED}" presName="bigChev" presStyleLbl="node1" presStyleIdx="0" presStyleCnt="4"/>
      <dgm:spPr/>
    </dgm:pt>
    <dgm:pt modelId="{A2392521-73C9-0D41-BCF3-A174658754F2}" type="pres">
      <dgm:prSet presAssocID="{9EB56B7D-2F60-C842-8CDC-B37A5457558C}" presName="parTrans" presStyleCnt="0"/>
      <dgm:spPr/>
    </dgm:pt>
    <dgm:pt modelId="{0BEB2AA5-78D0-D548-BD25-4C39F22748BC}" type="pres">
      <dgm:prSet presAssocID="{45765450-A06B-AE45-97A5-AD66B07128CE}" presName="node" presStyleLbl="alignAccFollowNode1" presStyleIdx="0" presStyleCnt="8">
        <dgm:presLayoutVars>
          <dgm:bulletEnabled val="1"/>
        </dgm:presLayoutVars>
      </dgm:prSet>
      <dgm:spPr/>
    </dgm:pt>
    <dgm:pt modelId="{6401EB20-6D0D-CB47-AF87-82651B3318E2}" type="pres">
      <dgm:prSet presAssocID="{3A16BB0A-E3C5-B64D-B56A-71482B118F98}" presName="sibTrans" presStyleCnt="0"/>
      <dgm:spPr/>
    </dgm:pt>
    <dgm:pt modelId="{E4EE9841-DE67-0641-8D73-3F746A41F57F}" type="pres">
      <dgm:prSet presAssocID="{FF2AAB07-8DB0-F74F-8689-721BF23C0D29}" presName="node" presStyleLbl="alignAccFollowNode1" presStyleIdx="1" presStyleCnt="8">
        <dgm:presLayoutVars>
          <dgm:bulletEnabled val="1"/>
        </dgm:presLayoutVars>
      </dgm:prSet>
      <dgm:spPr/>
    </dgm:pt>
    <dgm:pt modelId="{AB049AC7-854B-354E-AD5B-29244966FE69}" type="pres">
      <dgm:prSet presAssocID="{7C23616F-CA8F-BB40-BA58-6B9F0A25CAED}" presName="vSp" presStyleCnt="0"/>
      <dgm:spPr/>
    </dgm:pt>
    <dgm:pt modelId="{9A9DA12F-2A74-814D-9524-6E821504A599}" type="pres">
      <dgm:prSet presAssocID="{CC062D36-C45B-D24C-8B67-BD173BB479AC}" presName="horFlow" presStyleCnt="0"/>
      <dgm:spPr/>
    </dgm:pt>
    <dgm:pt modelId="{27038B03-42F3-2A4D-A17C-43A21E1E7883}" type="pres">
      <dgm:prSet presAssocID="{CC062D36-C45B-D24C-8B67-BD173BB479AC}" presName="bigChev" presStyleLbl="node1" presStyleIdx="1" presStyleCnt="4"/>
      <dgm:spPr/>
    </dgm:pt>
    <dgm:pt modelId="{3163AF5F-66EE-E04B-B4D8-91A81EA35521}" type="pres">
      <dgm:prSet presAssocID="{5E16AC3F-AE00-A64B-80C0-E27B56C9E76A}" presName="parTrans" presStyleCnt="0"/>
      <dgm:spPr/>
    </dgm:pt>
    <dgm:pt modelId="{8B8C05E4-1B3A-ED47-8CB8-80F84E152912}" type="pres">
      <dgm:prSet presAssocID="{09F52DA4-A3CD-9045-9270-384924FF2BDC}" presName="node" presStyleLbl="alignAccFollowNode1" presStyleIdx="2" presStyleCnt="8">
        <dgm:presLayoutVars>
          <dgm:bulletEnabled val="1"/>
        </dgm:presLayoutVars>
      </dgm:prSet>
      <dgm:spPr/>
    </dgm:pt>
    <dgm:pt modelId="{CF0070FA-ED0D-B249-A2B4-F9A7A9604AAC}" type="pres">
      <dgm:prSet presAssocID="{9802B30C-5174-D14C-89E7-412B3F0BCDCB}" presName="sibTrans" presStyleCnt="0"/>
      <dgm:spPr/>
    </dgm:pt>
    <dgm:pt modelId="{8F6A46C1-3B8A-D849-9E56-D9D4A3526F68}" type="pres">
      <dgm:prSet presAssocID="{56E815A5-96E3-074B-843E-A1D517C111E7}" presName="node" presStyleLbl="alignAccFollowNode1" presStyleIdx="3" presStyleCnt="8">
        <dgm:presLayoutVars>
          <dgm:bulletEnabled val="1"/>
        </dgm:presLayoutVars>
      </dgm:prSet>
      <dgm:spPr/>
    </dgm:pt>
    <dgm:pt modelId="{7C2A9225-D831-884E-B688-2B7F53575E38}" type="pres">
      <dgm:prSet presAssocID="{CC062D36-C45B-D24C-8B67-BD173BB479AC}" presName="vSp" presStyleCnt="0"/>
      <dgm:spPr/>
    </dgm:pt>
    <dgm:pt modelId="{E76DCE0D-1670-9941-82C5-820AFDEEC9E9}" type="pres">
      <dgm:prSet presAssocID="{753840CA-6CCE-944E-91BB-A0BC61DDF9C4}" presName="horFlow" presStyleCnt="0"/>
      <dgm:spPr/>
    </dgm:pt>
    <dgm:pt modelId="{A8AE5E5A-1061-8840-B253-CD55D740007C}" type="pres">
      <dgm:prSet presAssocID="{753840CA-6CCE-944E-91BB-A0BC61DDF9C4}" presName="bigChev" presStyleLbl="node1" presStyleIdx="2" presStyleCnt="4"/>
      <dgm:spPr/>
    </dgm:pt>
    <dgm:pt modelId="{946153F1-294C-0A4B-A6D2-94AD3F05C2D8}" type="pres">
      <dgm:prSet presAssocID="{BFEC6EBA-0685-3D49-8099-1DEA602A7122}" presName="parTrans" presStyleCnt="0"/>
      <dgm:spPr/>
    </dgm:pt>
    <dgm:pt modelId="{24F7ECA8-17A0-3541-B7F8-12A5078FE71A}" type="pres">
      <dgm:prSet presAssocID="{6EF79367-E628-EF49-A3AF-B2D2AA60AAD9}" presName="node" presStyleLbl="alignAccFollowNode1" presStyleIdx="4" presStyleCnt="8">
        <dgm:presLayoutVars>
          <dgm:bulletEnabled val="1"/>
        </dgm:presLayoutVars>
      </dgm:prSet>
      <dgm:spPr/>
    </dgm:pt>
    <dgm:pt modelId="{D5BB3FA6-E3F7-7A44-BB6A-B81CB7A8C843}" type="pres">
      <dgm:prSet presAssocID="{24A8358C-7071-7A4F-BE39-B05E4E210C8D}" presName="sibTrans" presStyleCnt="0"/>
      <dgm:spPr/>
    </dgm:pt>
    <dgm:pt modelId="{822E7B1D-C223-574F-ACD9-87927FC23BB2}" type="pres">
      <dgm:prSet presAssocID="{7D48C4A6-6DF1-9043-95DE-A8ED73ACC619}" presName="node" presStyleLbl="alignAccFollowNode1" presStyleIdx="5" presStyleCnt="8">
        <dgm:presLayoutVars>
          <dgm:bulletEnabled val="1"/>
        </dgm:presLayoutVars>
      </dgm:prSet>
      <dgm:spPr/>
    </dgm:pt>
    <dgm:pt modelId="{5B9905D3-D2BA-EB4C-9CCD-F066AD555CAE}" type="pres">
      <dgm:prSet presAssocID="{753840CA-6CCE-944E-91BB-A0BC61DDF9C4}" presName="vSp" presStyleCnt="0"/>
      <dgm:spPr/>
    </dgm:pt>
    <dgm:pt modelId="{6C437569-0DBE-A941-B4C6-34C1A33739BF}" type="pres">
      <dgm:prSet presAssocID="{B9686B2F-27B6-1B4B-AF75-732EF3AB90A6}" presName="horFlow" presStyleCnt="0"/>
      <dgm:spPr/>
    </dgm:pt>
    <dgm:pt modelId="{904C7BB9-C6A9-C942-94F9-DAA4673AE16E}" type="pres">
      <dgm:prSet presAssocID="{B9686B2F-27B6-1B4B-AF75-732EF3AB90A6}" presName="bigChev" presStyleLbl="node1" presStyleIdx="3" presStyleCnt="4"/>
      <dgm:spPr/>
    </dgm:pt>
    <dgm:pt modelId="{1B6315BC-DB90-AB4B-A4BA-048B0DE418F8}" type="pres">
      <dgm:prSet presAssocID="{878D3C22-CBF4-E241-AF89-5B570FE539D3}" presName="parTrans" presStyleCnt="0"/>
      <dgm:spPr/>
    </dgm:pt>
    <dgm:pt modelId="{CB452132-80F4-1F42-8842-82DDDA8407D1}" type="pres">
      <dgm:prSet presAssocID="{06EB75F5-9CEF-BA4D-AB79-7F00849ECE7C}" presName="node" presStyleLbl="alignAccFollowNode1" presStyleIdx="6" presStyleCnt="8">
        <dgm:presLayoutVars>
          <dgm:bulletEnabled val="1"/>
        </dgm:presLayoutVars>
      </dgm:prSet>
      <dgm:spPr/>
    </dgm:pt>
    <dgm:pt modelId="{9D0AFAA3-05BB-214C-995D-0A0E695C1426}" type="pres">
      <dgm:prSet presAssocID="{FB12B7A6-3276-764F-80D4-5B9AD577A1EC}" presName="sibTrans" presStyleCnt="0"/>
      <dgm:spPr/>
    </dgm:pt>
    <dgm:pt modelId="{2AFAE391-209F-B04A-B53C-4C3EEB7E162C}" type="pres">
      <dgm:prSet presAssocID="{926B868A-772B-9E49-A783-D541B0C47AC3}" presName="node" presStyleLbl="alignAccFollowNode1" presStyleIdx="7" presStyleCnt="8">
        <dgm:presLayoutVars>
          <dgm:bulletEnabled val="1"/>
        </dgm:presLayoutVars>
      </dgm:prSet>
      <dgm:spPr/>
    </dgm:pt>
  </dgm:ptLst>
  <dgm:cxnLst>
    <dgm:cxn modelId="{1CEE1C05-7929-9D4E-A117-2CF2783E3196}" type="presOf" srcId="{56E815A5-96E3-074B-843E-A1D517C111E7}" destId="{8F6A46C1-3B8A-D849-9E56-D9D4A3526F68}" srcOrd="0" destOrd="0" presId="urn:microsoft.com/office/officeart/2005/8/layout/lProcess3"/>
    <dgm:cxn modelId="{3D4EE00D-956C-4B47-B018-BE69662F89B2}" type="presOf" srcId="{6EF79367-E628-EF49-A3AF-B2D2AA60AAD9}" destId="{24F7ECA8-17A0-3541-B7F8-12A5078FE71A}" srcOrd="0" destOrd="0" presId="urn:microsoft.com/office/officeart/2005/8/layout/lProcess3"/>
    <dgm:cxn modelId="{EA8FB520-E53D-E74C-BF84-ADCD8096F4F7}" type="presOf" srcId="{753840CA-6CCE-944E-91BB-A0BC61DDF9C4}" destId="{A8AE5E5A-1061-8840-B253-CD55D740007C}" srcOrd="0" destOrd="0" presId="urn:microsoft.com/office/officeart/2005/8/layout/lProcess3"/>
    <dgm:cxn modelId="{693B7D23-2980-734B-9F40-FB6500B2AE1D}" type="presOf" srcId="{926B868A-772B-9E49-A783-D541B0C47AC3}" destId="{2AFAE391-209F-B04A-B53C-4C3EEB7E162C}" srcOrd="0" destOrd="0" presId="urn:microsoft.com/office/officeart/2005/8/layout/lProcess3"/>
    <dgm:cxn modelId="{17826C27-E133-E249-A246-4C81E1BF51FB}" type="presOf" srcId="{FF87A2FD-CE2E-0F49-BC57-3E009755E3E9}" destId="{6E545566-3574-984F-BB52-7EBAB0B88E17}" srcOrd="0" destOrd="0" presId="urn:microsoft.com/office/officeart/2005/8/layout/lProcess3"/>
    <dgm:cxn modelId="{C2D9AC2D-AAAF-6A45-9FC8-F0290C848564}" type="presOf" srcId="{7D48C4A6-6DF1-9043-95DE-A8ED73ACC619}" destId="{822E7B1D-C223-574F-ACD9-87927FC23BB2}" srcOrd="0" destOrd="0" presId="urn:microsoft.com/office/officeart/2005/8/layout/lProcess3"/>
    <dgm:cxn modelId="{8DA71D6A-5395-4D4F-889D-0D8EA7C01980}" type="presOf" srcId="{FF2AAB07-8DB0-F74F-8689-721BF23C0D29}" destId="{E4EE9841-DE67-0641-8D73-3F746A41F57F}" srcOrd="0" destOrd="0" presId="urn:microsoft.com/office/officeart/2005/8/layout/lProcess3"/>
    <dgm:cxn modelId="{420EE76F-EFA5-DF48-B8B4-26308AD8205A}" srcId="{7C23616F-CA8F-BB40-BA58-6B9F0A25CAED}" destId="{FF2AAB07-8DB0-F74F-8689-721BF23C0D29}" srcOrd="1" destOrd="0" parTransId="{3106B3B9-69E1-984E-B79C-E4AF03047047}" sibTransId="{0E7158CB-A126-0644-BF7F-9461AF12F120}"/>
    <dgm:cxn modelId="{CE66D471-C04F-2540-881E-A41B495DA472}" srcId="{B9686B2F-27B6-1B4B-AF75-732EF3AB90A6}" destId="{926B868A-772B-9E49-A783-D541B0C47AC3}" srcOrd="1" destOrd="0" parTransId="{23F111CA-CB55-4544-AF21-A6B7CC9DFEDA}" sibTransId="{48D8B472-CB44-B242-8A68-DF73DD09180A}"/>
    <dgm:cxn modelId="{30E8CD73-4413-BC47-B7B4-90525D3B8875}" type="presOf" srcId="{06EB75F5-9CEF-BA4D-AB79-7F00849ECE7C}" destId="{CB452132-80F4-1F42-8842-82DDDA8407D1}" srcOrd="0" destOrd="0" presId="urn:microsoft.com/office/officeart/2005/8/layout/lProcess3"/>
    <dgm:cxn modelId="{C2B13E87-6003-6B4B-B5E2-8DFC57E688E2}" srcId="{FF87A2FD-CE2E-0F49-BC57-3E009755E3E9}" destId="{753840CA-6CCE-944E-91BB-A0BC61DDF9C4}" srcOrd="2" destOrd="0" parTransId="{32662BE9-C1AB-CE40-BD3E-9357F4F11FBE}" sibTransId="{63747052-3680-BF4A-80FC-BE4D69EAB4A0}"/>
    <dgm:cxn modelId="{059EA2A0-9AF1-6F4B-A3D6-7ED724C2989D}" srcId="{FF87A2FD-CE2E-0F49-BC57-3E009755E3E9}" destId="{B9686B2F-27B6-1B4B-AF75-732EF3AB90A6}" srcOrd="3" destOrd="0" parTransId="{8023135D-F0EA-534A-942C-ACBEBCF83EF0}" sibTransId="{CDA80177-24E0-2247-8D50-235E5022AE08}"/>
    <dgm:cxn modelId="{3AAA1DB2-CF16-C545-BB63-AABBAC0FAB17}" type="presOf" srcId="{CC062D36-C45B-D24C-8B67-BD173BB479AC}" destId="{27038B03-42F3-2A4D-A17C-43A21E1E7883}" srcOrd="0" destOrd="0" presId="urn:microsoft.com/office/officeart/2005/8/layout/lProcess3"/>
    <dgm:cxn modelId="{0E87DFB2-834E-3542-99A1-1851A19E13AD}" type="presOf" srcId="{B9686B2F-27B6-1B4B-AF75-732EF3AB90A6}" destId="{904C7BB9-C6A9-C942-94F9-DAA4673AE16E}" srcOrd="0" destOrd="0" presId="urn:microsoft.com/office/officeart/2005/8/layout/lProcess3"/>
    <dgm:cxn modelId="{BC6E37BF-98F8-D24D-ABBB-A34D6D2A9AF6}" srcId="{CC062D36-C45B-D24C-8B67-BD173BB479AC}" destId="{56E815A5-96E3-074B-843E-A1D517C111E7}" srcOrd="1" destOrd="0" parTransId="{3E37E598-8E70-0440-96AF-D754E6FB1876}" sibTransId="{C198ACD1-ADD0-C640-A4E5-5D75A9B263FD}"/>
    <dgm:cxn modelId="{3D66A0BF-2D84-E641-BA44-1FB52F9EDF71}" type="presOf" srcId="{7C23616F-CA8F-BB40-BA58-6B9F0A25CAED}" destId="{1DED03B3-0EB4-ED42-AAD3-863C65715AFA}" srcOrd="0" destOrd="0" presId="urn:microsoft.com/office/officeart/2005/8/layout/lProcess3"/>
    <dgm:cxn modelId="{58255DC3-2C9C-4E44-8485-1DABCA57BBD2}" srcId="{B9686B2F-27B6-1B4B-AF75-732EF3AB90A6}" destId="{06EB75F5-9CEF-BA4D-AB79-7F00849ECE7C}" srcOrd="0" destOrd="0" parTransId="{878D3C22-CBF4-E241-AF89-5B570FE539D3}" sibTransId="{FB12B7A6-3276-764F-80D4-5B9AD577A1EC}"/>
    <dgm:cxn modelId="{A71490C7-B456-7F44-B5EF-7EFFCCAF19DD}" srcId="{753840CA-6CCE-944E-91BB-A0BC61DDF9C4}" destId="{7D48C4A6-6DF1-9043-95DE-A8ED73ACC619}" srcOrd="1" destOrd="0" parTransId="{CFDDEC6B-CB11-AE49-8143-5978D148258D}" sibTransId="{D2CA0D42-2E04-EE49-A24C-FF48E7B70046}"/>
    <dgm:cxn modelId="{EA9A90C9-8731-274D-9937-C770C5C35E94}" srcId="{753840CA-6CCE-944E-91BB-A0BC61DDF9C4}" destId="{6EF79367-E628-EF49-A3AF-B2D2AA60AAD9}" srcOrd="0" destOrd="0" parTransId="{BFEC6EBA-0685-3D49-8099-1DEA602A7122}" sibTransId="{24A8358C-7071-7A4F-BE39-B05E4E210C8D}"/>
    <dgm:cxn modelId="{723AF8D2-D8D8-FC4C-8596-DC7870FF2EB6}" type="presOf" srcId="{45765450-A06B-AE45-97A5-AD66B07128CE}" destId="{0BEB2AA5-78D0-D548-BD25-4C39F22748BC}" srcOrd="0" destOrd="0" presId="urn:microsoft.com/office/officeart/2005/8/layout/lProcess3"/>
    <dgm:cxn modelId="{53E750D6-2BBA-5A4D-8AED-3170D8A16C94}" srcId="{CC062D36-C45B-D24C-8B67-BD173BB479AC}" destId="{09F52DA4-A3CD-9045-9270-384924FF2BDC}" srcOrd="0" destOrd="0" parTransId="{5E16AC3F-AE00-A64B-80C0-E27B56C9E76A}" sibTransId="{9802B30C-5174-D14C-89E7-412B3F0BCDCB}"/>
    <dgm:cxn modelId="{53217FE1-2596-F54F-BFE1-C07310FD2232}" type="presOf" srcId="{09F52DA4-A3CD-9045-9270-384924FF2BDC}" destId="{8B8C05E4-1B3A-ED47-8CB8-80F84E152912}" srcOrd="0" destOrd="0" presId="urn:microsoft.com/office/officeart/2005/8/layout/lProcess3"/>
    <dgm:cxn modelId="{FE6A75ED-CE4F-B049-9EA8-3B635D6B1374}" srcId="{7C23616F-CA8F-BB40-BA58-6B9F0A25CAED}" destId="{45765450-A06B-AE45-97A5-AD66B07128CE}" srcOrd="0" destOrd="0" parTransId="{9EB56B7D-2F60-C842-8CDC-B37A5457558C}" sibTransId="{3A16BB0A-E3C5-B64D-B56A-71482B118F98}"/>
    <dgm:cxn modelId="{21A2E3F1-B047-5D41-B4AC-7E70BE1B7687}" srcId="{FF87A2FD-CE2E-0F49-BC57-3E009755E3E9}" destId="{7C23616F-CA8F-BB40-BA58-6B9F0A25CAED}" srcOrd="0" destOrd="0" parTransId="{1F9C27B3-1139-AF48-8ED8-BE6D588A4D45}" sibTransId="{32D399EB-E65F-5B40-9DE5-421F425CA8C7}"/>
    <dgm:cxn modelId="{77ECFDF8-78C3-CF46-B010-93DA25F593A3}" srcId="{FF87A2FD-CE2E-0F49-BC57-3E009755E3E9}" destId="{CC062D36-C45B-D24C-8B67-BD173BB479AC}" srcOrd="1" destOrd="0" parTransId="{64E623EE-2E30-B54A-BDD5-5A2D231C619C}" sibTransId="{10EC251F-86E6-4141-BA80-171B82FEC295}"/>
    <dgm:cxn modelId="{DFE25F2C-9C0D-3346-93E5-D63CD8CE9390}" type="presParOf" srcId="{6E545566-3574-984F-BB52-7EBAB0B88E17}" destId="{D4C16536-4802-0B40-9146-B6C6A56F8D1F}" srcOrd="0" destOrd="0" presId="urn:microsoft.com/office/officeart/2005/8/layout/lProcess3"/>
    <dgm:cxn modelId="{4F41B7B2-1F0C-4D4A-82DA-97DC30B7ADF3}" type="presParOf" srcId="{D4C16536-4802-0B40-9146-B6C6A56F8D1F}" destId="{1DED03B3-0EB4-ED42-AAD3-863C65715AFA}" srcOrd="0" destOrd="0" presId="urn:microsoft.com/office/officeart/2005/8/layout/lProcess3"/>
    <dgm:cxn modelId="{FB572A8D-5CA5-9947-B9FF-7C2C2DC2E933}" type="presParOf" srcId="{D4C16536-4802-0B40-9146-B6C6A56F8D1F}" destId="{A2392521-73C9-0D41-BCF3-A174658754F2}" srcOrd="1" destOrd="0" presId="urn:microsoft.com/office/officeart/2005/8/layout/lProcess3"/>
    <dgm:cxn modelId="{33F5D366-8A26-5440-A0EA-C1830AB2E502}" type="presParOf" srcId="{D4C16536-4802-0B40-9146-B6C6A56F8D1F}" destId="{0BEB2AA5-78D0-D548-BD25-4C39F22748BC}" srcOrd="2" destOrd="0" presId="urn:microsoft.com/office/officeart/2005/8/layout/lProcess3"/>
    <dgm:cxn modelId="{4DAAE657-4F57-6643-A6A0-AC67C8188447}" type="presParOf" srcId="{D4C16536-4802-0B40-9146-B6C6A56F8D1F}" destId="{6401EB20-6D0D-CB47-AF87-82651B3318E2}" srcOrd="3" destOrd="0" presId="urn:microsoft.com/office/officeart/2005/8/layout/lProcess3"/>
    <dgm:cxn modelId="{264A45A7-C2DB-2E41-B7FA-7117DAD44BB2}" type="presParOf" srcId="{D4C16536-4802-0B40-9146-B6C6A56F8D1F}" destId="{E4EE9841-DE67-0641-8D73-3F746A41F57F}" srcOrd="4" destOrd="0" presId="urn:microsoft.com/office/officeart/2005/8/layout/lProcess3"/>
    <dgm:cxn modelId="{348C4657-069D-234C-8490-413614F4CE20}" type="presParOf" srcId="{6E545566-3574-984F-BB52-7EBAB0B88E17}" destId="{AB049AC7-854B-354E-AD5B-29244966FE69}" srcOrd="1" destOrd="0" presId="urn:microsoft.com/office/officeart/2005/8/layout/lProcess3"/>
    <dgm:cxn modelId="{98288E6A-F993-9443-807D-DB50BF2F7344}" type="presParOf" srcId="{6E545566-3574-984F-BB52-7EBAB0B88E17}" destId="{9A9DA12F-2A74-814D-9524-6E821504A599}" srcOrd="2" destOrd="0" presId="urn:microsoft.com/office/officeart/2005/8/layout/lProcess3"/>
    <dgm:cxn modelId="{4A775235-43C0-1340-A2BF-AF7F72A36E05}" type="presParOf" srcId="{9A9DA12F-2A74-814D-9524-6E821504A599}" destId="{27038B03-42F3-2A4D-A17C-43A21E1E7883}" srcOrd="0" destOrd="0" presId="urn:microsoft.com/office/officeart/2005/8/layout/lProcess3"/>
    <dgm:cxn modelId="{343D6A92-5088-C642-BCD9-1FE28F3D9925}" type="presParOf" srcId="{9A9DA12F-2A74-814D-9524-6E821504A599}" destId="{3163AF5F-66EE-E04B-B4D8-91A81EA35521}" srcOrd="1" destOrd="0" presId="urn:microsoft.com/office/officeart/2005/8/layout/lProcess3"/>
    <dgm:cxn modelId="{B85D84BE-9AF9-C646-AB3E-2ACF70E60FEE}" type="presParOf" srcId="{9A9DA12F-2A74-814D-9524-6E821504A599}" destId="{8B8C05E4-1B3A-ED47-8CB8-80F84E152912}" srcOrd="2" destOrd="0" presId="urn:microsoft.com/office/officeart/2005/8/layout/lProcess3"/>
    <dgm:cxn modelId="{C7FCC896-E90B-DF4B-AAEF-13FA0D84C162}" type="presParOf" srcId="{9A9DA12F-2A74-814D-9524-6E821504A599}" destId="{CF0070FA-ED0D-B249-A2B4-F9A7A9604AAC}" srcOrd="3" destOrd="0" presId="urn:microsoft.com/office/officeart/2005/8/layout/lProcess3"/>
    <dgm:cxn modelId="{38BAF80F-4E1C-9E43-A009-E1A16F9C45FC}" type="presParOf" srcId="{9A9DA12F-2A74-814D-9524-6E821504A599}" destId="{8F6A46C1-3B8A-D849-9E56-D9D4A3526F68}" srcOrd="4" destOrd="0" presId="urn:microsoft.com/office/officeart/2005/8/layout/lProcess3"/>
    <dgm:cxn modelId="{EF31EFBF-1F27-0243-A92F-1BB225599F0C}" type="presParOf" srcId="{6E545566-3574-984F-BB52-7EBAB0B88E17}" destId="{7C2A9225-D831-884E-B688-2B7F53575E38}" srcOrd="3" destOrd="0" presId="urn:microsoft.com/office/officeart/2005/8/layout/lProcess3"/>
    <dgm:cxn modelId="{A45B1ADC-46EB-8C42-AA58-DB9A1711AF5F}" type="presParOf" srcId="{6E545566-3574-984F-BB52-7EBAB0B88E17}" destId="{E76DCE0D-1670-9941-82C5-820AFDEEC9E9}" srcOrd="4" destOrd="0" presId="urn:microsoft.com/office/officeart/2005/8/layout/lProcess3"/>
    <dgm:cxn modelId="{8756F7FE-CCBC-8E45-AC8D-30F991E5D356}" type="presParOf" srcId="{E76DCE0D-1670-9941-82C5-820AFDEEC9E9}" destId="{A8AE5E5A-1061-8840-B253-CD55D740007C}" srcOrd="0" destOrd="0" presId="urn:microsoft.com/office/officeart/2005/8/layout/lProcess3"/>
    <dgm:cxn modelId="{2013507A-2667-6643-AD99-91A0EC51811E}" type="presParOf" srcId="{E76DCE0D-1670-9941-82C5-820AFDEEC9E9}" destId="{946153F1-294C-0A4B-A6D2-94AD3F05C2D8}" srcOrd="1" destOrd="0" presId="urn:microsoft.com/office/officeart/2005/8/layout/lProcess3"/>
    <dgm:cxn modelId="{700EF79C-CFF1-774B-BB2A-17D5F3DD67B6}" type="presParOf" srcId="{E76DCE0D-1670-9941-82C5-820AFDEEC9E9}" destId="{24F7ECA8-17A0-3541-B7F8-12A5078FE71A}" srcOrd="2" destOrd="0" presId="urn:microsoft.com/office/officeart/2005/8/layout/lProcess3"/>
    <dgm:cxn modelId="{794C489C-9627-8144-9E6F-F90DC17BB7CD}" type="presParOf" srcId="{E76DCE0D-1670-9941-82C5-820AFDEEC9E9}" destId="{D5BB3FA6-E3F7-7A44-BB6A-B81CB7A8C843}" srcOrd="3" destOrd="0" presId="urn:microsoft.com/office/officeart/2005/8/layout/lProcess3"/>
    <dgm:cxn modelId="{7673FBC1-70E7-2042-88D0-1B164F051F77}" type="presParOf" srcId="{E76DCE0D-1670-9941-82C5-820AFDEEC9E9}" destId="{822E7B1D-C223-574F-ACD9-87927FC23BB2}" srcOrd="4" destOrd="0" presId="urn:microsoft.com/office/officeart/2005/8/layout/lProcess3"/>
    <dgm:cxn modelId="{1428A7BD-78C0-2844-8021-FBE9EB89153F}" type="presParOf" srcId="{6E545566-3574-984F-BB52-7EBAB0B88E17}" destId="{5B9905D3-D2BA-EB4C-9CCD-F066AD555CAE}" srcOrd="5" destOrd="0" presId="urn:microsoft.com/office/officeart/2005/8/layout/lProcess3"/>
    <dgm:cxn modelId="{2C7057A9-178E-AA41-BEE2-E3B946FD9CBC}" type="presParOf" srcId="{6E545566-3574-984F-BB52-7EBAB0B88E17}" destId="{6C437569-0DBE-A941-B4C6-34C1A33739BF}" srcOrd="6" destOrd="0" presId="urn:microsoft.com/office/officeart/2005/8/layout/lProcess3"/>
    <dgm:cxn modelId="{F571A286-2220-A143-B5E9-01BE52A8D393}" type="presParOf" srcId="{6C437569-0DBE-A941-B4C6-34C1A33739BF}" destId="{904C7BB9-C6A9-C942-94F9-DAA4673AE16E}" srcOrd="0" destOrd="0" presId="urn:microsoft.com/office/officeart/2005/8/layout/lProcess3"/>
    <dgm:cxn modelId="{8FF78210-396A-4F4D-845E-20EE1713A588}" type="presParOf" srcId="{6C437569-0DBE-A941-B4C6-34C1A33739BF}" destId="{1B6315BC-DB90-AB4B-A4BA-048B0DE418F8}" srcOrd="1" destOrd="0" presId="urn:microsoft.com/office/officeart/2005/8/layout/lProcess3"/>
    <dgm:cxn modelId="{90A4493D-9463-884C-9804-3A323163479C}" type="presParOf" srcId="{6C437569-0DBE-A941-B4C6-34C1A33739BF}" destId="{CB452132-80F4-1F42-8842-82DDDA8407D1}" srcOrd="2" destOrd="0" presId="urn:microsoft.com/office/officeart/2005/8/layout/lProcess3"/>
    <dgm:cxn modelId="{4D6D5AAB-5372-8544-8AF7-BAF9692E6382}" type="presParOf" srcId="{6C437569-0DBE-A941-B4C6-34C1A33739BF}" destId="{9D0AFAA3-05BB-214C-995D-0A0E695C1426}" srcOrd="3" destOrd="0" presId="urn:microsoft.com/office/officeart/2005/8/layout/lProcess3"/>
    <dgm:cxn modelId="{664327BD-EBD9-1E4D-BD5F-7B6BA27F3E6B}" type="presParOf" srcId="{6C437569-0DBE-A941-B4C6-34C1A33739BF}" destId="{2AFAE391-209F-B04A-B53C-4C3EEB7E162C}" srcOrd="4"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AF1806-F2C0-8241-9900-E947811ECDE0}"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BE1312B2-70F6-924A-8007-121FEB6528A4}">
      <dgm:prSet/>
      <dgm:spPr/>
      <dgm:t>
        <a:bodyPr/>
        <a:lstStyle/>
        <a:p>
          <a:r>
            <a:rPr lang="en-US" b="0" i="0" dirty="0"/>
            <a:t>Teacher and Academic Factors</a:t>
          </a:r>
          <a:endParaRPr lang="en-US" dirty="0"/>
        </a:p>
      </dgm:t>
    </dgm:pt>
    <dgm:pt modelId="{EAFDBF90-F633-CC46-93C0-858EA85DE45D}" type="parTrans" cxnId="{D4EC75EA-5009-3C41-AD43-66364801561E}">
      <dgm:prSet/>
      <dgm:spPr/>
      <dgm:t>
        <a:bodyPr/>
        <a:lstStyle/>
        <a:p>
          <a:endParaRPr lang="en-US"/>
        </a:p>
      </dgm:t>
    </dgm:pt>
    <dgm:pt modelId="{11105373-A506-BB47-B5E7-C1D6DA0BE1DA}" type="sibTrans" cxnId="{D4EC75EA-5009-3C41-AD43-66364801561E}">
      <dgm:prSet/>
      <dgm:spPr/>
      <dgm:t>
        <a:bodyPr/>
        <a:lstStyle/>
        <a:p>
          <a:endParaRPr lang="en-US"/>
        </a:p>
      </dgm:t>
    </dgm:pt>
    <dgm:pt modelId="{50B2CBBF-7744-A54E-AC08-275543747206}">
      <dgm:prSet/>
      <dgm:spPr/>
      <dgm:t>
        <a:bodyPr/>
        <a:lstStyle/>
        <a:p>
          <a:r>
            <a:rPr lang="en-US" b="0" i="0" dirty="0"/>
            <a:t>Peer and Social Factors</a:t>
          </a:r>
          <a:endParaRPr lang="en-US" dirty="0"/>
        </a:p>
      </dgm:t>
    </dgm:pt>
    <dgm:pt modelId="{285BFFCB-018D-5C41-8B93-B1E613E991B6}" type="parTrans" cxnId="{6F8404F0-7A2E-7449-8B14-19105175FCC9}">
      <dgm:prSet/>
      <dgm:spPr/>
      <dgm:t>
        <a:bodyPr/>
        <a:lstStyle/>
        <a:p>
          <a:endParaRPr lang="en-US"/>
        </a:p>
      </dgm:t>
    </dgm:pt>
    <dgm:pt modelId="{19779DEB-D61C-D848-89C6-141419E8DA25}" type="sibTrans" cxnId="{6F8404F0-7A2E-7449-8B14-19105175FCC9}">
      <dgm:prSet/>
      <dgm:spPr/>
      <dgm:t>
        <a:bodyPr/>
        <a:lstStyle/>
        <a:p>
          <a:endParaRPr lang="en-US"/>
        </a:p>
      </dgm:t>
    </dgm:pt>
    <dgm:pt modelId="{0ACEFE8E-FC08-5D40-8FD0-9C8C9423A9EE}">
      <dgm:prSet/>
      <dgm:spPr/>
      <dgm:t>
        <a:bodyPr/>
        <a:lstStyle/>
        <a:p>
          <a:r>
            <a:rPr lang="en-US" b="0" i="0" dirty="0"/>
            <a:t>Environmental Factors</a:t>
          </a:r>
          <a:endParaRPr lang="en-US" dirty="0"/>
        </a:p>
      </dgm:t>
    </dgm:pt>
    <dgm:pt modelId="{3A0B7475-047A-EA4E-9F8E-C2D38BCB1AF7}" type="parTrans" cxnId="{71AD45ED-9ACF-A040-9D5C-A9C6893A2B6C}">
      <dgm:prSet/>
      <dgm:spPr/>
      <dgm:t>
        <a:bodyPr/>
        <a:lstStyle/>
        <a:p>
          <a:endParaRPr lang="en-US"/>
        </a:p>
      </dgm:t>
    </dgm:pt>
    <dgm:pt modelId="{13C69D71-19DB-BF42-9AB0-08049C3624F4}" type="sibTrans" cxnId="{71AD45ED-9ACF-A040-9D5C-A9C6893A2B6C}">
      <dgm:prSet/>
      <dgm:spPr/>
      <dgm:t>
        <a:bodyPr/>
        <a:lstStyle/>
        <a:p>
          <a:endParaRPr lang="en-US"/>
        </a:p>
      </dgm:t>
    </dgm:pt>
    <dgm:pt modelId="{A85B38C5-83CE-4A45-B307-B222B3703C3B}">
      <dgm:prSet/>
      <dgm:spPr/>
      <dgm:t>
        <a:bodyPr/>
        <a:lstStyle/>
        <a:p>
          <a:r>
            <a:rPr lang="en-US" b="0" i="0"/>
            <a:t>Student Factors</a:t>
          </a:r>
          <a:endParaRPr lang="en-US"/>
        </a:p>
      </dgm:t>
    </dgm:pt>
    <dgm:pt modelId="{8671DEF9-9105-F649-9EBC-709FD53AA95C}" type="parTrans" cxnId="{6B3E7414-3639-8644-A5AA-EFA0A4218E2F}">
      <dgm:prSet/>
      <dgm:spPr/>
      <dgm:t>
        <a:bodyPr/>
        <a:lstStyle/>
        <a:p>
          <a:endParaRPr lang="en-US"/>
        </a:p>
      </dgm:t>
    </dgm:pt>
    <dgm:pt modelId="{803440C2-B3CA-B34B-9025-9AB805BC20AD}" type="sibTrans" cxnId="{6B3E7414-3639-8644-A5AA-EFA0A4218E2F}">
      <dgm:prSet/>
      <dgm:spPr/>
      <dgm:t>
        <a:bodyPr/>
        <a:lstStyle/>
        <a:p>
          <a:endParaRPr lang="en-US"/>
        </a:p>
      </dgm:t>
    </dgm:pt>
    <dgm:pt modelId="{F567BCB1-2CFD-FE46-9A83-FF3E8CD6B6F1}" type="pres">
      <dgm:prSet presAssocID="{B7AF1806-F2C0-8241-9900-E947811ECDE0}" presName="hierChild1" presStyleCnt="0">
        <dgm:presLayoutVars>
          <dgm:chPref val="1"/>
          <dgm:dir/>
          <dgm:animOne val="branch"/>
          <dgm:animLvl val="lvl"/>
          <dgm:resizeHandles/>
        </dgm:presLayoutVars>
      </dgm:prSet>
      <dgm:spPr/>
    </dgm:pt>
    <dgm:pt modelId="{1D1ABEE6-A1A6-1D4B-9140-3C765D680094}" type="pres">
      <dgm:prSet presAssocID="{BE1312B2-70F6-924A-8007-121FEB6528A4}" presName="hierRoot1" presStyleCnt="0"/>
      <dgm:spPr/>
    </dgm:pt>
    <dgm:pt modelId="{7D94833F-AF31-FD41-837C-A89E6EFA6FA0}" type="pres">
      <dgm:prSet presAssocID="{BE1312B2-70F6-924A-8007-121FEB6528A4}" presName="composite" presStyleCnt="0"/>
      <dgm:spPr/>
    </dgm:pt>
    <dgm:pt modelId="{865CF6ED-D3B1-1047-B62E-F8986F5BD57E}" type="pres">
      <dgm:prSet presAssocID="{BE1312B2-70F6-924A-8007-121FEB6528A4}" presName="background" presStyleLbl="node0" presStyleIdx="0" presStyleCnt="4"/>
      <dgm:spPr>
        <a:solidFill>
          <a:schemeClr val="accent3">
            <a:lumMod val="50000"/>
          </a:schemeClr>
        </a:solidFill>
      </dgm:spPr>
    </dgm:pt>
    <dgm:pt modelId="{651448E1-DAD8-744D-80FA-96E74EA2796C}" type="pres">
      <dgm:prSet presAssocID="{BE1312B2-70F6-924A-8007-121FEB6528A4}" presName="text" presStyleLbl="fgAcc0" presStyleIdx="0" presStyleCnt="4">
        <dgm:presLayoutVars>
          <dgm:chPref val="3"/>
        </dgm:presLayoutVars>
      </dgm:prSet>
      <dgm:spPr/>
    </dgm:pt>
    <dgm:pt modelId="{067DE652-01E6-D047-9A65-4728045FFC67}" type="pres">
      <dgm:prSet presAssocID="{BE1312B2-70F6-924A-8007-121FEB6528A4}" presName="hierChild2" presStyleCnt="0"/>
      <dgm:spPr/>
    </dgm:pt>
    <dgm:pt modelId="{91C138C3-110B-7B4A-B17E-1DD15C33F546}" type="pres">
      <dgm:prSet presAssocID="{50B2CBBF-7744-A54E-AC08-275543747206}" presName="hierRoot1" presStyleCnt="0"/>
      <dgm:spPr/>
    </dgm:pt>
    <dgm:pt modelId="{C35A4716-E1AF-9D49-B8FF-C02809D96860}" type="pres">
      <dgm:prSet presAssocID="{50B2CBBF-7744-A54E-AC08-275543747206}" presName="composite" presStyleCnt="0"/>
      <dgm:spPr/>
    </dgm:pt>
    <dgm:pt modelId="{6125BF89-1D7F-CF48-95AB-4ED3E341D3AD}" type="pres">
      <dgm:prSet presAssocID="{50B2CBBF-7744-A54E-AC08-275543747206}" presName="background" presStyleLbl="node0" presStyleIdx="1" presStyleCnt="4"/>
      <dgm:spPr>
        <a:solidFill>
          <a:schemeClr val="accent3">
            <a:lumMod val="50000"/>
          </a:schemeClr>
        </a:solidFill>
      </dgm:spPr>
    </dgm:pt>
    <dgm:pt modelId="{817B54AB-DADB-F14A-A46E-8A9BE055E73E}" type="pres">
      <dgm:prSet presAssocID="{50B2CBBF-7744-A54E-AC08-275543747206}" presName="text" presStyleLbl="fgAcc0" presStyleIdx="1" presStyleCnt="4">
        <dgm:presLayoutVars>
          <dgm:chPref val="3"/>
        </dgm:presLayoutVars>
      </dgm:prSet>
      <dgm:spPr/>
    </dgm:pt>
    <dgm:pt modelId="{2B46C6F8-18D7-D942-835C-2EE40762A1DE}" type="pres">
      <dgm:prSet presAssocID="{50B2CBBF-7744-A54E-AC08-275543747206}" presName="hierChild2" presStyleCnt="0"/>
      <dgm:spPr/>
    </dgm:pt>
    <dgm:pt modelId="{B3112690-2DD7-4E46-9394-99432B7BB640}" type="pres">
      <dgm:prSet presAssocID="{0ACEFE8E-FC08-5D40-8FD0-9C8C9423A9EE}" presName="hierRoot1" presStyleCnt="0"/>
      <dgm:spPr/>
    </dgm:pt>
    <dgm:pt modelId="{DAEDBCB4-96A3-C34A-8FA9-702DD84E3F4E}" type="pres">
      <dgm:prSet presAssocID="{0ACEFE8E-FC08-5D40-8FD0-9C8C9423A9EE}" presName="composite" presStyleCnt="0"/>
      <dgm:spPr/>
    </dgm:pt>
    <dgm:pt modelId="{683147C2-0913-7A41-A469-54DD63D58883}" type="pres">
      <dgm:prSet presAssocID="{0ACEFE8E-FC08-5D40-8FD0-9C8C9423A9EE}" presName="background" presStyleLbl="node0" presStyleIdx="2" presStyleCnt="4"/>
      <dgm:spPr>
        <a:solidFill>
          <a:schemeClr val="accent3">
            <a:lumMod val="50000"/>
          </a:schemeClr>
        </a:solidFill>
      </dgm:spPr>
    </dgm:pt>
    <dgm:pt modelId="{CD799BA3-B5C7-0D45-A519-B7F96B9912A6}" type="pres">
      <dgm:prSet presAssocID="{0ACEFE8E-FC08-5D40-8FD0-9C8C9423A9EE}" presName="text" presStyleLbl="fgAcc0" presStyleIdx="2" presStyleCnt="4">
        <dgm:presLayoutVars>
          <dgm:chPref val="3"/>
        </dgm:presLayoutVars>
      </dgm:prSet>
      <dgm:spPr/>
    </dgm:pt>
    <dgm:pt modelId="{D20BC3D0-11EF-C243-BBFC-AD117BEC57C1}" type="pres">
      <dgm:prSet presAssocID="{0ACEFE8E-FC08-5D40-8FD0-9C8C9423A9EE}" presName="hierChild2" presStyleCnt="0"/>
      <dgm:spPr/>
    </dgm:pt>
    <dgm:pt modelId="{0501F78E-F660-5649-A83A-93331C44B984}" type="pres">
      <dgm:prSet presAssocID="{A85B38C5-83CE-4A45-B307-B222B3703C3B}" presName="hierRoot1" presStyleCnt="0"/>
      <dgm:spPr/>
    </dgm:pt>
    <dgm:pt modelId="{C15003EF-0836-554B-8CE6-7A22A16838E4}" type="pres">
      <dgm:prSet presAssocID="{A85B38C5-83CE-4A45-B307-B222B3703C3B}" presName="composite" presStyleCnt="0"/>
      <dgm:spPr/>
    </dgm:pt>
    <dgm:pt modelId="{9FA82FA2-5AF1-9C40-960A-FC6B4818EAA1}" type="pres">
      <dgm:prSet presAssocID="{A85B38C5-83CE-4A45-B307-B222B3703C3B}" presName="background" presStyleLbl="node0" presStyleIdx="3" presStyleCnt="4"/>
      <dgm:spPr>
        <a:solidFill>
          <a:schemeClr val="accent3">
            <a:lumMod val="50000"/>
          </a:schemeClr>
        </a:solidFill>
      </dgm:spPr>
    </dgm:pt>
    <dgm:pt modelId="{0EE1D7EC-ACD1-9049-9E8B-3F5BECA52841}" type="pres">
      <dgm:prSet presAssocID="{A85B38C5-83CE-4A45-B307-B222B3703C3B}" presName="text" presStyleLbl="fgAcc0" presStyleIdx="3" presStyleCnt="4">
        <dgm:presLayoutVars>
          <dgm:chPref val="3"/>
        </dgm:presLayoutVars>
      </dgm:prSet>
      <dgm:spPr/>
    </dgm:pt>
    <dgm:pt modelId="{2E42D000-F8C3-D943-8E6A-342C3FD5A76A}" type="pres">
      <dgm:prSet presAssocID="{A85B38C5-83CE-4A45-B307-B222B3703C3B}" presName="hierChild2" presStyleCnt="0"/>
      <dgm:spPr/>
    </dgm:pt>
  </dgm:ptLst>
  <dgm:cxnLst>
    <dgm:cxn modelId="{6B3E7414-3639-8644-A5AA-EFA0A4218E2F}" srcId="{B7AF1806-F2C0-8241-9900-E947811ECDE0}" destId="{A85B38C5-83CE-4A45-B307-B222B3703C3B}" srcOrd="3" destOrd="0" parTransId="{8671DEF9-9105-F649-9EBC-709FD53AA95C}" sibTransId="{803440C2-B3CA-B34B-9025-9AB805BC20AD}"/>
    <dgm:cxn modelId="{1636D24B-8A97-4146-A7A9-2B980E876091}" type="presOf" srcId="{B7AF1806-F2C0-8241-9900-E947811ECDE0}" destId="{F567BCB1-2CFD-FE46-9A83-FF3E8CD6B6F1}" srcOrd="0" destOrd="0" presId="urn:microsoft.com/office/officeart/2005/8/layout/hierarchy1"/>
    <dgm:cxn modelId="{10813B8A-C84E-1543-B0CA-FF4DA52E4AF3}" type="presOf" srcId="{A85B38C5-83CE-4A45-B307-B222B3703C3B}" destId="{0EE1D7EC-ACD1-9049-9E8B-3F5BECA52841}" srcOrd="0" destOrd="0" presId="urn:microsoft.com/office/officeart/2005/8/layout/hierarchy1"/>
    <dgm:cxn modelId="{6762C7C7-1009-C34F-90E8-5A55820C10AD}" type="presOf" srcId="{50B2CBBF-7744-A54E-AC08-275543747206}" destId="{817B54AB-DADB-F14A-A46E-8A9BE055E73E}" srcOrd="0" destOrd="0" presId="urn:microsoft.com/office/officeart/2005/8/layout/hierarchy1"/>
    <dgm:cxn modelId="{64C041CC-1570-7C43-96B9-892E06DC85CC}" type="presOf" srcId="{BE1312B2-70F6-924A-8007-121FEB6528A4}" destId="{651448E1-DAD8-744D-80FA-96E74EA2796C}" srcOrd="0" destOrd="0" presId="urn:microsoft.com/office/officeart/2005/8/layout/hierarchy1"/>
    <dgm:cxn modelId="{D349C4CF-0F66-CD4E-B5FD-E75D0EADEFC7}" type="presOf" srcId="{0ACEFE8E-FC08-5D40-8FD0-9C8C9423A9EE}" destId="{CD799BA3-B5C7-0D45-A519-B7F96B9912A6}" srcOrd="0" destOrd="0" presId="urn:microsoft.com/office/officeart/2005/8/layout/hierarchy1"/>
    <dgm:cxn modelId="{D4EC75EA-5009-3C41-AD43-66364801561E}" srcId="{B7AF1806-F2C0-8241-9900-E947811ECDE0}" destId="{BE1312B2-70F6-924A-8007-121FEB6528A4}" srcOrd="0" destOrd="0" parTransId="{EAFDBF90-F633-CC46-93C0-858EA85DE45D}" sibTransId="{11105373-A506-BB47-B5E7-C1D6DA0BE1DA}"/>
    <dgm:cxn modelId="{71AD45ED-9ACF-A040-9D5C-A9C6893A2B6C}" srcId="{B7AF1806-F2C0-8241-9900-E947811ECDE0}" destId="{0ACEFE8E-FC08-5D40-8FD0-9C8C9423A9EE}" srcOrd="2" destOrd="0" parTransId="{3A0B7475-047A-EA4E-9F8E-C2D38BCB1AF7}" sibTransId="{13C69D71-19DB-BF42-9AB0-08049C3624F4}"/>
    <dgm:cxn modelId="{6F8404F0-7A2E-7449-8B14-19105175FCC9}" srcId="{B7AF1806-F2C0-8241-9900-E947811ECDE0}" destId="{50B2CBBF-7744-A54E-AC08-275543747206}" srcOrd="1" destOrd="0" parTransId="{285BFFCB-018D-5C41-8B93-B1E613E991B6}" sibTransId="{19779DEB-D61C-D848-89C6-141419E8DA25}"/>
    <dgm:cxn modelId="{9E85F9CA-1CEA-014D-A606-92F21149437A}" type="presParOf" srcId="{F567BCB1-2CFD-FE46-9A83-FF3E8CD6B6F1}" destId="{1D1ABEE6-A1A6-1D4B-9140-3C765D680094}" srcOrd="0" destOrd="0" presId="urn:microsoft.com/office/officeart/2005/8/layout/hierarchy1"/>
    <dgm:cxn modelId="{667EE4EC-284F-D04D-BBC4-EA265F27B217}" type="presParOf" srcId="{1D1ABEE6-A1A6-1D4B-9140-3C765D680094}" destId="{7D94833F-AF31-FD41-837C-A89E6EFA6FA0}" srcOrd="0" destOrd="0" presId="urn:microsoft.com/office/officeart/2005/8/layout/hierarchy1"/>
    <dgm:cxn modelId="{FC20D2E6-053A-BE41-8232-5B1DF22D400F}" type="presParOf" srcId="{7D94833F-AF31-FD41-837C-A89E6EFA6FA0}" destId="{865CF6ED-D3B1-1047-B62E-F8986F5BD57E}" srcOrd="0" destOrd="0" presId="urn:microsoft.com/office/officeart/2005/8/layout/hierarchy1"/>
    <dgm:cxn modelId="{16902C5E-25F5-2D4D-8829-605ACC657007}" type="presParOf" srcId="{7D94833F-AF31-FD41-837C-A89E6EFA6FA0}" destId="{651448E1-DAD8-744D-80FA-96E74EA2796C}" srcOrd="1" destOrd="0" presId="urn:microsoft.com/office/officeart/2005/8/layout/hierarchy1"/>
    <dgm:cxn modelId="{F07D1E50-F68F-BA45-B475-4476555A4133}" type="presParOf" srcId="{1D1ABEE6-A1A6-1D4B-9140-3C765D680094}" destId="{067DE652-01E6-D047-9A65-4728045FFC67}" srcOrd="1" destOrd="0" presId="urn:microsoft.com/office/officeart/2005/8/layout/hierarchy1"/>
    <dgm:cxn modelId="{A12DE91B-3D36-444F-B267-0B3E18C11918}" type="presParOf" srcId="{F567BCB1-2CFD-FE46-9A83-FF3E8CD6B6F1}" destId="{91C138C3-110B-7B4A-B17E-1DD15C33F546}" srcOrd="1" destOrd="0" presId="urn:microsoft.com/office/officeart/2005/8/layout/hierarchy1"/>
    <dgm:cxn modelId="{88FEA5EE-7E80-F94D-B0C3-88297D85B6C0}" type="presParOf" srcId="{91C138C3-110B-7B4A-B17E-1DD15C33F546}" destId="{C35A4716-E1AF-9D49-B8FF-C02809D96860}" srcOrd="0" destOrd="0" presId="urn:microsoft.com/office/officeart/2005/8/layout/hierarchy1"/>
    <dgm:cxn modelId="{C86C03F1-B071-1343-AE4F-143A298CA9F3}" type="presParOf" srcId="{C35A4716-E1AF-9D49-B8FF-C02809D96860}" destId="{6125BF89-1D7F-CF48-95AB-4ED3E341D3AD}" srcOrd="0" destOrd="0" presId="urn:microsoft.com/office/officeart/2005/8/layout/hierarchy1"/>
    <dgm:cxn modelId="{45878904-0E9A-B349-B0E2-ED8D2469A22C}" type="presParOf" srcId="{C35A4716-E1AF-9D49-B8FF-C02809D96860}" destId="{817B54AB-DADB-F14A-A46E-8A9BE055E73E}" srcOrd="1" destOrd="0" presId="urn:microsoft.com/office/officeart/2005/8/layout/hierarchy1"/>
    <dgm:cxn modelId="{C7408B97-933D-FD4B-B90D-B45CAF4D376E}" type="presParOf" srcId="{91C138C3-110B-7B4A-B17E-1DD15C33F546}" destId="{2B46C6F8-18D7-D942-835C-2EE40762A1DE}" srcOrd="1" destOrd="0" presId="urn:microsoft.com/office/officeart/2005/8/layout/hierarchy1"/>
    <dgm:cxn modelId="{F45F6E87-50C6-4E4C-BD40-0CFB7E3B9EED}" type="presParOf" srcId="{F567BCB1-2CFD-FE46-9A83-FF3E8CD6B6F1}" destId="{B3112690-2DD7-4E46-9394-99432B7BB640}" srcOrd="2" destOrd="0" presId="urn:microsoft.com/office/officeart/2005/8/layout/hierarchy1"/>
    <dgm:cxn modelId="{6DB840A7-A10D-364D-8789-3733DCBB6B67}" type="presParOf" srcId="{B3112690-2DD7-4E46-9394-99432B7BB640}" destId="{DAEDBCB4-96A3-C34A-8FA9-702DD84E3F4E}" srcOrd="0" destOrd="0" presId="urn:microsoft.com/office/officeart/2005/8/layout/hierarchy1"/>
    <dgm:cxn modelId="{8EAD5871-B25C-8F43-9AC7-2B4C9A0597D7}" type="presParOf" srcId="{DAEDBCB4-96A3-C34A-8FA9-702DD84E3F4E}" destId="{683147C2-0913-7A41-A469-54DD63D58883}" srcOrd="0" destOrd="0" presId="urn:microsoft.com/office/officeart/2005/8/layout/hierarchy1"/>
    <dgm:cxn modelId="{87A22BCE-3400-034F-A5B6-5700F3F8A449}" type="presParOf" srcId="{DAEDBCB4-96A3-C34A-8FA9-702DD84E3F4E}" destId="{CD799BA3-B5C7-0D45-A519-B7F96B9912A6}" srcOrd="1" destOrd="0" presId="urn:microsoft.com/office/officeart/2005/8/layout/hierarchy1"/>
    <dgm:cxn modelId="{B8FE3BEF-74D6-1842-BECA-D10DB1AED9BD}" type="presParOf" srcId="{B3112690-2DD7-4E46-9394-99432B7BB640}" destId="{D20BC3D0-11EF-C243-BBFC-AD117BEC57C1}" srcOrd="1" destOrd="0" presId="urn:microsoft.com/office/officeart/2005/8/layout/hierarchy1"/>
    <dgm:cxn modelId="{57210AED-5F0F-2547-BD10-6DDA22C5E41B}" type="presParOf" srcId="{F567BCB1-2CFD-FE46-9A83-FF3E8CD6B6F1}" destId="{0501F78E-F660-5649-A83A-93331C44B984}" srcOrd="3" destOrd="0" presId="urn:microsoft.com/office/officeart/2005/8/layout/hierarchy1"/>
    <dgm:cxn modelId="{36D82235-45FD-9541-95DF-A29A3B65E0CD}" type="presParOf" srcId="{0501F78E-F660-5649-A83A-93331C44B984}" destId="{C15003EF-0836-554B-8CE6-7A22A16838E4}" srcOrd="0" destOrd="0" presId="urn:microsoft.com/office/officeart/2005/8/layout/hierarchy1"/>
    <dgm:cxn modelId="{5A081CAA-B6E5-1D45-B357-FA16F132366B}" type="presParOf" srcId="{C15003EF-0836-554B-8CE6-7A22A16838E4}" destId="{9FA82FA2-5AF1-9C40-960A-FC6B4818EAA1}" srcOrd="0" destOrd="0" presId="urn:microsoft.com/office/officeart/2005/8/layout/hierarchy1"/>
    <dgm:cxn modelId="{8F925F25-2F2B-0F4D-83E6-A4E5FF4AFAD6}" type="presParOf" srcId="{C15003EF-0836-554B-8CE6-7A22A16838E4}" destId="{0EE1D7EC-ACD1-9049-9E8B-3F5BECA52841}" srcOrd="1" destOrd="0" presId="urn:microsoft.com/office/officeart/2005/8/layout/hierarchy1"/>
    <dgm:cxn modelId="{327DEEDA-8E8B-D349-A5B7-67A1C88E1808}" type="presParOf" srcId="{0501F78E-F660-5649-A83A-93331C44B984}" destId="{2E42D000-F8C3-D943-8E6A-342C3FD5A76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7ABC9C9-3275-4AC2-AD41-604F9E4286B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652AAEF7-F284-4923-BD76-0BB6645CEFB8}">
      <dgm:prSet/>
      <dgm:spPr>
        <a:solidFill>
          <a:schemeClr val="accent6">
            <a:lumMod val="75000"/>
          </a:schemeClr>
        </a:solidFill>
      </dgm:spPr>
      <dgm:t>
        <a:bodyPr/>
        <a:lstStyle/>
        <a:p>
          <a:r>
            <a:rPr lang="en-US" b="0" i="0"/>
            <a:t>Task removal or avoidance</a:t>
          </a:r>
          <a:endParaRPr lang="en-US"/>
        </a:p>
      </dgm:t>
    </dgm:pt>
    <dgm:pt modelId="{6B487BE5-D297-434A-A7A7-7F2D6AD08132}" type="parTrans" cxnId="{5F8AE535-C7A2-4496-AFE5-8F0FFAF75145}">
      <dgm:prSet/>
      <dgm:spPr/>
      <dgm:t>
        <a:bodyPr/>
        <a:lstStyle/>
        <a:p>
          <a:endParaRPr lang="en-US"/>
        </a:p>
      </dgm:t>
    </dgm:pt>
    <dgm:pt modelId="{C80EF919-8086-48FD-B009-08F5D6A42EDD}" type="sibTrans" cxnId="{5F8AE535-C7A2-4496-AFE5-8F0FFAF75145}">
      <dgm:prSet/>
      <dgm:spPr/>
      <dgm:t>
        <a:bodyPr/>
        <a:lstStyle/>
        <a:p>
          <a:endParaRPr lang="en-US"/>
        </a:p>
      </dgm:t>
    </dgm:pt>
    <dgm:pt modelId="{CD3AB32B-6549-4576-ABB5-3F76B999F52F}">
      <dgm:prSet/>
      <dgm:spPr>
        <a:solidFill>
          <a:schemeClr val="accent4">
            <a:lumMod val="50000"/>
          </a:schemeClr>
        </a:solidFill>
      </dgm:spPr>
      <dgm:t>
        <a:bodyPr/>
        <a:lstStyle/>
        <a:p>
          <a:r>
            <a:rPr lang="en-US" b="0" i="0" dirty="0"/>
            <a:t>Teacher redirect for behavior</a:t>
          </a:r>
          <a:endParaRPr lang="en-US" dirty="0"/>
        </a:p>
      </dgm:t>
    </dgm:pt>
    <dgm:pt modelId="{4C16F529-3029-4CC0-8482-FB4F5D2E0421}" type="parTrans" cxnId="{1F3E0160-0461-45CE-A62F-2F160CA20EA8}">
      <dgm:prSet/>
      <dgm:spPr/>
      <dgm:t>
        <a:bodyPr/>
        <a:lstStyle/>
        <a:p>
          <a:endParaRPr lang="en-US"/>
        </a:p>
      </dgm:t>
    </dgm:pt>
    <dgm:pt modelId="{F709E807-9C2C-4362-8BE3-AD4D3CEC0672}" type="sibTrans" cxnId="{1F3E0160-0461-45CE-A62F-2F160CA20EA8}">
      <dgm:prSet/>
      <dgm:spPr/>
      <dgm:t>
        <a:bodyPr/>
        <a:lstStyle/>
        <a:p>
          <a:endParaRPr lang="en-US"/>
        </a:p>
      </dgm:t>
    </dgm:pt>
    <dgm:pt modelId="{96D97D55-9316-4DFE-B367-65FEA38F02E0}">
      <dgm:prSet/>
      <dgm:spPr>
        <a:solidFill>
          <a:schemeClr val="accent5">
            <a:lumMod val="50000"/>
          </a:schemeClr>
        </a:solidFill>
      </dgm:spPr>
      <dgm:t>
        <a:bodyPr/>
        <a:lstStyle/>
        <a:p>
          <a:r>
            <a:rPr lang="en-US" b="0" i="0" dirty="0"/>
            <a:t>Teacher reprimand</a:t>
          </a:r>
          <a:endParaRPr lang="en-US" dirty="0"/>
        </a:p>
      </dgm:t>
    </dgm:pt>
    <dgm:pt modelId="{C0A13848-8660-4530-A521-43025A0C7F95}" type="parTrans" cxnId="{77F2AD62-ABC2-4818-A7AA-9696A727210D}">
      <dgm:prSet/>
      <dgm:spPr/>
      <dgm:t>
        <a:bodyPr/>
        <a:lstStyle/>
        <a:p>
          <a:endParaRPr lang="en-US"/>
        </a:p>
      </dgm:t>
    </dgm:pt>
    <dgm:pt modelId="{B18B5F76-DC1D-4D37-8B21-132551B70C8A}" type="sibTrans" cxnId="{77F2AD62-ABC2-4818-A7AA-9696A727210D}">
      <dgm:prSet/>
      <dgm:spPr/>
      <dgm:t>
        <a:bodyPr/>
        <a:lstStyle/>
        <a:p>
          <a:endParaRPr lang="en-US"/>
        </a:p>
      </dgm:t>
    </dgm:pt>
    <dgm:pt modelId="{14FB0F75-0B6D-4BA0-915F-AC10ED793ACF}">
      <dgm:prSet/>
      <dgm:spPr>
        <a:solidFill>
          <a:schemeClr val="accent2">
            <a:lumMod val="50000"/>
          </a:schemeClr>
        </a:solidFill>
      </dgm:spPr>
      <dgm:t>
        <a:bodyPr/>
        <a:lstStyle/>
        <a:p>
          <a:r>
            <a:rPr lang="en-US" b="0" i="0"/>
            <a:t>Peer attention</a:t>
          </a:r>
          <a:endParaRPr lang="en-US"/>
        </a:p>
      </dgm:t>
    </dgm:pt>
    <dgm:pt modelId="{C85DFC72-80A7-496E-BABA-001E11BBC1C9}" type="parTrans" cxnId="{B5541048-9731-487F-A56F-B91605B1A244}">
      <dgm:prSet/>
      <dgm:spPr/>
      <dgm:t>
        <a:bodyPr/>
        <a:lstStyle/>
        <a:p>
          <a:endParaRPr lang="en-US"/>
        </a:p>
      </dgm:t>
    </dgm:pt>
    <dgm:pt modelId="{026733D6-8EF3-468A-AE3A-8905577C343C}" type="sibTrans" cxnId="{B5541048-9731-487F-A56F-B91605B1A244}">
      <dgm:prSet/>
      <dgm:spPr/>
      <dgm:t>
        <a:bodyPr/>
        <a:lstStyle/>
        <a:p>
          <a:endParaRPr lang="en-US"/>
        </a:p>
      </dgm:t>
    </dgm:pt>
    <dgm:pt modelId="{4C3BE6B2-1723-4CC2-B212-BD8A7581D7B4}">
      <dgm:prSet/>
      <dgm:spPr>
        <a:solidFill>
          <a:schemeClr val="accent3">
            <a:lumMod val="75000"/>
          </a:schemeClr>
        </a:solidFill>
      </dgm:spPr>
      <dgm:t>
        <a:bodyPr/>
        <a:lstStyle/>
        <a:p>
          <a:r>
            <a:rPr lang="en-US" b="0" i="0" dirty="0"/>
            <a:t>Withdrawal of attention</a:t>
          </a:r>
          <a:endParaRPr lang="en-US" dirty="0"/>
        </a:p>
      </dgm:t>
    </dgm:pt>
    <dgm:pt modelId="{B268EF94-881F-489E-86DF-FF251C88C993}" type="parTrans" cxnId="{65608655-A16F-4BD1-A3F3-E5BD636A130D}">
      <dgm:prSet/>
      <dgm:spPr/>
      <dgm:t>
        <a:bodyPr/>
        <a:lstStyle/>
        <a:p>
          <a:endParaRPr lang="en-US"/>
        </a:p>
      </dgm:t>
    </dgm:pt>
    <dgm:pt modelId="{0347B661-FC9E-40D4-BF4A-6E2004C25B7A}" type="sibTrans" cxnId="{65608655-A16F-4BD1-A3F3-E5BD636A130D}">
      <dgm:prSet/>
      <dgm:spPr/>
      <dgm:t>
        <a:bodyPr/>
        <a:lstStyle/>
        <a:p>
          <a:endParaRPr lang="en-US"/>
        </a:p>
      </dgm:t>
    </dgm:pt>
    <dgm:pt modelId="{070DD396-040C-47E2-9AA5-5B871B5619D9}">
      <dgm:prSet/>
      <dgm:spPr>
        <a:solidFill>
          <a:schemeClr val="accent1">
            <a:lumMod val="75000"/>
          </a:schemeClr>
        </a:solidFill>
      </dgm:spPr>
      <dgm:t>
        <a:bodyPr/>
        <a:lstStyle/>
        <a:p>
          <a:r>
            <a:rPr lang="en-US" b="0" i="0"/>
            <a:t>Praise</a:t>
          </a:r>
          <a:endParaRPr lang="en-US"/>
        </a:p>
      </dgm:t>
    </dgm:pt>
    <dgm:pt modelId="{2C4F5AB7-D881-420B-AE43-928B9D6E2D08}" type="parTrans" cxnId="{E29A669F-8806-4EE6-B1A8-6C43D984FEB5}">
      <dgm:prSet/>
      <dgm:spPr/>
      <dgm:t>
        <a:bodyPr/>
        <a:lstStyle/>
        <a:p>
          <a:endParaRPr lang="en-US"/>
        </a:p>
      </dgm:t>
    </dgm:pt>
    <dgm:pt modelId="{CD25EAC4-8957-4A97-86AB-661F003E3444}" type="sibTrans" cxnId="{E29A669F-8806-4EE6-B1A8-6C43D984FEB5}">
      <dgm:prSet/>
      <dgm:spPr/>
      <dgm:t>
        <a:bodyPr/>
        <a:lstStyle/>
        <a:p>
          <a:endParaRPr lang="en-US"/>
        </a:p>
      </dgm:t>
    </dgm:pt>
    <dgm:pt modelId="{5760D0A6-5764-4EB7-9365-CE00E521C6BB}">
      <dgm:prSet/>
      <dgm:spPr>
        <a:solidFill>
          <a:schemeClr val="bg2">
            <a:lumMod val="25000"/>
          </a:schemeClr>
        </a:solidFill>
      </dgm:spPr>
      <dgm:t>
        <a:bodyPr/>
        <a:lstStyle/>
        <a:p>
          <a:r>
            <a:rPr lang="en-US" b="0" i="0"/>
            <a:t>Time-out</a:t>
          </a:r>
          <a:endParaRPr lang="en-US"/>
        </a:p>
      </dgm:t>
    </dgm:pt>
    <dgm:pt modelId="{96D97C01-5DB3-4FE7-BDC3-44412CC6C233}" type="parTrans" cxnId="{12E9AA10-B1CF-43F5-B3E7-80C5B3CCE6A0}">
      <dgm:prSet/>
      <dgm:spPr/>
      <dgm:t>
        <a:bodyPr/>
        <a:lstStyle/>
        <a:p>
          <a:endParaRPr lang="en-US"/>
        </a:p>
      </dgm:t>
    </dgm:pt>
    <dgm:pt modelId="{66898618-4A68-4642-960F-AB8DA37577C9}" type="sibTrans" cxnId="{12E9AA10-B1CF-43F5-B3E7-80C5B3CCE6A0}">
      <dgm:prSet/>
      <dgm:spPr/>
      <dgm:t>
        <a:bodyPr/>
        <a:lstStyle/>
        <a:p>
          <a:endParaRPr lang="en-US"/>
        </a:p>
      </dgm:t>
    </dgm:pt>
    <dgm:pt modelId="{68C9651E-2E88-49A3-A213-A505B16FE48C}">
      <dgm:prSet/>
      <dgm:spPr>
        <a:solidFill>
          <a:schemeClr val="accent6">
            <a:lumMod val="50000"/>
          </a:schemeClr>
        </a:solidFill>
      </dgm:spPr>
      <dgm:t>
        <a:bodyPr/>
        <a:lstStyle/>
        <a:p>
          <a:r>
            <a:rPr lang="en-US" b="0" i="0" dirty="0"/>
            <a:t>Able to engage in a preferred activity</a:t>
          </a:r>
          <a:endParaRPr lang="en-US" dirty="0"/>
        </a:p>
      </dgm:t>
    </dgm:pt>
    <dgm:pt modelId="{1664FF66-97B7-4179-8058-0A72B67C4D50}" type="parTrans" cxnId="{E92EDF8C-D97E-4871-8D1B-39E41FE4829F}">
      <dgm:prSet/>
      <dgm:spPr/>
      <dgm:t>
        <a:bodyPr/>
        <a:lstStyle/>
        <a:p>
          <a:endParaRPr lang="en-US"/>
        </a:p>
      </dgm:t>
    </dgm:pt>
    <dgm:pt modelId="{04ACBB5F-3DCC-471D-8064-0655F7EC3019}" type="sibTrans" cxnId="{E92EDF8C-D97E-4871-8D1B-39E41FE4829F}">
      <dgm:prSet/>
      <dgm:spPr/>
      <dgm:t>
        <a:bodyPr/>
        <a:lstStyle/>
        <a:p>
          <a:endParaRPr lang="en-US"/>
        </a:p>
      </dgm:t>
    </dgm:pt>
    <dgm:pt modelId="{D4A7B155-201A-3E48-BEBC-1DBC1679777A}" type="pres">
      <dgm:prSet presAssocID="{27ABC9C9-3275-4AC2-AD41-604F9E4286BF}" presName="diagram" presStyleCnt="0">
        <dgm:presLayoutVars>
          <dgm:dir/>
          <dgm:resizeHandles val="exact"/>
        </dgm:presLayoutVars>
      </dgm:prSet>
      <dgm:spPr/>
    </dgm:pt>
    <dgm:pt modelId="{FD25E60C-2BCA-4A42-B6E5-6A36431126BB}" type="pres">
      <dgm:prSet presAssocID="{652AAEF7-F284-4923-BD76-0BB6645CEFB8}" presName="node" presStyleLbl="node1" presStyleIdx="0" presStyleCnt="8">
        <dgm:presLayoutVars>
          <dgm:bulletEnabled val="1"/>
        </dgm:presLayoutVars>
      </dgm:prSet>
      <dgm:spPr/>
    </dgm:pt>
    <dgm:pt modelId="{670CF2FA-755A-3943-BADA-C21A01DAA9A7}" type="pres">
      <dgm:prSet presAssocID="{C80EF919-8086-48FD-B009-08F5D6A42EDD}" presName="sibTrans" presStyleCnt="0"/>
      <dgm:spPr/>
    </dgm:pt>
    <dgm:pt modelId="{3E55053C-EBCA-6D41-800A-C4F8F1145FCE}" type="pres">
      <dgm:prSet presAssocID="{CD3AB32B-6549-4576-ABB5-3F76B999F52F}" presName="node" presStyleLbl="node1" presStyleIdx="1" presStyleCnt="8">
        <dgm:presLayoutVars>
          <dgm:bulletEnabled val="1"/>
        </dgm:presLayoutVars>
      </dgm:prSet>
      <dgm:spPr/>
    </dgm:pt>
    <dgm:pt modelId="{82B60BA5-DB3A-504E-83BE-E09EF4F62D96}" type="pres">
      <dgm:prSet presAssocID="{F709E807-9C2C-4362-8BE3-AD4D3CEC0672}" presName="sibTrans" presStyleCnt="0"/>
      <dgm:spPr/>
    </dgm:pt>
    <dgm:pt modelId="{83C088CC-D7B6-3845-8D59-A0B7EA4C446A}" type="pres">
      <dgm:prSet presAssocID="{96D97D55-9316-4DFE-B367-65FEA38F02E0}" presName="node" presStyleLbl="node1" presStyleIdx="2" presStyleCnt="8">
        <dgm:presLayoutVars>
          <dgm:bulletEnabled val="1"/>
        </dgm:presLayoutVars>
      </dgm:prSet>
      <dgm:spPr/>
    </dgm:pt>
    <dgm:pt modelId="{98D6EB97-3541-2541-8970-B417A9E77681}" type="pres">
      <dgm:prSet presAssocID="{B18B5F76-DC1D-4D37-8B21-132551B70C8A}" presName="sibTrans" presStyleCnt="0"/>
      <dgm:spPr/>
    </dgm:pt>
    <dgm:pt modelId="{8CA70EC9-B9BD-9E4F-BAC2-F9489DA42237}" type="pres">
      <dgm:prSet presAssocID="{14FB0F75-0B6D-4BA0-915F-AC10ED793ACF}" presName="node" presStyleLbl="node1" presStyleIdx="3" presStyleCnt="8">
        <dgm:presLayoutVars>
          <dgm:bulletEnabled val="1"/>
        </dgm:presLayoutVars>
      </dgm:prSet>
      <dgm:spPr/>
    </dgm:pt>
    <dgm:pt modelId="{7DFC7D65-F811-8B4B-B14D-244B37E6676C}" type="pres">
      <dgm:prSet presAssocID="{026733D6-8EF3-468A-AE3A-8905577C343C}" presName="sibTrans" presStyleCnt="0"/>
      <dgm:spPr/>
    </dgm:pt>
    <dgm:pt modelId="{98714C47-02CB-EF44-B370-7AC94495C6E4}" type="pres">
      <dgm:prSet presAssocID="{4C3BE6B2-1723-4CC2-B212-BD8A7581D7B4}" presName="node" presStyleLbl="node1" presStyleIdx="4" presStyleCnt="8">
        <dgm:presLayoutVars>
          <dgm:bulletEnabled val="1"/>
        </dgm:presLayoutVars>
      </dgm:prSet>
      <dgm:spPr/>
    </dgm:pt>
    <dgm:pt modelId="{7F967B34-B87D-AD4E-958D-8013C80692B7}" type="pres">
      <dgm:prSet presAssocID="{0347B661-FC9E-40D4-BF4A-6E2004C25B7A}" presName="sibTrans" presStyleCnt="0"/>
      <dgm:spPr/>
    </dgm:pt>
    <dgm:pt modelId="{6590F4A9-43A1-DD4B-9F48-D3A4C8C4ABBE}" type="pres">
      <dgm:prSet presAssocID="{070DD396-040C-47E2-9AA5-5B871B5619D9}" presName="node" presStyleLbl="node1" presStyleIdx="5" presStyleCnt="8">
        <dgm:presLayoutVars>
          <dgm:bulletEnabled val="1"/>
        </dgm:presLayoutVars>
      </dgm:prSet>
      <dgm:spPr/>
    </dgm:pt>
    <dgm:pt modelId="{DF1D1803-7D3A-6444-914C-6525FA511930}" type="pres">
      <dgm:prSet presAssocID="{CD25EAC4-8957-4A97-86AB-661F003E3444}" presName="sibTrans" presStyleCnt="0"/>
      <dgm:spPr/>
    </dgm:pt>
    <dgm:pt modelId="{DD985254-B9E2-F548-80EF-3DDF06C8A6E7}" type="pres">
      <dgm:prSet presAssocID="{5760D0A6-5764-4EB7-9365-CE00E521C6BB}" presName="node" presStyleLbl="node1" presStyleIdx="6" presStyleCnt="8">
        <dgm:presLayoutVars>
          <dgm:bulletEnabled val="1"/>
        </dgm:presLayoutVars>
      </dgm:prSet>
      <dgm:spPr/>
    </dgm:pt>
    <dgm:pt modelId="{8314956E-40A3-E741-8B72-E27100B92CB5}" type="pres">
      <dgm:prSet presAssocID="{66898618-4A68-4642-960F-AB8DA37577C9}" presName="sibTrans" presStyleCnt="0"/>
      <dgm:spPr/>
    </dgm:pt>
    <dgm:pt modelId="{C59A6DD0-9795-4940-AC31-545163D95E04}" type="pres">
      <dgm:prSet presAssocID="{68C9651E-2E88-49A3-A213-A505B16FE48C}" presName="node" presStyleLbl="node1" presStyleIdx="7" presStyleCnt="8">
        <dgm:presLayoutVars>
          <dgm:bulletEnabled val="1"/>
        </dgm:presLayoutVars>
      </dgm:prSet>
      <dgm:spPr/>
    </dgm:pt>
  </dgm:ptLst>
  <dgm:cxnLst>
    <dgm:cxn modelId="{52BF6202-D856-2B4D-A24A-250FE6294031}" type="presOf" srcId="{4C3BE6B2-1723-4CC2-B212-BD8A7581D7B4}" destId="{98714C47-02CB-EF44-B370-7AC94495C6E4}" srcOrd="0" destOrd="0" presId="urn:microsoft.com/office/officeart/2005/8/layout/default"/>
    <dgm:cxn modelId="{DB854308-E55A-AB46-93DB-96FC15ED4539}" type="presOf" srcId="{14FB0F75-0B6D-4BA0-915F-AC10ED793ACF}" destId="{8CA70EC9-B9BD-9E4F-BAC2-F9489DA42237}" srcOrd="0" destOrd="0" presId="urn:microsoft.com/office/officeart/2005/8/layout/default"/>
    <dgm:cxn modelId="{ED34490C-108A-FF48-B309-CF806C5C8115}" type="presOf" srcId="{96D97D55-9316-4DFE-B367-65FEA38F02E0}" destId="{83C088CC-D7B6-3845-8D59-A0B7EA4C446A}" srcOrd="0" destOrd="0" presId="urn:microsoft.com/office/officeart/2005/8/layout/default"/>
    <dgm:cxn modelId="{12E9AA10-B1CF-43F5-B3E7-80C5B3CCE6A0}" srcId="{27ABC9C9-3275-4AC2-AD41-604F9E4286BF}" destId="{5760D0A6-5764-4EB7-9365-CE00E521C6BB}" srcOrd="6" destOrd="0" parTransId="{96D97C01-5DB3-4FE7-BDC3-44412CC6C233}" sibTransId="{66898618-4A68-4642-960F-AB8DA37577C9}"/>
    <dgm:cxn modelId="{91A0F429-8496-8647-A59F-D92EE8F46D77}" type="presOf" srcId="{5760D0A6-5764-4EB7-9365-CE00E521C6BB}" destId="{DD985254-B9E2-F548-80EF-3DDF06C8A6E7}" srcOrd="0" destOrd="0" presId="urn:microsoft.com/office/officeart/2005/8/layout/default"/>
    <dgm:cxn modelId="{5F8AE535-C7A2-4496-AFE5-8F0FFAF75145}" srcId="{27ABC9C9-3275-4AC2-AD41-604F9E4286BF}" destId="{652AAEF7-F284-4923-BD76-0BB6645CEFB8}" srcOrd="0" destOrd="0" parTransId="{6B487BE5-D297-434A-A7A7-7F2D6AD08132}" sibTransId="{C80EF919-8086-48FD-B009-08F5D6A42EDD}"/>
    <dgm:cxn modelId="{B5541048-9731-487F-A56F-B91605B1A244}" srcId="{27ABC9C9-3275-4AC2-AD41-604F9E4286BF}" destId="{14FB0F75-0B6D-4BA0-915F-AC10ED793ACF}" srcOrd="3" destOrd="0" parTransId="{C85DFC72-80A7-496E-BABA-001E11BBC1C9}" sibTransId="{026733D6-8EF3-468A-AE3A-8905577C343C}"/>
    <dgm:cxn modelId="{65608655-A16F-4BD1-A3F3-E5BD636A130D}" srcId="{27ABC9C9-3275-4AC2-AD41-604F9E4286BF}" destId="{4C3BE6B2-1723-4CC2-B212-BD8A7581D7B4}" srcOrd="4" destOrd="0" parTransId="{B268EF94-881F-489E-86DF-FF251C88C993}" sibTransId="{0347B661-FC9E-40D4-BF4A-6E2004C25B7A}"/>
    <dgm:cxn modelId="{D9641C57-D786-E440-BB21-B37D41932E79}" type="presOf" srcId="{27ABC9C9-3275-4AC2-AD41-604F9E4286BF}" destId="{D4A7B155-201A-3E48-BEBC-1DBC1679777A}" srcOrd="0" destOrd="0" presId="urn:microsoft.com/office/officeart/2005/8/layout/default"/>
    <dgm:cxn modelId="{1F3E0160-0461-45CE-A62F-2F160CA20EA8}" srcId="{27ABC9C9-3275-4AC2-AD41-604F9E4286BF}" destId="{CD3AB32B-6549-4576-ABB5-3F76B999F52F}" srcOrd="1" destOrd="0" parTransId="{4C16F529-3029-4CC0-8482-FB4F5D2E0421}" sibTransId="{F709E807-9C2C-4362-8BE3-AD4D3CEC0672}"/>
    <dgm:cxn modelId="{77F2AD62-ABC2-4818-A7AA-9696A727210D}" srcId="{27ABC9C9-3275-4AC2-AD41-604F9E4286BF}" destId="{96D97D55-9316-4DFE-B367-65FEA38F02E0}" srcOrd="2" destOrd="0" parTransId="{C0A13848-8660-4530-A521-43025A0C7F95}" sibTransId="{B18B5F76-DC1D-4D37-8B21-132551B70C8A}"/>
    <dgm:cxn modelId="{4269F47B-8333-9346-AC13-1CCE391C2952}" type="presOf" srcId="{CD3AB32B-6549-4576-ABB5-3F76B999F52F}" destId="{3E55053C-EBCA-6D41-800A-C4F8F1145FCE}" srcOrd="0" destOrd="0" presId="urn:microsoft.com/office/officeart/2005/8/layout/default"/>
    <dgm:cxn modelId="{0657C98B-B2D0-544D-8B67-63678F03569A}" type="presOf" srcId="{68C9651E-2E88-49A3-A213-A505B16FE48C}" destId="{C59A6DD0-9795-4940-AC31-545163D95E04}" srcOrd="0" destOrd="0" presId="urn:microsoft.com/office/officeart/2005/8/layout/default"/>
    <dgm:cxn modelId="{E92EDF8C-D97E-4871-8D1B-39E41FE4829F}" srcId="{27ABC9C9-3275-4AC2-AD41-604F9E4286BF}" destId="{68C9651E-2E88-49A3-A213-A505B16FE48C}" srcOrd="7" destOrd="0" parTransId="{1664FF66-97B7-4179-8058-0A72B67C4D50}" sibTransId="{04ACBB5F-3DCC-471D-8064-0655F7EC3019}"/>
    <dgm:cxn modelId="{E29A669F-8806-4EE6-B1A8-6C43D984FEB5}" srcId="{27ABC9C9-3275-4AC2-AD41-604F9E4286BF}" destId="{070DD396-040C-47E2-9AA5-5B871B5619D9}" srcOrd="5" destOrd="0" parTransId="{2C4F5AB7-D881-420B-AE43-928B9D6E2D08}" sibTransId="{CD25EAC4-8957-4A97-86AB-661F003E3444}"/>
    <dgm:cxn modelId="{4A20B0B0-530A-C843-AEFF-30F83251A2C7}" type="presOf" srcId="{652AAEF7-F284-4923-BD76-0BB6645CEFB8}" destId="{FD25E60C-2BCA-4A42-B6E5-6A36431126BB}" srcOrd="0" destOrd="0" presId="urn:microsoft.com/office/officeart/2005/8/layout/default"/>
    <dgm:cxn modelId="{F0868FD9-F627-5C4A-AADF-EE33F394D8A3}" type="presOf" srcId="{070DD396-040C-47E2-9AA5-5B871B5619D9}" destId="{6590F4A9-43A1-DD4B-9F48-D3A4C8C4ABBE}" srcOrd="0" destOrd="0" presId="urn:microsoft.com/office/officeart/2005/8/layout/default"/>
    <dgm:cxn modelId="{2B072D7A-851B-FA46-8F2E-00DAC33ECCBB}" type="presParOf" srcId="{D4A7B155-201A-3E48-BEBC-1DBC1679777A}" destId="{FD25E60C-2BCA-4A42-B6E5-6A36431126BB}" srcOrd="0" destOrd="0" presId="urn:microsoft.com/office/officeart/2005/8/layout/default"/>
    <dgm:cxn modelId="{21E8F1BA-2970-164C-94D7-277AC9EDB5A8}" type="presParOf" srcId="{D4A7B155-201A-3E48-BEBC-1DBC1679777A}" destId="{670CF2FA-755A-3943-BADA-C21A01DAA9A7}" srcOrd="1" destOrd="0" presId="urn:microsoft.com/office/officeart/2005/8/layout/default"/>
    <dgm:cxn modelId="{55C62611-4F1F-1E44-8969-59ED2DEB38E4}" type="presParOf" srcId="{D4A7B155-201A-3E48-BEBC-1DBC1679777A}" destId="{3E55053C-EBCA-6D41-800A-C4F8F1145FCE}" srcOrd="2" destOrd="0" presId="urn:microsoft.com/office/officeart/2005/8/layout/default"/>
    <dgm:cxn modelId="{75541022-02B2-694B-AE12-1756769319EC}" type="presParOf" srcId="{D4A7B155-201A-3E48-BEBC-1DBC1679777A}" destId="{82B60BA5-DB3A-504E-83BE-E09EF4F62D96}" srcOrd="3" destOrd="0" presId="urn:microsoft.com/office/officeart/2005/8/layout/default"/>
    <dgm:cxn modelId="{7453CFA5-C813-5841-9EB1-A8EC52CA9F3F}" type="presParOf" srcId="{D4A7B155-201A-3E48-BEBC-1DBC1679777A}" destId="{83C088CC-D7B6-3845-8D59-A0B7EA4C446A}" srcOrd="4" destOrd="0" presId="urn:microsoft.com/office/officeart/2005/8/layout/default"/>
    <dgm:cxn modelId="{F34427F7-2EA4-D746-A0FC-8F8B17C533DF}" type="presParOf" srcId="{D4A7B155-201A-3E48-BEBC-1DBC1679777A}" destId="{98D6EB97-3541-2541-8970-B417A9E77681}" srcOrd="5" destOrd="0" presId="urn:microsoft.com/office/officeart/2005/8/layout/default"/>
    <dgm:cxn modelId="{03025DBC-403B-E94A-A6AE-82CB23C301BB}" type="presParOf" srcId="{D4A7B155-201A-3E48-BEBC-1DBC1679777A}" destId="{8CA70EC9-B9BD-9E4F-BAC2-F9489DA42237}" srcOrd="6" destOrd="0" presId="urn:microsoft.com/office/officeart/2005/8/layout/default"/>
    <dgm:cxn modelId="{5AECB399-4D01-7949-AB08-47B97EE59F57}" type="presParOf" srcId="{D4A7B155-201A-3E48-BEBC-1DBC1679777A}" destId="{7DFC7D65-F811-8B4B-B14D-244B37E6676C}" srcOrd="7" destOrd="0" presId="urn:microsoft.com/office/officeart/2005/8/layout/default"/>
    <dgm:cxn modelId="{FCB3DB25-1DB8-D14D-B350-D09A17D65ECE}" type="presParOf" srcId="{D4A7B155-201A-3E48-BEBC-1DBC1679777A}" destId="{98714C47-02CB-EF44-B370-7AC94495C6E4}" srcOrd="8" destOrd="0" presId="urn:microsoft.com/office/officeart/2005/8/layout/default"/>
    <dgm:cxn modelId="{094D5116-A120-C749-B90A-32AE8B4CBB0E}" type="presParOf" srcId="{D4A7B155-201A-3E48-BEBC-1DBC1679777A}" destId="{7F967B34-B87D-AD4E-958D-8013C80692B7}" srcOrd="9" destOrd="0" presId="urn:microsoft.com/office/officeart/2005/8/layout/default"/>
    <dgm:cxn modelId="{A653D321-7DB0-5447-B96F-8E1E23FAC4E8}" type="presParOf" srcId="{D4A7B155-201A-3E48-BEBC-1DBC1679777A}" destId="{6590F4A9-43A1-DD4B-9F48-D3A4C8C4ABBE}" srcOrd="10" destOrd="0" presId="urn:microsoft.com/office/officeart/2005/8/layout/default"/>
    <dgm:cxn modelId="{4F6E2D63-F4AF-E144-8FB4-4D17B63EA744}" type="presParOf" srcId="{D4A7B155-201A-3E48-BEBC-1DBC1679777A}" destId="{DF1D1803-7D3A-6444-914C-6525FA511930}" srcOrd="11" destOrd="0" presId="urn:microsoft.com/office/officeart/2005/8/layout/default"/>
    <dgm:cxn modelId="{3A1BB9D9-8BBC-AC4A-910B-B85C8C370676}" type="presParOf" srcId="{D4A7B155-201A-3E48-BEBC-1DBC1679777A}" destId="{DD985254-B9E2-F548-80EF-3DDF06C8A6E7}" srcOrd="12" destOrd="0" presId="urn:microsoft.com/office/officeart/2005/8/layout/default"/>
    <dgm:cxn modelId="{1CAC7545-217E-0646-8B4D-FC6DC0165C48}" type="presParOf" srcId="{D4A7B155-201A-3E48-BEBC-1DBC1679777A}" destId="{8314956E-40A3-E741-8B72-E27100B92CB5}" srcOrd="13" destOrd="0" presId="urn:microsoft.com/office/officeart/2005/8/layout/default"/>
    <dgm:cxn modelId="{74F841E8-42D1-3042-A79D-AF01682F86D3}" type="presParOf" srcId="{D4A7B155-201A-3E48-BEBC-1DBC1679777A}" destId="{C59A6DD0-9795-4940-AC31-545163D95E04}"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A7632F6-89A5-4544-B10A-2DF2A4BE137D}"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5587E6C8-885D-A84D-BAD8-D1F146012E2F}">
      <dgm:prSet phldrT="[Text]"/>
      <dgm:spPr>
        <a:solidFill>
          <a:schemeClr val="accent1">
            <a:lumMod val="50000"/>
          </a:schemeClr>
        </a:solidFill>
      </dgm:spPr>
      <dgm:t>
        <a:bodyPr/>
        <a:lstStyle/>
        <a:p>
          <a:r>
            <a:rPr lang="en-US" dirty="0"/>
            <a:t>Attention</a:t>
          </a:r>
        </a:p>
      </dgm:t>
    </dgm:pt>
    <dgm:pt modelId="{71F9CE91-2468-D140-B53F-4BEBA0851FA8}" type="parTrans" cxnId="{863A1460-2854-B54E-AEBB-13138AC87F61}">
      <dgm:prSet/>
      <dgm:spPr/>
      <dgm:t>
        <a:bodyPr/>
        <a:lstStyle/>
        <a:p>
          <a:endParaRPr lang="en-US"/>
        </a:p>
      </dgm:t>
    </dgm:pt>
    <dgm:pt modelId="{268D7A23-839B-BB47-91F0-A545279D21D2}" type="sibTrans" cxnId="{863A1460-2854-B54E-AEBB-13138AC87F61}">
      <dgm:prSet/>
      <dgm:spPr/>
      <dgm:t>
        <a:bodyPr/>
        <a:lstStyle/>
        <a:p>
          <a:endParaRPr lang="en-US"/>
        </a:p>
      </dgm:t>
    </dgm:pt>
    <dgm:pt modelId="{DDD9243F-F5A5-1A46-B5FE-2AF67D3F24D3}">
      <dgm:prSet phldrT="[Text]"/>
      <dgm:spPr>
        <a:solidFill>
          <a:schemeClr val="bg1">
            <a:lumMod val="95000"/>
            <a:alpha val="90000"/>
          </a:schemeClr>
        </a:solidFill>
      </dgm:spPr>
      <dgm:t>
        <a:bodyPr/>
        <a:lstStyle/>
        <a:p>
          <a:r>
            <a:rPr lang="en-US" dirty="0"/>
            <a:t>Eye contact prior to behavior</a:t>
          </a:r>
        </a:p>
      </dgm:t>
    </dgm:pt>
    <dgm:pt modelId="{CD852933-8476-0C4C-8308-9CA7AEADAC23}" type="parTrans" cxnId="{E55D75E0-73E6-B24E-A8C8-905027068D08}">
      <dgm:prSet/>
      <dgm:spPr/>
      <dgm:t>
        <a:bodyPr/>
        <a:lstStyle/>
        <a:p>
          <a:endParaRPr lang="en-US"/>
        </a:p>
      </dgm:t>
    </dgm:pt>
    <dgm:pt modelId="{91CFBA38-5083-6549-84C4-1D1C3F400BFA}" type="sibTrans" cxnId="{E55D75E0-73E6-B24E-A8C8-905027068D08}">
      <dgm:prSet/>
      <dgm:spPr/>
      <dgm:t>
        <a:bodyPr/>
        <a:lstStyle/>
        <a:p>
          <a:endParaRPr lang="en-US"/>
        </a:p>
      </dgm:t>
    </dgm:pt>
    <dgm:pt modelId="{E6155365-5B3A-614A-A9E1-787FCC125422}">
      <dgm:prSet phldrT="[Text]"/>
      <dgm:spPr>
        <a:solidFill>
          <a:schemeClr val="bg1">
            <a:lumMod val="95000"/>
            <a:alpha val="90000"/>
          </a:schemeClr>
        </a:solidFill>
      </dgm:spPr>
      <dgm:t>
        <a:bodyPr/>
        <a:lstStyle/>
        <a:p>
          <a:r>
            <a:rPr lang="en-US" dirty="0"/>
            <a:t>Does not care if reprimanded</a:t>
          </a:r>
        </a:p>
      </dgm:t>
    </dgm:pt>
    <dgm:pt modelId="{7242C564-24C8-E048-B143-7A68172CDE55}" type="parTrans" cxnId="{9E2526D0-80BE-9343-A082-3A13ACB3082C}">
      <dgm:prSet/>
      <dgm:spPr/>
      <dgm:t>
        <a:bodyPr/>
        <a:lstStyle/>
        <a:p>
          <a:endParaRPr lang="en-US"/>
        </a:p>
      </dgm:t>
    </dgm:pt>
    <dgm:pt modelId="{561ACAFC-46C3-064B-8224-9E4AF3A10BDE}" type="sibTrans" cxnId="{9E2526D0-80BE-9343-A082-3A13ACB3082C}">
      <dgm:prSet/>
      <dgm:spPr/>
      <dgm:t>
        <a:bodyPr/>
        <a:lstStyle/>
        <a:p>
          <a:endParaRPr lang="en-US"/>
        </a:p>
      </dgm:t>
    </dgm:pt>
    <dgm:pt modelId="{DEA50127-E8B0-F64E-B0C5-A021BE31F302}">
      <dgm:prSet phldrT="[Text]"/>
      <dgm:spPr>
        <a:solidFill>
          <a:schemeClr val="accent1">
            <a:lumMod val="50000"/>
          </a:schemeClr>
        </a:solidFill>
      </dgm:spPr>
      <dgm:t>
        <a:bodyPr/>
        <a:lstStyle/>
        <a:p>
          <a:r>
            <a:rPr lang="en-US" dirty="0"/>
            <a:t>Escape or Avoid</a:t>
          </a:r>
        </a:p>
      </dgm:t>
    </dgm:pt>
    <dgm:pt modelId="{3D325C8F-EE31-6541-992B-DE59C5B39142}" type="parTrans" cxnId="{EE2EF91D-A942-BC44-AC91-C887B6096403}">
      <dgm:prSet/>
      <dgm:spPr/>
      <dgm:t>
        <a:bodyPr/>
        <a:lstStyle/>
        <a:p>
          <a:endParaRPr lang="en-US"/>
        </a:p>
      </dgm:t>
    </dgm:pt>
    <dgm:pt modelId="{15FFB20F-8608-FA4B-9034-078C1BF82979}" type="sibTrans" cxnId="{EE2EF91D-A942-BC44-AC91-C887B6096403}">
      <dgm:prSet/>
      <dgm:spPr/>
      <dgm:t>
        <a:bodyPr/>
        <a:lstStyle/>
        <a:p>
          <a:endParaRPr lang="en-US"/>
        </a:p>
      </dgm:t>
    </dgm:pt>
    <dgm:pt modelId="{1303711C-BB46-CF4F-A3B6-A84A6259A2D3}">
      <dgm:prSet phldrT="[Text]"/>
      <dgm:spPr>
        <a:solidFill>
          <a:schemeClr val="bg1">
            <a:lumMod val="95000"/>
            <a:alpha val="90000"/>
          </a:schemeClr>
        </a:solidFill>
      </dgm:spPr>
      <dgm:t>
        <a:bodyPr/>
        <a:lstStyle/>
        <a:p>
          <a:r>
            <a:rPr lang="en-US" dirty="0"/>
            <a:t>Behavior is preceded by a demand or request for work</a:t>
          </a:r>
        </a:p>
      </dgm:t>
    </dgm:pt>
    <dgm:pt modelId="{6F3FE94C-4427-4F4D-B8BA-F9A9403C5D0F}" type="parTrans" cxnId="{90AEC943-A2DC-FA4D-9DF7-83F39EC5D140}">
      <dgm:prSet/>
      <dgm:spPr/>
      <dgm:t>
        <a:bodyPr/>
        <a:lstStyle/>
        <a:p>
          <a:endParaRPr lang="en-US"/>
        </a:p>
      </dgm:t>
    </dgm:pt>
    <dgm:pt modelId="{E4C91821-76B7-D849-9770-BD3A45D786F0}" type="sibTrans" cxnId="{90AEC943-A2DC-FA4D-9DF7-83F39EC5D140}">
      <dgm:prSet/>
      <dgm:spPr/>
      <dgm:t>
        <a:bodyPr/>
        <a:lstStyle/>
        <a:p>
          <a:endParaRPr lang="en-US"/>
        </a:p>
      </dgm:t>
    </dgm:pt>
    <dgm:pt modelId="{7CC2DA9D-7B5F-4646-B024-A19097F82F7F}">
      <dgm:prSet phldrT="[Text]"/>
      <dgm:spPr>
        <a:solidFill>
          <a:schemeClr val="bg1">
            <a:lumMod val="95000"/>
            <a:alpha val="90000"/>
          </a:schemeClr>
        </a:solidFill>
      </dgm:spPr>
      <dgm:t>
        <a:bodyPr/>
        <a:lstStyle/>
        <a:p>
          <a:r>
            <a:rPr lang="en-US" dirty="0"/>
            <a:t>Transition to a different activity is difficult</a:t>
          </a:r>
        </a:p>
      </dgm:t>
    </dgm:pt>
    <dgm:pt modelId="{384C881D-81D1-A849-AD67-A806C50D88F6}" type="parTrans" cxnId="{35D21913-CAAD-F747-AB95-FEB796DCDFD0}">
      <dgm:prSet/>
      <dgm:spPr/>
      <dgm:t>
        <a:bodyPr/>
        <a:lstStyle/>
        <a:p>
          <a:endParaRPr lang="en-US"/>
        </a:p>
      </dgm:t>
    </dgm:pt>
    <dgm:pt modelId="{3F1C4162-5672-AD49-8498-69B6628CF165}" type="sibTrans" cxnId="{35D21913-CAAD-F747-AB95-FEB796DCDFD0}">
      <dgm:prSet/>
      <dgm:spPr/>
      <dgm:t>
        <a:bodyPr/>
        <a:lstStyle/>
        <a:p>
          <a:endParaRPr lang="en-US"/>
        </a:p>
      </dgm:t>
    </dgm:pt>
    <dgm:pt modelId="{1A3887F8-D7EA-A14F-8B34-9AD7C94769F7}">
      <dgm:prSet phldrT="[Text]"/>
      <dgm:spPr>
        <a:solidFill>
          <a:schemeClr val="accent1">
            <a:lumMod val="50000"/>
          </a:schemeClr>
        </a:solidFill>
      </dgm:spPr>
      <dgm:t>
        <a:bodyPr/>
        <a:lstStyle/>
        <a:p>
          <a:r>
            <a:rPr lang="en-US" dirty="0"/>
            <a:t>Tangible Reward</a:t>
          </a:r>
        </a:p>
      </dgm:t>
    </dgm:pt>
    <dgm:pt modelId="{32A93840-96ED-D446-AAE7-4BA3E6840115}" type="parTrans" cxnId="{BF04104C-0D50-2A42-A310-7AA80998FD7C}">
      <dgm:prSet/>
      <dgm:spPr/>
      <dgm:t>
        <a:bodyPr/>
        <a:lstStyle/>
        <a:p>
          <a:endParaRPr lang="en-US"/>
        </a:p>
      </dgm:t>
    </dgm:pt>
    <dgm:pt modelId="{7DCD29E2-F426-9543-AB20-44A93035FFBA}" type="sibTrans" cxnId="{BF04104C-0D50-2A42-A310-7AA80998FD7C}">
      <dgm:prSet/>
      <dgm:spPr/>
      <dgm:t>
        <a:bodyPr/>
        <a:lstStyle/>
        <a:p>
          <a:endParaRPr lang="en-US"/>
        </a:p>
      </dgm:t>
    </dgm:pt>
    <dgm:pt modelId="{AE39600B-EEBC-084B-838C-0FBAE95EF8F7}">
      <dgm:prSet phldrT="[Text]"/>
      <dgm:spPr>
        <a:solidFill>
          <a:schemeClr val="bg1">
            <a:lumMod val="95000"/>
            <a:alpha val="90000"/>
          </a:schemeClr>
        </a:solidFill>
      </dgm:spPr>
      <dgm:t>
        <a:bodyPr/>
        <a:lstStyle/>
        <a:p>
          <a:r>
            <a:rPr lang="en-US" dirty="0"/>
            <a:t>When student gets item they want the behavior stops</a:t>
          </a:r>
        </a:p>
      </dgm:t>
    </dgm:pt>
    <dgm:pt modelId="{AECB2088-7CB9-674A-A26C-B8555A4BFC77}" type="parTrans" cxnId="{BCD1C1EF-1015-0745-A202-AD0C106EA87F}">
      <dgm:prSet/>
      <dgm:spPr/>
      <dgm:t>
        <a:bodyPr/>
        <a:lstStyle/>
        <a:p>
          <a:endParaRPr lang="en-US"/>
        </a:p>
      </dgm:t>
    </dgm:pt>
    <dgm:pt modelId="{F39FB6F7-358A-C24C-99A0-4915F1BC5601}" type="sibTrans" cxnId="{BCD1C1EF-1015-0745-A202-AD0C106EA87F}">
      <dgm:prSet/>
      <dgm:spPr/>
      <dgm:t>
        <a:bodyPr/>
        <a:lstStyle/>
        <a:p>
          <a:endParaRPr lang="en-US"/>
        </a:p>
      </dgm:t>
    </dgm:pt>
    <dgm:pt modelId="{28FCE8C0-1FF6-B949-AE65-D04E0D079519}">
      <dgm:prSet phldrT="[Text]"/>
      <dgm:spPr>
        <a:solidFill>
          <a:schemeClr val="bg1">
            <a:lumMod val="95000"/>
            <a:alpha val="90000"/>
          </a:schemeClr>
        </a:solidFill>
      </dgm:spPr>
      <dgm:t>
        <a:bodyPr/>
        <a:lstStyle/>
        <a:p>
          <a:r>
            <a:rPr lang="en-US" dirty="0"/>
            <a:t>Behavior occurs when there is lack of access to item</a:t>
          </a:r>
        </a:p>
      </dgm:t>
    </dgm:pt>
    <dgm:pt modelId="{670B73CF-05E8-C94C-944F-55D239D97525}" type="parTrans" cxnId="{BB2CB415-D2D7-674B-827A-DE5A62CC61C4}">
      <dgm:prSet/>
      <dgm:spPr/>
      <dgm:t>
        <a:bodyPr/>
        <a:lstStyle/>
        <a:p>
          <a:endParaRPr lang="en-US"/>
        </a:p>
      </dgm:t>
    </dgm:pt>
    <dgm:pt modelId="{AEEFFE11-D0BF-AD4C-ACFB-7AF2DF9F0213}" type="sibTrans" cxnId="{BB2CB415-D2D7-674B-827A-DE5A62CC61C4}">
      <dgm:prSet/>
      <dgm:spPr/>
      <dgm:t>
        <a:bodyPr/>
        <a:lstStyle/>
        <a:p>
          <a:endParaRPr lang="en-US"/>
        </a:p>
      </dgm:t>
    </dgm:pt>
    <dgm:pt modelId="{9380D9E9-3E98-554B-B297-8A1684F3DC28}">
      <dgm:prSet phldrT="[Text]"/>
      <dgm:spPr>
        <a:solidFill>
          <a:schemeClr val="accent1">
            <a:lumMod val="50000"/>
          </a:schemeClr>
        </a:solidFill>
      </dgm:spPr>
      <dgm:t>
        <a:bodyPr/>
        <a:lstStyle/>
        <a:p>
          <a:r>
            <a:rPr lang="en-US" dirty="0"/>
            <a:t>Sensory</a:t>
          </a:r>
        </a:p>
      </dgm:t>
    </dgm:pt>
    <dgm:pt modelId="{897A18E9-B77A-0046-99E3-C7CA3F4A94C3}" type="parTrans" cxnId="{6FDFC66E-65D0-A64C-8BE2-9143CDA2A762}">
      <dgm:prSet/>
      <dgm:spPr/>
      <dgm:t>
        <a:bodyPr/>
        <a:lstStyle/>
        <a:p>
          <a:endParaRPr lang="en-US"/>
        </a:p>
      </dgm:t>
    </dgm:pt>
    <dgm:pt modelId="{DA0E0127-4913-8140-B624-836748E5DAD5}" type="sibTrans" cxnId="{6FDFC66E-65D0-A64C-8BE2-9143CDA2A762}">
      <dgm:prSet/>
      <dgm:spPr/>
      <dgm:t>
        <a:bodyPr/>
        <a:lstStyle/>
        <a:p>
          <a:endParaRPr lang="en-US"/>
        </a:p>
      </dgm:t>
    </dgm:pt>
    <dgm:pt modelId="{6F37FAA7-DC0C-F947-9816-0A1462AD759C}">
      <dgm:prSet phldrT="[Text]"/>
      <dgm:spPr>
        <a:solidFill>
          <a:schemeClr val="bg1">
            <a:lumMod val="95000"/>
            <a:alpha val="90000"/>
          </a:schemeClr>
        </a:solidFill>
      </dgm:spPr>
      <dgm:t>
        <a:bodyPr/>
        <a:lstStyle/>
        <a:p>
          <a:endParaRPr lang="en-US" dirty="0"/>
        </a:p>
      </dgm:t>
    </dgm:pt>
    <dgm:pt modelId="{772496B7-6410-EE4F-8369-5F1789C07338}" type="parTrans" cxnId="{FC1762B0-B49D-8741-96F4-55484ADEFC03}">
      <dgm:prSet/>
      <dgm:spPr/>
      <dgm:t>
        <a:bodyPr/>
        <a:lstStyle/>
        <a:p>
          <a:endParaRPr lang="en-US"/>
        </a:p>
      </dgm:t>
    </dgm:pt>
    <dgm:pt modelId="{E5EAB12A-BB75-B244-8DBF-A43C69C3A7C6}" type="sibTrans" cxnId="{FC1762B0-B49D-8741-96F4-55484ADEFC03}">
      <dgm:prSet/>
      <dgm:spPr/>
      <dgm:t>
        <a:bodyPr/>
        <a:lstStyle/>
        <a:p>
          <a:endParaRPr lang="en-US"/>
        </a:p>
      </dgm:t>
    </dgm:pt>
    <dgm:pt modelId="{BA120BF6-C7CF-7742-9983-6A843ACDCDD7}">
      <dgm:prSet phldrT="[Text]"/>
      <dgm:spPr>
        <a:solidFill>
          <a:schemeClr val="bg1">
            <a:lumMod val="95000"/>
            <a:alpha val="90000"/>
          </a:schemeClr>
        </a:solidFill>
      </dgm:spPr>
      <dgm:t>
        <a:bodyPr/>
        <a:lstStyle/>
        <a:p>
          <a:r>
            <a:rPr lang="en-US" dirty="0"/>
            <a:t>Engages in power struggle</a:t>
          </a:r>
        </a:p>
      </dgm:t>
    </dgm:pt>
    <dgm:pt modelId="{B3F85EEF-328E-F446-A3F9-A9E7265B3935}" type="parTrans" cxnId="{FD40524F-1C49-A64E-A91A-348B16DC4ACD}">
      <dgm:prSet/>
      <dgm:spPr/>
      <dgm:t>
        <a:bodyPr/>
        <a:lstStyle/>
        <a:p>
          <a:endParaRPr lang="en-US"/>
        </a:p>
      </dgm:t>
    </dgm:pt>
    <dgm:pt modelId="{FB306445-9F8C-644C-B091-1A44063B1456}" type="sibTrans" cxnId="{FD40524F-1C49-A64E-A91A-348B16DC4ACD}">
      <dgm:prSet/>
      <dgm:spPr/>
      <dgm:t>
        <a:bodyPr/>
        <a:lstStyle/>
        <a:p>
          <a:endParaRPr lang="en-US"/>
        </a:p>
      </dgm:t>
    </dgm:pt>
    <dgm:pt modelId="{A82CB23D-D613-F54D-B70A-E53E8ED89847}">
      <dgm:prSet phldrT="[Text]"/>
      <dgm:spPr>
        <a:solidFill>
          <a:schemeClr val="bg1">
            <a:lumMod val="95000"/>
            <a:alpha val="90000"/>
          </a:schemeClr>
        </a:solidFill>
      </dgm:spPr>
      <dgm:t>
        <a:bodyPr/>
        <a:lstStyle/>
        <a:p>
          <a:r>
            <a:rPr lang="en-US" dirty="0"/>
            <a:t>Behavior ceases when demand is removed</a:t>
          </a:r>
        </a:p>
      </dgm:t>
    </dgm:pt>
    <dgm:pt modelId="{41DC5391-3DC0-7D46-B169-C8D74B65639E}" type="parTrans" cxnId="{C6731B9B-3288-B046-9AD3-837B98C45F1D}">
      <dgm:prSet/>
      <dgm:spPr/>
      <dgm:t>
        <a:bodyPr/>
        <a:lstStyle/>
        <a:p>
          <a:endParaRPr lang="en-US"/>
        </a:p>
      </dgm:t>
    </dgm:pt>
    <dgm:pt modelId="{E57D5B2A-842A-0349-9FC2-29DF5222C3F5}" type="sibTrans" cxnId="{C6731B9B-3288-B046-9AD3-837B98C45F1D}">
      <dgm:prSet/>
      <dgm:spPr/>
      <dgm:t>
        <a:bodyPr/>
        <a:lstStyle/>
        <a:p>
          <a:endParaRPr lang="en-US"/>
        </a:p>
      </dgm:t>
    </dgm:pt>
    <dgm:pt modelId="{19AB2C18-B901-4043-811D-A5F647979DEB}">
      <dgm:prSet phldrT="[Text]"/>
      <dgm:spPr>
        <a:solidFill>
          <a:schemeClr val="bg1">
            <a:lumMod val="95000"/>
            <a:alpha val="90000"/>
          </a:schemeClr>
        </a:solidFill>
      </dgm:spPr>
      <dgm:t>
        <a:bodyPr/>
        <a:lstStyle/>
        <a:p>
          <a:r>
            <a:rPr lang="en-US" dirty="0"/>
            <a:t>Reward is given to calm student down</a:t>
          </a:r>
        </a:p>
      </dgm:t>
    </dgm:pt>
    <dgm:pt modelId="{B94D43F0-3159-6546-BA63-6DF581D30FD1}" type="parTrans" cxnId="{A75BB028-A1ED-A841-A63A-19794451D432}">
      <dgm:prSet/>
      <dgm:spPr/>
      <dgm:t>
        <a:bodyPr/>
        <a:lstStyle/>
        <a:p>
          <a:endParaRPr lang="en-US"/>
        </a:p>
      </dgm:t>
    </dgm:pt>
    <dgm:pt modelId="{5D1E4EFD-24B8-1D42-A620-A0638148BB2E}" type="sibTrans" cxnId="{A75BB028-A1ED-A841-A63A-19794451D432}">
      <dgm:prSet/>
      <dgm:spPr/>
      <dgm:t>
        <a:bodyPr/>
        <a:lstStyle/>
        <a:p>
          <a:endParaRPr lang="en-US"/>
        </a:p>
      </dgm:t>
    </dgm:pt>
    <dgm:pt modelId="{B622FB19-F13D-FF46-9383-27961788C378}">
      <dgm:prSet phldrT="[Text]"/>
      <dgm:spPr>
        <a:solidFill>
          <a:schemeClr val="bg1">
            <a:lumMod val="95000"/>
            <a:alpha val="90000"/>
          </a:schemeClr>
        </a:solidFill>
      </dgm:spPr>
      <dgm:t>
        <a:bodyPr/>
        <a:lstStyle/>
        <a:p>
          <a:r>
            <a:rPr lang="en-US" dirty="0"/>
            <a:t>Physical discomfort precedes behavior</a:t>
          </a:r>
        </a:p>
      </dgm:t>
    </dgm:pt>
    <dgm:pt modelId="{22143A90-0B25-D846-8B52-88510FBC8457}" type="parTrans" cxnId="{E0C83610-24D6-6246-A5A5-A3C38ACF0D4D}">
      <dgm:prSet/>
      <dgm:spPr/>
      <dgm:t>
        <a:bodyPr/>
        <a:lstStyle/>
        <a:p>
          <a:endParaRPr lang="en-US"/>
        </a:p>
      </dgm:t>
    </dgm:pt>
    <dgm:pt modelId="{5C389DEF-FA75-2648-A4BE-18A3209754A3}" type="sibTrans" cxnId="{E0C83610-24D6-6246-A5A5-A3C38ACF0D4D}">
      <dgm:prSet/>
      <dgm:spPr/>
      <dgm:t>
        <a:bodyPr/>
        <a:lstStyle/>
        <a:p>
          <a:endParaRPr lang="en-US"/>
        </a:p>
      </dgm:t>
    </dgm:pt>
    <dgm:pt modelId="{8AB9FFD5-51C5-0F4C-ABFA-746F6A33F163}">
      <dgm:prSet phldrT="[Text]"/>
      <dgm:spPr>
        <a:solidFill>
          <a:schemeClr val="bg1">
            <a:lumMod val="95000"/>
            <a:alpha val="90000"/>
          </a:schemeClr>
        </a:solidFill>
      </dgm:spPr>
      <dgm:t>
        <a:bodyPr/>
        <a:lstStyle/>
        <a:p>
          <a:r>
            <a:rPr lang="en-US" dirty="0"/>
            <a:t>Engages in behavior even when student is alone</a:t>
          </a:r>
        </a:p>
      </dgm:t>
    </dgm:pt>
    <dgm:pt modelId="{B1EA15B8-B2FA-9046-8E5E-427F14DD1F9F}" type="parTrans" cxnId="{EDBD06B5-FEA3-6F47-B107-2785BAE0FE74}">
      <dgm:prSet/>
      <dgm:spPr/>
      <dgm:t>
        <a:bodyPr/>
        <a:lstStyle/>
        <a:p>
          <a:endParaRPr lang="en-US"/>
        </a:p>
      </dgm:t>
    </dgm:pt>
    <dgm:pt modelId="{0F3B2BCE-453D-C14F-9BCA-0690996E8A73}" type="sibTrans" cxnId="{EDBD06B5-FEA3-6F47-B107-2785BAE0FE74}">
      <dgm:prSet/>
      <dgm:spPr/>
      <dgm:t>
        <a:bodyPr/>
        <a:lstStyle/>
        <a:p>
          <a:endParaRPr lang="en-US"/>
        </a:p>
      </dgm:t>
    </dgm:pt>
    <dgm:pt modelId="{36B3A6DA-9F19-354D-A2E3-585C45C1E1BE}">
      <dgm:prSet phldrT="[Text]"/>
      <dgm:spPr>
        <a:solidFill>
          <a:schemeClr val="bg1">
            <a:lumMod val="95000"/>
            <a:alpha val="90000"/>
          </a:schemeClr>
        </a:solidFill>
      </dgm:spPr>
      <dgm:t>
        <a:bodyPr/>
        <a:lstStyle/>
        <a:p>
          <a:r>
            <a:rPr lang="en-US" dirty="0"/>
            <a:t>Student lacks awareness of surroundings</a:t>
          </a:r>
        </a:p>
      </dgm:t>
    </dgm:pt>
    <dgm:pt modelId="{49E994ED-61AC-B443-99CB-F3E8893732CE}" type="parTrans" cxnId="{E895AD33-4906-6543-BD25-5616C493C462}">
      <dgm:prSet/>
      <dgm:spPr/>
      <dgm:t>
        <a:bodyPr/>
        <a:lstStyle/>
        <a:p>
          <a:endParaRPr lang="en-US"/>
        </a:p>
      </dgm:t>
    </dgm:pt>
    <dgm:pt modelId="{D2F0A00D-26A1-DB48-B32B-809131136F97}" type="sibTrans" cxnId="{E895AD33-4906-6543-BD25-5616C493C462}">
      <dgm:prSet/>
      <dgm:spPr/>
      <dgm:t>
        <a:bodyPr/>
        <a:lstStyle/>
        <a:p>
          <a:endParaRPr lang="en-US"/>
        </a:p>
      </dgm:t>
    </dgm:pt>
    <dgm:pt modelId="{639663F9-4EEB-C24B-9FEA-2258D5A641D3}" type="pres">
      <dgm:prSet presAssocID="{9A7632F6-89A5-4544-B10A-2DF2A4BE137D}" presName="Name0" presStyleCnt="0">
        <dgm:presLayoutVars>
          <dgm:dir/>
          <dgm:animLvl val="lvl"/>
          <dgm:resizeHandles val="exact"/>
        </dgm:presLayoutVars>
      </dgm:prSet>
      <dgm:spPr/>
    </dgm:pt>
    <dgm:pt modelId="{5E334B45-B618-F741-B8A9-FF9DECAF8963}" type="pres">
      <dgm:prSet presAssocID="{5587E6C8-885D-A84D-BAD8-D1F146012E2F}" presName="composite" presStyleCnt="0"/>
      <dgm:spPr/>
    </dgm:pt>
    <dgm:pt modelId="{63884A57-DF9F-934A-A764-407E736DDFD9}" type="pres">
      <dgm:prSet presAssocID="{5587E6C8-885D-A84D-BAD8-D1F146012E2F}" presName="parTx" presStyleLbl="alignNode1" presStyleIdx="0" presStyleCnt="4">
        <dgm:presLayoutVars>
          <dgm:chMax val="0"/>
          <dgm:chPref val="0"/>
          <dgm:bulletEnabled val="1"/>
        </dgm:presLayoutVars>
      </dgm:prSet>
      <dgm:spPr/>
    </dgm:pt>
    <dgm:pt modelId="{399544F7-2C3A-A34F-9B58-B969AF8DA11B}" type="pres">
      <dgm:prSet presAssocID="{5587E6C8-885D-A84D-BAD8-D1F146012E2F}" presName="desTx" presStyleLbl="alignAccFollowNode1" presStyleIdx="0" presStyleCnt="4">
        <dgm:presLayoutVars>
          <dgm:bulletEnabled val="1"/>
        </dgm:presLayoutVars>
      </dgm:prSet>
      <dgm:spPr/>
    </dgm:pt>
    <dgm:pt modelId="{1F17828F-FE63-C245-BCFE-D1F688F8A386}" type="pres">
      <dgm:prSet presAssocID="{268D7A23-839B-BB47-91F0-A545279D21D2}" presName="space" presStyleCnt="0"/>
      <dgm:spPr/>
    </dgm:pt>
    <dgm:pt modelId="{5E90A5FC-2395-E241-A4D0-E969C796C210}" type="pres">
      <dgm:prSet presAssocID="{DEA50127-E8B0-F64E-B0C5-A021BE31F302}" presName="composite" presStyleCnt="0"/>
      <dgm:spPr/>
    </dgm:pt>
    <dgm:pt modelId="{6D806BA5-735D-4246-9A6C-09AAC4775429}" type="pres">
      <dgm:prSet presAssocID="{DEA50127-E8B0-F64E-B0C5-A021BE31F302}" presName="parTx" presStyleLbl="alignNode1" presStyleIdx="1" presStyleCnt="4">
        <dgm:presLayoutVars>
          <dgm:chMax val="0"/>
          <dgm:chPref val="0"/>
          <dgm:bulletEnabled val="1"/>
        </dgm:presLayoutVars>
      </dgm:prSet>
      <dgm:spPr/>
    </dgm:pt>
    <dgm:pt modelId="{2ED8FAC6-5CA7-FD43-89A4-D411966BB83A}" type="pres">
      <dgm:prSet presAssocID="{DEA50127-E8B0-F64E-B0C5-A021BE31F302}" presName="desTx" presStyleLbl="alignAccFollowNode1" presStyleIdx="1" presStyleCnt="4">
        <dgm:presLayoutVars>
          <dgm:bulletEnabled val="1"/>
        </dgm:presLayoutVars>
      </dgm:prSet>
      <dgm:spPr/>
    </dgm:pt>
    <dgm:pt modelId="{E01D5785-F9ED-9947-B160-17BFE2F7C4D4}" type="pres">
      <dgm:prSet presAssocID="{15FFB20F-8608-FA4B-9034-078C1BF82979}" presName="space" presStyleCnt="0"/>
      <dgm:spPr/>
    </dgm:pt>
    <dgm:pt modelId="{CAC68F66-8F92-8E4B-A9D6-123BE6BA582A}" type="pres">
      <dgm:prSet presAssocID="{1A3887F8-D7EA-A14F-8B34-9AD7C94769F7}" presName="composite" presStyleCnt="0"/>
      <dgm:spPr/>
    </dgm:pt>
    <dgm:pt modelId="{689CA4BB-55B9-214C-B94E-74C80736EFD3}" type="pres">
      <dgm:prSet presAssocID="{1A3887F8-D7EA-A14F-8B34-9AD7C94769F7}" presName="parTx" presStyleLbl="alignNode1" presStyleIdx="2" presStyleCnt="4">
        <dgm:presLayoutVars>
          <dgm:chMax val="0"/>
          <dgm:chPref val="0"/>
          <dgm:bulletEnabled val="1"/>
        </dgm:presLayoutVars>
      </dgm:prSet>
      <dgm:spPr/>
    </dgm:pt>
    <dgm:pt modelId="{6BF22B54-55EF-DD4E-A986-71455C3BAAC9}" type="pres">
      <dgm:prSet presAssocID="{1A3887F8-D7EA-A14F-8B34-9AD7C94769F7}" presName="desTx" presStyleLbl="alignAccFollowNode1" presStyleIdx="2" presStyleCnt="4">
        <dgm:presLayoutVars>
          <dgm:bulletEnabled val="1"/>
        </dgm:presLayoutVars>
      </dgm:prSet>
      <dgm:spPr/>
    </dgm:pt>
    <dgm:pt modelId="{B16A9872-053B-004A-AE66-B7635D40BCCB}" type="pres">
      <dgm:prSet presAssocID="{7DCD29E2-F426-9543-AB20-44A93035FFBA}" presName="space" presStyleCnt="0"/>
      <dgm:spPr/>
    </dgm:pt>
    <dgm:pt modelId="{7595F4F1-71EE-8E4A-9358-691EFC25F0B5}" type="pres">
      <dgm:prSet presAssocID="{9380D9E9-3E98-554B-B297-8A1684F3DC28}" presName="composite" presStyleCnt="0"/>
      <dgm:spPr/>
    </dgm:pt>
    <dgm:pt modelId="{A362302E-0B67-3644-A5A5-0E4D8B9857E0}" type="pres">
      <dgm:prSet presAssocID="{9380D9E9-3E98-554B-B297-8A1684F3DC28}" presName="parTx" presStyleLbl="alignNode1" presStyleIdx="3" presStyleCnt="4">
        <dgm:presLayoutVars>
          <dgm:chMax val="0"/>
          <dgm:chPref val="0"/>
          <dgm:bulletEnabled val="1"/>
        </dgm:presLayoutVars>
      </dgm:prSet>
      <dgm:spPr/>
    </dgm:pt>
    <dgm:pt modelId="{01E0A990-0046-6140-B0C4-957CFD55B795}" type="pres">
      <dgm:prSet presAssocID="{9380D9E9-3E98-554B-B297-8A1684F3DC28}" presName="desTx" presStyleLbl="alignAccFollowNode1" presStyleIdx="3" presStyleCnt="4">
        <dgm:presLayoutVars>
          <dgm:bulletEnabled val="1"/>
        </dgm:presLayoutVars>
      </dgm:prSet>
      <dgm:spPr/>
    </dgm:pt>
  </dgm:ptLst>
  <dgm:cxnLst>
    <dgm:cxn modelId="{F4302904-43CF-7345-9405-BC05B83A4C6E}" type="presOf" srcId="{AE39600B-EEBC-084B-838C-0FBAE95EF8F7}" destId="{6BF22B54-55EF-DD4E-A986-71455C3BAAC9}" srcOrd="0" destOrd="0" presId="urn:microsoft.com/office/officeart/2005/8/layout/hList1"/>
    <dgm:cxn modelId="{E0C83610-24D6-6246-A5A5-A3C38ACF0D4D}" srcId="{9380D9E9-3E98-554B-B297-8A1684F3DC28}" destId="{B622FB19-F13D-FF46-9383-27961788C378}" srcOrd="0" destOrd="0" parTransId="{22143A90-0B25-D846-8B52-88510FBC8457}" sibTransId="{5C389DEF-FA75-2648-A4BE-18A3209754A3}"/>
    <dgm:cxn modelId="{FDF7C010-2A16-1D4C-9DC1-89ED74A2E295}" type="presOf" srcId="{19AB2C18-B901-4043-811D-A5F647979DEB}" destId="{6BF22B54-55EF-DD4E-A986-71455C3BAAC9}" srcOrd="0" destOrd="2" presId="urn:microsoft.com/office/officeart/2005/8/layout/hList1"/>
    <dgm:cxn modelId="{35D21913-CAAD-F747-AB95-FEB796DCDFD0}" srcId="{DEA50127-E8B0-F64E-B0C5-A021BE31F302}" destId="{7CC2DA9D-7B5F-4646-B024-A19097F82F7F}" srcOrd="2" destOrd="0" parTransId="{384C881D-81D1-A849-AD67-A806C50D88F6}" sibTransId="{3F1C4162-5672-AD49-8498-69B6628CF165}"/>
    <dgm:cxn modelId="{BB2CB415-D2D7-674B-827A-DE5A62CC61C4}" srcId="{1A3887F8-D7EA-A14F-8B34-9AD7C94769F7}" destId="{28FCE8C0-1FF6-B949-AE65-D04E0D079519}" srcOrd="1" destOrd="0" parTransId="{670B73CF-05E8-C94C-944F-55D239D97525}" sibTransId="{AEEFFE11-D0BF-AD4C-ACFB-7AF2DF9F0213}"/>
    <dgm:cxn modelId="{7646B815-2792-3945-A21D-6FFEF14776FA}" type="presOf" srcId="{8AB9FFD5-51C5-0F4C-ABFA-746F6A33F163}" destId="{01E0A990-0046-6140-B0C4-957CFD55B795}" srcOrd="0" destOrd="1" presId="urn:microsoft.com/office/officeart/2005/8/layout/hList1"/>
    <dgm:cxn modelId="{EE2EF91D-A942-BC44-AC91-C887B6096403}" srcId="{9A7632F6-89A5-4544-B10A-2DF2A4BE137D}" destId="{DEA50127-E8B0-F64E-B0C5-A021BE31F302}" srcOrd="1" destOrd="0" parTransId="{3D325C8F-EE31-6541-992B-DE59C5B39142}" sibTransId="{15FFB20F-8608-FA4B-9034-078C1BF82979}"/>
    <dgm:cxn modelId="{364B5E28-B5FE-1641-B4C0-36F37F098280}" type="presOf" srcId="{A82CB23D-D613-F54D-B70A-E53E8ED89847}" destId="{2ED8FAC6-5CA7-FD43-89A4-D411966BB83A}" srcOrd="0" destOrd="1" presId="urn:microsoft.com/office/officeart/2005/8/layout/hList1"/>
    <dgm:cxn modelId="{A75BB028-A1ED-A841-A63A-19794451D432}" srcId="{1A3887F8-D7EA-A14F-8B34-9AD7C94769F7}" destId="{19AB2C18-B901-4043-811D-A5F647979DEB}" srcOrd="2" destOrd="0" parTransId="{B94D43F0-3159-6546-BA63-6DF581D30FD1}" sibTransId="{5D1E4EFD-24B8-1D42-A620-A0638148BB2E}"/>
    <dgm:cxn modelId="{59C63A30-41E9-8646-95F8-ACCDB159FBA5}" type="presOf" srcId="{5587E6C8-885D-A84D-BAD8-D1F146012E2F}" destId="{63884A57-DF9F-934A-A764-407E736DDFD9}" srcOrd="0" destOrd="0" presId="urn:microsoft.com/office/officeart/2005/8/layout/hList1"/>
    <dgm:cxn modelId="{E895AD33-4906-6543-BD25-5616C493C462}" srcId="{9380D9E9-3E98-554B-B297-8A1684F3DC28}" destId="{36B3A6DA-9F19-354D-A2E3-585C45C1E1BE}" srcOrd="2" destOrd="0" parTransId="{49E994ED-61AC-B443-99CB-F3E8893732CE}" sibTransId="{D2F0A00D-26A1-DB48-B32B-809131136F97}"/>
    <dgm:cxn modelId="{90AEC943-A2DC-FA4D-9DF7-83F39EC5D140}" srcId="{DEA50127-E8B0-F64E-B0C5-A021BE31F302}" destId="{1303711C-BB46-CF4F-A3B6-A84A6259A2D3}" srcOrd="0" destOrd="0" parTransId="{6F3FE94C-4427-4F4D-B8BA-F9A9403C5D0F}" sibTransId="{E4C91821-76B7-D849-9770-BD3A45D786F0}"/>
    <dgm:cxn modelId="{71B99A49-FFC4-A64A-BC7D-BE6ED9E81449}" type="presOf" srcId="{1303711C-BB46-CF4F-A3B6-A84A6259A2D3}" destId="{2ED8FAC6-5CA7-FD43-89A4-D411966BB83A}" srcOrd="0" destOrd="0" presId="urn:microsoft.com/office/officeart/2005/8/layout/hList1"/>
    <dgm:cxn modelId="{BF04104C-0D50-2A42-A310-7AA80998FD7C}" srcId="{9A7632F6-89A5-4544-B10A-2DF2A4BE137D}" destId="{1A3887F8-D7EA-A14F-8B34-9AD7C94769F7}" srcOrd="2" destOrd="0" parTransId="{32A93840-96ED-D446-AAE7-4BA3E6840115}" sibTransId="{7DCD29E2-F426-9543-AB20-44A93035FFBA}"/>
    <dgm:cxn modelId="{FD40524F-1C49-A64E-A91A-348B16DC4ACD}" srcId="{5587E6C8-885D-A84D-BAD8-D1F146012E2F}" destId="{BA120BF6-C7CF-7742-9983-6A843ACDCDD7}" srcOrd="2" destOrd="0" parTransId="{B3F85EEF-328E-F446-A3F9-A9E7265B3935}" sibTransId="{FB306445-9F8C-644C-B091-1A44063B1456}"/>
    <dgm:cxn modelId="{D0BA7858-6895-C24E-953A-7DE97109A3DB}" type="presOf" srcId="{DDD9243F-F5A5-1A46-B5FE-2AF67D3F24D3}" destId="{399544F7-2C3A-A34F-9B58-B969AF8DA11B}" srcOrd="0" destOrd="0" presId="urn:microsoft.com/office/officeart/2005/8/layout/hList1"/>
    <dgm:cxn modelId="{863A1460-2854-B54E-AEBB-13138AC87F61}" srcId="{9A7632F6-89A5-4544-B10A-2DF2A4BE137D}" destId="{5587E6C8-885D-A84D-BAD8-D1F146012E2F}" srcOrd="0" destOrd="0" parTransId="{71F9CE91-2468-D140-B53F-4BEBA0851FA8}" sibTransId="{268D7A23-839B-BB47-91F0-A545279D21D2}"/>
    <dgm:cxn modelId="{72F5B566-FEDB-2840-856A-A5DF496C9EFA}" type="presOf" srcId="{B622FB19-F13D-FF46-9383-27961788C378}" destId="{01E0A990-0046-6140-B0C4-957CFD55B795}" srcOrd="0" destOrd="0" presId="urn:microsoft.com/office/officeart/2005/8/layout/hList1"/>
    <dgm:cxn modelId="{6FDFC66E-65D0-A64C-8BE2-9143CDA2A762}" srcId="{9A7632F6-89A5-4544-B10A-2DF2A4BE137D}" destId="{9380D9E9-3E98-554B-B297-8A1684F3DC28}" srcOrd="3" destOrd="0" parTransId="{897A18E9-B77A-0046-99E3-C7CA3F4A94C3}" sibTransId="{DA0E0127-4913-8140-B624-836748E5DAD5}"/>
    <dgm:cxn modelId="{1689D887-4923-A64D-8E6E-8DFE015F6DFF}" type="presOf" srcId="{7CC2DA9D-7B5F-4646-B024-A19097F82F7F}" destId="{2ED8FAC6-5CA7-FD43-89A4-D411966BB83A}" srcOrd="0" destOrd="2" presId="urn:microsoft.com/office/officeart/2005/8/layout/hList1"/>
    <dgm:cxn modelId="{4C019B8C-257E-504E-B0A0-105B6AAC46EC}" type="presOf" srcId="{36B3A6DA-9F19-354D-A2E3-585C45C1E1BE}" destId="{01E0A990-0046-6140-B0C4-957CFD55B795}" srcOrd="0" destOrd="2" presId="urn:microsoft.com/office/officeart/2005/8/layout/hList1"/>
    <dgm:cxn modelId="{C6731B9B-3288-B046-9AD3-837B98C45F1D}" srcId="{DEA50127-E8B0-F64E-B0C5-A021BE31F302}" destId="{A82CB23D-D613-F54D-B70A-E53E8ED89847}" srcOrd="1" destOrd="0" parTransId="{41DC5391-3DC0-7D46-B169-C8D74B65639E}" sibTransId="{E57D5B2A-842A-0349-9FC2-29DF5222C3F5}"/>
    <dgm:cxn modelId="{70B30CA8-E363-C94A-872B-6D0FE2A4153B}" type="presOf" srcId="{DEA50127-E8B0-F64E-B0C5-A021BE31F302}" destId="{6D806BA5-735D-4246-9A6C-09AAC4775429}" srcOrd="0" destOrd="0" presId="urn:microsoft.com/office/officeart/2005/8/layout/hList1"/>
    <dgm:cxn modelId="{D4EA72AE-0D10-BE42-A5B7-42B7D04A677F}" type="presOf" srcId="{9380D9E9-3E98-554B-B297-8A1684F3DC28}" destId="{A362302E-0B67-3644-A5A5-0E4D8B9857E0}" srcOrd="0" destOrd="0" presId="urn:microsoft.com/office/officeart/2005/8/layout/hList1"/>
    <dgm:cxn modelId="{FC1762B0-B49D-8741-96F4-55484ADEFC03}" srcId="{5587E6C8-885D-A84D-BAD8-D1F146012E2F}" destId="{6F37FAA7-DC0C-F947-9816-0A1462AD759C}" srcOrd="3" destOrd="0" parTransId="{772496B7-6410-EE4F-8369-5F1789C07338}" sibTransId="{E5EAB12A-BB75-B244-8DBF-A43C69C3A7C6}"/>
    <dgm:cxn modelId="{EDBD06B5-FEA3-6F47-B107-2785BAE0FE74}" srcId="{9380D9E9-3E98-554B-B297-8A1684F3DC28}" destId="{8AB9FFD5-51C5-0F4C-ABFA-746F6A33F163}" srcOrd="1" destOrd="0" parTransId="{B1EA15B8-B2FA-9046-8E5E-427F14DD1F9F}" sibTransId="{0F3B2BCE-453D-C14F-9BCA-0690996E8A73}"/>
    <dgm:cxn modelId="{693E4BBD-A3D5-8343-B657-2A6972D504C4}" type="presOf" srcId="{1A3887F8-D7EA-A14F-8B34-9AD7C94769F7}" destId="{689CA4BB-55B9-214C-B94E-74C80736EFD3}" srcOrd="0" destOrd="0" presId="urn:microsoft.com/office/officeart/2005/8/layout/hList1"/>
    <dgm:cxn modelId="{38DFDBC3-4CBD-DE40-8663-2F56E93874FF}" type="presOf" srcId="{E6155365-5B3A-614A-A9E1-787FCC125422}" destId="{399544F7-2C3A-A34F-9B58-B969AF8DA11B}" srcOrd="0" destOrd="1" presId="urn:microsoft.com/office/officeart/2005/8/layout/hList1"/>
    <dgm:cxn modelId="{9E2526D0-80BE-9343-A082-3A13ACB3082C}" srcId="{5587E6C8-885D-A84D-BAD8-D1F146012E2F}" destId="{E6155365-5B3A-614A-A9E1-787FCC125422}" srcOrd="1" destOrd="0" parTransId="{7242C564-24C8-E048-B143-7A68172CDE55}" sibTransId="{561ACAFC-46C3-064B-8224-9E4AF3A10BDE}"/>
    <dgm:cxn modelId="{240788D0-624E-144C-9001-E7EAC638C7D0}" type="presOf" srcId="{BA120BF6-C7CF-7742-9983-6A843ACDCDD7}" destId="{399544F7-2C3A-A34F-9B58-B969AF8DA11B}" srcOrd="0" destOrd="2" presId="urn:microsoft.com/office/officeart/2005/8/layout/hList1"/>
    <dgm:cxn modelId="{E55D75E0-73E6-B24E-A8C8-905027068D08}" srcId="{5587E6C8-885D-A84D-BAD8-D1F146012E2F}" destId="{DDD9243F-F5A5-1A46-B5FE-2AF67D3F24D3}" srcOrd="0" destOrd="0" parTransId="{CD852933-8476-0C4C-8308-9CA7AEADAC23}" sibTransId="{91CFBA38-5083-6549-84C4-1D1C3F400BFA}"/>
    <dgm:cxn modelId="{38CCC6E8-924B-AE48-9CDE-072D99FACF91}" type="presOf" srcId="{28FCE8C0-1FF6-B949-AE65-D04E0D079519}" destId="{6BF22B54-55EF-DD4E-A986-71455C3BAAC9}" srcOrd="0" destOrd="1" presId="urn:microsoft.com/office/officeart/2005/8/layout/hList1"/>
    <dgm:cxn modelId="{BCD1C1EF-1015-0745-A202-AD0C106EA87F}" srcId="{1A3887F8-D7EA-A14F-8B34-9AD7C94769F7}" destId="{AE39600B-EEBC-084B-838C-0FBAE95EF8F7}" srcOrd="0" destOrd="0" parTransId="{AECB2088-7CB9-674A-A26C-B8555A4BFC77}" sibTransId="{F39FB6F7-358A-C24C-99A0-4915F1BC5601}"/>
    <dgm:cxn modelId="{8C6374F3-504C-1B47-95D6-38237116D528}" type="presOf" srcId="{9A7632F6-89A5-4544-B10A-2DF2A4BE137D}" destId="{639663F9-4EEB-C24B-9FEA-2258D5A641D3}" srcOrd="0" destOrd="0" presId="urn:microsoft.com/office/officeart/2005/8/layout/hList1"/>
    <dgm:cxn modelId="{CAC8AFF4-F9CB-D743-A4CE-98506A7024A1}" type="presOf" srcId="{6F37FAA7-DC0C-F947-9816-0A1462AD759C}" destId="{399544F7-2C3A-A34F-9B58-B969AF8DA11B}" srcOrd="0" destOrd="3" presId="urn:microsoft.com/office/officeart/2005/8/layout/hList1"/>
    <dgm:cxn modelId="{B3CEDBD5-FBC9-9449-9F33-70D4FC11BAAB}" type="presParOf" srcId="{639663F9-4EEB-C24B-9FEA-2258D5A641D3}" destId="{5E334B45-B618-F741-B8A9-FF9DECAF8963}" srcOrd="0" destOrd="0" presId="urn:microsoft.com/office/officeart/2005/8/layout/hList1"/>
    <dgm:cxn modelId="{D7F4CBB6-4003-254A-93E4-5A1256888AEF}" type="presParOf" srcId="{5E334B45-B618-F741-B8A9-FF9DECAF8963}" destId="{63884A57-DF9F-934A-A764-407E736DDFD9}" srcOrd="0" destOrd="0" presId="urn:microsoft.com/office/officeart/2005/8/layout/hList1"/>
    <dgm:cxn modelId="{EF8E964E-8D9F-1841-A007-91B5B5E8577B}" type="presParOf" srcId="{5E334B45-B618-F741-B8A9-FF9DECAF8963}" destId="{399544F7-2C3A-A34F-9B58-B969AF8DA11B}" srcOrd="1" destOrd="0" presId="urn:microsoft.com/office/officeart/2005/8/layout/hList1"/>
    <dgm:cxn modelId="{6B8A0F66-5B79-944B-86B9-468A0D405816}" type="presParOf" srcId="{639663F9-4EEB-C24B-9FEA-2258D5A641D3}" destId="{1F17828F-FE63-C245-BCFE-D1F688F8A386}" srcOrd="1" destOrd="0" presId="urn:microsoft.com/office/officeart/2005/8/layout/hList1"/>
    <dgm:cxn modelId="{7AEDB800-4F77-8043-A269-734C167AB0E7}" type="presParOf" srcId="{639663F9-4EEB-C24B-9FEA-2258D5A641D3}" destId="{5E90A5FC-2395-E241-A4D0-E969C796C210}" srcOrd="2" destOrd="0" presId="urn:microsoft.com/office/officeart/2005/8/layout/hList1"/>
    <dgm:cxn modelId="{004CD574-8B2E-C545-B42F-174D0C4654DC}" type="presParOf" srcId="{5E90A5FC-2395-E241-A4D0-E969C796C210}" destId="{6D806BA5-735D-4246-9A6C-09AAC4775429}" srcOrd="0" destOrd="0" presId="urn:microsoft.com/office/officeart/2005/8/layout/hList1"/>
    <dgm:cxn modelId="{A2FE1D39-EF2F-044F-9E97-DB8BF3883B52}" type="presParOf" srcId="{5E90A5FC-2395-E241-A4D0-E969C796C210}" destId="{2ED8FAC6-5CA7-FD43-89A4-D411966BB83A}" srcOrd="1" destOrd="0" presId="urn:microsoft.com/office/officeart/2005/8/layout/hList1"/>
    <dgm:cxn modelId="{3AA250CF-52D1-B34C-883D-E2CB05FB7D6C}" type="presParOf" srcId="{639663F9-4EEB-C24B-9FEA-2258D5A641D3}" destId="{E01D5785-F9ED-9947-B160-17BFE2F7C4D4}" srcOrd="3" destOrd="0" presId="urn:microsoft.com/office/officeart/2005/8/layout/hList1"/>
    <dgm:cxn modelId="{EB9355AC-78C9-EB4E-9DC1-F6E2F296E926}" type="presParOf" srcId="{639663F9-4EEB-C24B-9FEA-2258D5A641D3}" destId="{CAC68F66-8F92-8E4B-A9D6-123BE6BA582A}" srcOrd="4" destOrd="0" presId="urn:microsoft.com/office/officeart/2005/8/layout/hList1"/>
    <dgm:cxn modelId="{1588450D-6AE3-4347-83CF-82036BF250DC}" type="presParOf" srcId="{CAC68F66-8F92-8E4B-A9D6-123BE6BA582A}" destId="{689CA4BB-55B9-214C-B94E-74C80736EFD3}" srcOrd="0" destOrd="0" presId="urn:microsoft.com/office/officeart/2005/8/layout/hList1"/>
    <dgm:cxn modelId="{247B3E0A-EFD4-BB46-B032-C3D5E3715B67}" type="presParOf" srcId="{CAC68F66-8F92-8E4B-A9D6-123BE6BA582A}" destId="{6BF22B54-55EF-DD4E-A986-71455C3BAAC9}" srcOrd="1" destOrd="0" presId="urn:microsoft.com/office/officeart/2005/8/layout/hList1"/>
    <dgm:cxn modelId="{27CC6ED5-0075-C64D-A228-FB987225BF02}" type="presParOf" srcId="{639663F9-4EEB-C24B-9FEA-2258D5A641D3}" destId="{B16A9872-053B-004A-AE66-B7635D40BCCB}" srcOrd="5" destOrd="0" presId="urn:microsoft.com/office/officeart/2005/8/layout/hList1"/>
    <dgm:cxn modelId="{70D29B97-2E95-7346-9F82-201AD3A4AAB4}" type="presParOf" srcId="{639663F9-4EEB-C24B-9FEA-2258D5A641D3}" destId="{7595F4F1-71EE-8E4A-9358-691EFC25F0B5}" srcOrd="6" destOrd="0" presId="urn:microsoft.com/office/officeart/2005/8/layout/hList1"/>
    <dgm:cxn modelId="{26B725FB-444D-9C4A-8CA9-5FFC3F7D6430}" type="presParOf" srcId="{7595F4F1-71EE-8E4A-9358-691EFC25F0B5}" destId="{A362302E-0B67-3644-A5A5-0E4D8B9857E0}" srcOrd="0" destOrd="0" presId="urn:microsoft.com/office/officeart/2005/8/layout/hList1"/>
    <dgm:cxn modelId="{D002011B-C255-CB42-B2AC-6A7BB82EA908}" type="presParOf" srcId="{7595F4F1-71EE-8E4A-9358-691EFC25F0B5}" destId="{01E0A990-0046-6140-B0C4-957CFD55B79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45E8723-19AF-1F46-AB50-A80B370B2DD1}" type="doc">
      <dgm:prSet loTypeId="urn:microsoft.com/office/officeart/2005/8/layout/process4" loCatId="relationship" qsTypeId="urn:microsoft.com/office/officeart/2005/8/quickstyle/simple1" qsCatId="simple" csTypeId="urn:microsoft.com/office/officeart/2005/8/colors/accent1_2" csCatId="accent1" phldr="1"/>
      <dgm:spPr/>
      <dgm:t>
        <a:bodyPr/>
        <a:lstStyle/>
        <a:p>
          <a:endParaRPr lang="en-US"/>
        </a:p>
      </dgm:t>
    </dgm:pt>
    <dgm:pt modelId="{F14C38E4-CCD5-6F4F-8F50-345326B5E41F}">
      <dgm:prSet/>
      <dgm:spPr>
        <a:solidFill>
          <a:schemeClr val="tx2">
            <a:lumMod val="50000"/>
          </a:schemeClr>
        </a:solidFill>
      </dgm:spPr>
      <dgm:t>
        <a:bodyPr/>
        <a:lstStyle/>
        <a:p>
          <a:r>
            <a:rPr lang="en-US" dirty="0"/>
            <a:t>What is the function of the behavior?</a:t>
          </a:r>
        </a:p>
      </dgm:t>
    </dgm:pt>
    <dgm:pt modelId="{A63599AE-B327-1841-9CC5-967AB9C9D4CD}" type="parTrans" cxnId="{85B66E99-036B-F647-BB74-76F2751D9FCD}">
      <dgm:prSet/>
      <dgm:spPr/>
      <dgm:t>
        <a:bodyPr/>
        <a:lstStyle/>
        <a:p>
          <a:endParaRPr lang="en-US"/>
        </a:p>
      </dgm:t>
    </dgm:pt>
    <dgm:pt modelId="{C58FBE45-A1EF-A742-AD2B-BF9A70FEBC53}" type="sibTrans" cxnId="{85B66E99-036B-F647-BB74-76F2751D9FCD}">
      <dgm:prSet/>
      <dgm:spPr/>
      <dgm:t>
        <a:bodyPr/>
        <a:lstStyle/>
        <a:p>
          <a:endParaRPr lang="en-US"/>
        </a:p>
      </dgm:t>
    </dgm:pt>
    <dgm:pt modelId="{77929C1B-7E9A-FB4E-9A43-CFDA09B2AEE3}">
      <dgm:prSet/>
      <dgm:spPr>
        <a:solidFill>
          <a:schemeClr val="tx2">
            <a:lumMod val="50000"/>
          </a:schemeClr>
        </a:solidFill>
      </dgm:spPr>
      <dgm:t>
        <a:bodyPr/>
        <a:lstStyle/>
        <a:p>
          <a:r>
            <a:rPr lang="en-US"/>
            <a:t>What will serve as a functional replacement?</a:t>
          </a:r>
        </a:p>
      </dgm:t>
    </dgm:pt>
    <dgm:pt modelId="{F19D450A-4456-6746-92EA-E3267FD38567}" type="parTrans" cxnId="{4337763B-C37E-6C40-8E4E-95C719F18FCB}">
      <dgm:prSet/>
      <dgm:spPr/>
      <dgm:t>
        <a:bodyPr/>
        <a:lstStyle/>
        <a:p>
          <a:endParaRPr lang="en-US"/>
        </a:p>
      </dgm:t>
    </dgm:pt>
    <dgm:pt modelId="{F4608FFB-42C9-E841-B22A-EF328582E2CB}" type="sibTrans" cxnId="{4337763B-C37E-6C40-8E4E-95C719F18FCB}">
      <dgm:prSet/>
      <dgm:spPr/>
      <dgm:t>
        <a:bodyPr/>
        <a:lstStyle/>
        <a:p>
          <a:endParaRPr lang="en-US"/>
        </a:p>
      </dgm:t>
    </dgm:pt>
    <dgm:pt modelId="{44851B4C-7D01-DC42-BDC2-8D17614AB961}">
      <dgm:prSet/>
      <dgm:spPr>
        <a:solidFill>
          <a:schemeClr val="tx2">
            <a:lumMod val="50000"/>
          </a:schemeClr>
        </a:solidFill>
      </dgm:spPr>
      <dgm:t>
        <a:bodyPr/>
        <a:lstStyle/>
        <a:p>
          <a:r>
            <a:rPr lang="en-US"/>
            <a:t>What is the response effort needed?</a:t>
          </a:r>
        </a:p>
      </dgm:t>
    </dgm:pt>
    <dgm:pt modelId="{54D14F01-D5EF-5C4B-8981-ED808DD98C3C}" type="parTrans" cxnId="{C16F07E2-C502-634A-ABD6-AC52136F8D83}">
      <dgm:prSet/>
      <dgm:spPr/>
      <dgm:t>
        <a:bodyPr/>
        <a:lstStyle/>
        <a:p>
          <a:endParaRPr lang="en-US"/>
        </a:p>
      </dgm:t>
    </dgm:pt>
    <dgm:pt modelId="{551E1510-49DF-A24C-85DE-27921BD0DA52}" type="sibTrans" cxnId="{C16F07E2-C502-634A-ABD6-AC52136F8D83}">
      <dgm:prSet/>
      <dgm:spPr/>
      <dgm:t>
        <a:bodyPr/>
        <a:lstStyle/>
        <a:p>
          <a:endParaRPr lang="en-US"/>
        </a:p>
      </dgm:t>
    </dgm:pt>
    <dgm:pt modelId="{3767031A-E525-5248-9435-4FB6A2A0A3A9}">
      <dgm:prSet/>
      <dgm:spPr>
        <a:solidFill>
          <a:schemeClr val="tx2">
            <a:lumMod val="50000"/>
          </a:schemeClr>
        </a:solidFill>
      </dgm:spPr>
      <dgm:t>
        <a:bodyPr/>
        <a:lstStyle/>
        <a:p>
          <a:r>
            <a:rPr lang="en-US"/>
            <a:t>Does the student have the requisite skill to use the replacement behavior?</a:t>
          </a:r>
        </a:p>
      </dgm:t>
    </dgm:pt>
    <dgm:pt modelId="{2688B95E-6BAE-8B48-A553-29C49A2F5A44}" type="parTrans" cxnId="{B353DC75-3E79-B141-9617-513D30162E15}">
      <dgm:prSet/>
      <dgm:spPr/>
      <dgm:t>
        <a:bodyPr/>
        <a:lstStyle/>
        <a:p>
          <a:endParaRPr lang="en-US"/>
        </a:p>
      </dgm:t>
    </dgm:pt>
    <dgm:pt modelId="{853D7D6E-70DD-A949-806C-4A9F91D8F30A}" type="sibTrans" cxnId="{B353DC75-3E79-B141-9617-513D30162E15}">
      <dgm:prSet/>
      <dgm:spPr/>
      <dgm:t>
        <a:bodyPr/>
        <a:lstStyle/>
        <a:p>
          <a:endParaRPr lang="en-US"/>
        </a:p>
      </dgm:t>
    </dgm:pt>
    <dgm:pt modelId="{9F2A53E7-8D97-D34A-9885-53F05485C8C0}">
      <dgm:prSet/>
      <dgm:spPr>
        <a:solidFill>
          <a:schemeClr val="tx2">
            <a:lumMod val="50000"/>
          </a:schemeClr>
        </a:solidFill>
      </dgm:spPr>
      <dgm:t>
        <a:bodyPr/>
        <a:lstStyle/>
        <a:p>
          <a:r>
            <a:rPr lang="en-US"/>
            <a:t>Is the student motivated to use the replacement behavior</a:t>
          </a:r>
        </a:p>
      </dgm:t>
    </dgm:pt>
    <dgm:pt modelId="{CAB049E4-DE1A-4142-B17A-BA24E10EC6C6}" type="parTrans" cxnId="{B2D86476-1626-D546-BE9E-8EB49EE486A2}">
      <dgm:prSet/>
      <dgm:spPr/>
      <dgm:t>
        <a:bodyPr/>
        <a:lstStyle/>
        <a:p>
          <a:endParaRPr lang="en-US"/>
        </a:p>
      </dgm:t>
    </dgm:pt>
    <dgm:pt modelId="{26FEFF8C-018C-B840-A28D-2E1FCFED2A93}" type="sibTrans" cxnId="{B2D86476-1626-D546-BE9E-8EB49EE486A2}">
      <dgm:prSet/>
      <dgm:spPr/>
      <dgm:t>
        <a:bodyPr/>
        <a:lstStyle/>
        <a:p>
          <a:endParaRPr lang="en-US"/>
        </a:p>
      </dgm:t>
    </dgm:pt>
    <dgm:pt modelId="{8869B38C-CE50-1E4D-BA3D-617F26B58DBB}" type="pres">
      <dgm:prSet presAssocID="{D45E8723-19AF-1F46-AB50-A80B370B2DD1}" presName="Name0" presStyleCnt="0">
        <dgm:presLayoutVars>
          <dgm:dir/>
          <dgm:animLvl val="lvl"/>
          <dgm:resizeHandles val="exact"/>
        </dgm:presLayoutVars>
      </dgm:prSet>
      <dgm:spPr/>
    </dgm:pt>
    <dgm:pt modelId="{48ADA123-FBCB-2A4E-B434-8604C1062B45}" type="pres">
      <dgm:prSet presAssocID="{9F2A53E7-8D97-D34A-9885-53F05485C8C0}" presName="boxAndChildren" presStyleCnt="0"/>
      <dgm:spPr/>
    </dgm:pt>
    <dgm:pt modelId="{47A07A10-6623-FB44-B0FE-41C277CF05BF}" type="pres">
      <dgm:prSet presAssocID="{9F2A53E7-8D97-D34A-9885-53F05485C8C0}" presName="parentTextBox" presStyleLbl="node1" presStyleIdx="0" presStyleCnt="5"/>
      <dgm:spPr/>
    </dgm:pt>
    <dgm:pt modelId="{D45E8355-061E-C44F-BECF-B4833F058575}" type="pres">
      <dgm:prSet presAssocID="{853D7D6E-70DD-A949-806C-4A9F91D8F30A}" presName="sp" presStyleCnt="0"/>
      <dgm:spPr/>
    </dgm:pt>
    <dgm:pt modelId="{E46F2BCC-61B5-3B44-96AE-58E5AAA19FDB}" type="pres">
      <dgm:prSet presAssocID="{3767031A-E525-5248-9435-4FB6A2A0A3A9}" presName="arrowAndChildren" presStyleCnt="0"/>
      <dgm:spPr/>
    </dgm:pt>
    <dgm:pt modelId="{8FEC8128-FB46-DA4F-9F73-63495EEE5F9A}" type="pres">
      <dgm:prSet presAssocID="{3767031A-E525-5248-9435-4FB6A2A0A3A9}" presName="parentTextArrow" presStyleLbl="node1" presStyleIdx="1" presStyleCnt="5"/>
      <dgm:spPr/>
    </dgm:pt>
    <dgm:pt modelId="{CB9AB358-F126-094C-AC6E-616181B258BA}" type="pres">
      <dgm:prSet presAssocID="{551E1510-49DF-A24C-85DE-27921BD0DA52}" presName="sp" presStyleCnt="0"/>
      <dgm:spPr/>
    </dgm:pt>
    <dgm:pt modelId="{7A96F40A-26B4-624C-9BE0-0B3200F9D1DE}" type="pres">
      <dgm:prSet presAssocID="{44851B4C-7D01-DC42-BDC2-8D17614AB961}" presName="arrowAndChildren" presStyleCnt="0"/>
      <dgm:spPr/>
    </dgm:pt>
    <dgm:pt modelId="{4F64F372-4407-5C40-9260-148CB906E26D}" type="pres">
      <dgm:prSet presAssocID="{44851B4C-7D01-DC42-BDC2-8D17614AB961}" presName="parentTextArrow" presStyleLbl="node1" presStyleIdx="2" presStyleCnt="5"/>
      <dgm:spPr/>
    </dgm:pt>
    <dgm:pt modelId="{56FAD40C-E14D-024E-9F10-11273A2BE5AA}" type="pres">
      <dgm:prSet presAssocID="{F4608FFB-42C9-E841-B22A-EF328582E2CB}" presName="sp" presStyleCnt="0"/>
      <dgm:spPr/>
    </dgm:pt>
    <dgm:pt modelId="{BCEC7FF0-7F94-374E-9EFF-ED396AC58E99}" type="pres">
      <dgm:prSet presAssocID="{77929C1B-7E9A-FB4E-9A43-CFDA09B2AEE3}" presName="arrowAndChildren" presStyleCnt="0"/>
      <dgm:spPr/>
    </dgm:pt>
    <dgm:pt modelId="{F2460274-C7A8-F644-9D8A-D5FA7ABEA871}" type="pres">
      <dgm:prSet presAssocID="{77929C1B-7E9A-FB4E-9A43-CFDA09B2AEE3}" presName="parentTextArrow" presStyleLbl="node1" presStyleIdx="3" presStyleCnt="5"/>
      <dgm:spPr/>
    </dgm:pt>
    <dgm:pt modelId="{7BF70843-B310-444B-AFB1-195B119FCA7C}" type="pres">
      <dgm:prSet presAssocID="{C58FBE45-A1EF-A742-AD2B-BF9A70FEBC53}" presName="sp" presStyleCnt="0"/>
      <dgm:spPr/>
    </dgm:pt>
    <dgm:pt modelId="{329E2D2D-C999-014C-9282-DF371C124A24}" type="pres">
      <dgm:prSet presAssocID="{F14C38E4-CCD5-6F4F-8F50-345326B5E41F}" presName="arrowAndChildren" presStyleCnt="0"/>
      <dgm:spPr/>
    </dgm:pt>
    <dgm:pt modelId="{9A1AC080-B68B-FF4D-8272-32EFA2DA4660}" type="pres">
      <dgm:prSet presAssocID="{F14C38E4-CCD5-6F4F-8F50-345326B5E41F}" presName="parentTextArrow" presStyleLbl="node1" presStyleIdx="4" presStyleCnt="5"/>
      <dgm:spPr/>
    </dgm:pt>
  </dgm:ptLst>
  <dgm:cxnLst>
    <dgm:cxn modelId="{5C087906-F0E4-3A4E-9DDE-D83388D26E06}" type="presOf" srcId="{9F2A53E7-8D97-D34A-9885-53F05485C8C0}" destId="{47A07A10-6623-FB44-B0FE-41C277CF05BF}" srcOrd="0" destOrd="0" presId="urn:microsoft.com/office/officeart/2005/8/layout/process4"/>
    <dgm:cxn modelId="{D3C4F31D-BCD8-FB41-9A87-3CA516812E1D}" type="presOf" srcId="{77929C1B-7E9A-FB4E-9A43-CFDA09B2AEE3}" destId="{F2460274-C7A8-F644-9D8A-D5FA7ABEA871}" srcOrd="0" destOrd="0" presId="urn:microsoft.com/office/officeart/2005/8/layout/process4"/>
    <dgm:cxn modelId="{4337763B-C37E-6C40-8E4E-95C719F18FCB}" srcId="{D45E8723-19AF-1F46-AB50-A80B370B2DD1}" destId="{77929C1B-7E9A-FB4E-9A43-CFDA09B2AEE3}" srcOrd="1" destOrd="0" parTransId="{F19D450A-4456-6746-92EA-E3267FD38567}" sibTransId="{F4608FFB-42C9-E841-B22A-EF328582E2CB}"/>
    <dgm:cxn modelId="{A47A4348-1C0C-9C47-8FB9-71234B8ECB80}" type="presOf" srcId="{F14C38E4-CCD5-6F4F-8F50-345326B5E41F}" destId="{9A1AC080-B68B-FF4D-8272-32EFA2DA4660}" srcOrd="0" destOrd="0" presId="urn:microsoft.com/office/officeart/2005/8/layout/process4"/>
    <dgm:cxn modelId="{E5A37B6B-00DB-8E40-AC23-0C5DDC242367}" type="presOf" srcId="{44851B4C-7D01-DC42-BDC2-8D17614AB961}" destId="{4F64F372-4407-5C40-9260-148CB906E26D}" srcOrd="0" destOrd="0" presId="urn:microsoft.com/office/officeart/2005/8/layout/process4"/>
    <dgm:cxn modelId="{B353DC75-3E79-B141-9617-513D30162E15}" srcId="{D45E8723-19AF-1F46-AB50-A80B370B2DD1}" destId="{3767031A-E525-5248-9435-4FB6A2A0A3A9}" srcOrd="3" destOrd="0" parTransId="{2688B95E-6BAE-8B48-A553-29C49A2F5A44}" sibTransId="{853D7D6E-70DD-A949-806C-4A9F91D8F30A}"/>
    <dgm:cxn modelId="{B2D86476-1626-D546-BE9E-8EB49EE486A2}" srcId="{D45E8723-19AF-1F46-AB50-A80B370B2DD1}" destId="{9F2A53E7-8D97-D34A-9885-53F05485C8C0}" srcOrd="4" destOrd="0" parTransId="{CAB049E4-DE1A-4142-B17A-BA24E10EC6C6}" sibTransId="{26FEFF8C-018C-B840-A28D-2E1FCFED2A93}"/>
    <dgm:cxn modelId="{85B66E99-036B-F647-BB74-76F2751D9FCD}" srcId="{D45E8723-19AF-1F46-AB50-A80B370B2DD1}" destId="{F14C38E4-CCD5-6F4F-8F50-345326B5E41F}" srcOrd="0" destOrd="0" parTransId="{A63599AE-B327-1841-9CC5-967AB9C9D4CD}" sibTransId="{C58FBE45-A1EF-A742-AD2B-BF9A70FEBC53}"/>
    <dgm:cxn modelId="{69E4AFB1-7034-044C-B227-C6C925AFC724}" type="presOf" srcId="{3767031A-E525-5248-9435-4FB6A2A0A3A9}" destId="{8FEC8128-FB46-DA4F-9F73-63495EEE5F9A}" srcOrd="0" destOrd="0" presId="urn:microsoft.com/office/officeart/2005/8/layout/process4"/>
    <dgm:cxn modelId="{C16F07E2-C502-634A-ABD6-AC52136F8D83}" srcId="{D45E8723-19AF-1F46-AB50-A80B370B2DD1}" destId="{44851B4C-7D01-DC42-BDC2-8D17614AB961}" srcOrd="2" destOrd="0" parTransId="{54D14F01-D5EF-5C4B-8981-ED808DD98C3C}" sibTransId="{551E1510-49DF-A24C-85DE-27921BD0DA52}"/>
    <dgm:cxn modelId="{7F771FFD-9B71-2148-9E6D-371FA9C98F0E}" type="presOf" srcId="{D45E8723-19AF-1F46-AB50-A80B370B2DD1}" destId="{8869B38C-CE50-1E4D-BA3D-617F26B58DBB}" srcOrd="0" destOrd="0" presId="urn:microsoft.com/office/officeart/2005/8/layout/process4"/>
    <dgm:cxn modelId="{A6055C6B-9933-F640-BDA5-C605ABD67913}" type="presParOf" srcId="{8869B38C-CE50-1E4D-BA3D-617F26B58DBB}" destId="{48ADA123-FBCB-2A4E-B434-8604C1062B45}" srcOrd="0" destOrd="0" presId="urn:microsoft.com/office/officeart/2005/8/layout/process4"/>
    <dgm:cxn modelId="{48313543-F112-1F44-BDAA-F782A051267C}" type="presParOf" srcId="{48ADA123-FBCB-2A4E-B434-8604C1062B45}" destId="{47A07A10-6623-FB44-B0FE-41C277CF05BF}" srcOrd="0" destOrd="0" presId="urn:microsoft.com/office/officeart/2005/8/layout/process4"/>
    <dgm:cxn modelId="{7FF3C955-579B-344C-9F55-87121241A4CB}" type="presParOf" srcId="{8869B38C-CE50-1E4D-BA3D-617F26B58DBB}" destId="{D45E8355-061E-C44F-BECF-B4833F058575}" srcOrd="1" destOrd="0" presId="urn:microsoft.com/office/officeart/2005/8/layout/process4"/>
    <dgm:cxn modelId="{BBE1CACC-EB9A-924E-8315-129AABBCCABE}" type="presParOf" srcId="{8869B38C-CE50-1E4D-BA3D-617F26B58DBB}" destId="{E46F2BCC-61B5-3B44-96AE-58E5AAA19FDB}" srcOrd="2" destOrd="0" presId="urn:microsoft.com/office/officeart/2005/8/layout/process4"/>
    <dgm:cxn modelId="{EA8A5F4D-9E45-7A49-90E8-AA4EF6C1609F}" type="presParOf" srcId="{E46F2BCC-61B5-3B44-96AE-58E5AAA19FDB}" destId="{8FEC8128-FB46-DA4F-9F73-63495EEE5F9A}" srcOrd="0" destOrd="0" presId="urn:microsoft.com/office/officeart/2005/8/layout/process4"/>
    <dgm:cxn modelId="{B8460341-17BB-C946-93B6-FE046ACE2940}" type="presParOf" srcId="{8869B38C-CE50-1E4D-BA3D-617F26B58DBB}" destId="{CB9AB358-F126-094C-AC6E-616181B258BA}" srcOrd="3" destOrd="0" presId="urn:microsoft.com/office/officeart/2005/8/layout/process4"/>
    <dgm:cxn modelId="{4D948AA1-190A-D648-A0E3-47B43C291594}" type="presParOf" srcId="{8869B38C-CE50-1E4D-BA3D-617F26B58DBB}" destId="{7A96F40A-26B4-624C-9BE0-0B3200F9D1DE}" srcOrd="4" destOrd="0" presId="urn:microsoft.com/office/officeart/2005/8/layout/process4"/>
    <dgm:cxn modelId="{A467B176-2575-274C-84B4-0994B3F25642}" type="presParOf" srcId="{7A96F40A-26B4-624C-9BE0-0B3200F9D1DE}" destId="{4F64F372-4407-5C40-9260-148CB906E26D}" srcOrd="0" destOrd="0" presId="urn:microsoft.com/office/officeart/2005/8/layout/process4"/>
    <dgm:cxn modelId="{35D6F42E-E08C-4642-871E-1C96D739BEE9}" type="presParOf" srcId="{8869B38C-CE50-1E4D-BA3D-617F26B58DBB}" destId="{56FAD40C-E14D-024E-9F10-11273A2BE5AA}" srcOrd="5" destOrd="0" presId="urn:microsoft.com/office/officeart/2005/8/layout/process4"/>
    <dgm:cxn modelId="{524BD646-B298-D84D-B383-8420CCEECE99}" type="presParOf" srcId="{8869B38C-CE50-1E4D-BA3D-617F26B58DBB}" destId="{BCEC7FF0-7F94-374E-9EFF-ED396AC58E99}" srcOrd="6" destOrd="0" presId="urn:microsoft.com/office/officeart/2005/8/layout/process4"/>
    <dgm:cxn modelId="{E2C68B74-9D91-5D45-A427-16563B7F3285}" type="presParOf" srcId="{BCEC7FF0-7F94-374E-9EFF-ED396AC58E99}" destId="{F2460274-C7A8-F644-9D8A-D5FA7ABEA871}" srcOrd="0" destOrd="0" presId="urn:microsoft.com/office/officeart/2005/8/layout/process4"/>
    <dgm:cxn modelId="{C49F8213-EC1F-D448-BA7C-5B2250110E46}" type="presParOf" srcId="{8869B38C-CE50-1E4D-BA3D-617F26B58DBB}" destId="{7BF70843-B310-444B-AFB1-195B119FCA7C}" srcOrd="7" destOrd="0" presId="urn:microsoft.com/office/officeart/2005/8/layout/process4"/>
    <dgm:cxn modelId="{DDB15D94-BCB1-4A45-AFFD-42E49E137857}" type="presParOf" srcId="{8869B38C-CE50-1E4D-BA3D-617F26B58DBB}" destId="{329E2D2D-C999-014C-9282-DF371C124A24}" srcOrd="8" destOrd="0" presId="urn:microsoft.com/office/officeart/2005/8/layout/process4"/>
    <dgm:cxn modelId="{4478C303-8A70-C547-9BB6-80F44ABF4445}" type="presParOf" srcId="{329E2D2D-C999-014C-9282-DF371C124A24}" destId="{9A1AC080-B68B-FF4D-8272-32EFA2DA4660}"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097E1CC-9AC9-934F-90A4-7953F491013D}" type="doc">
      <dgm:prSet loTypeId="urn:microsoft.com/office/officeart/2005/8/layout/lProcess2" loCatId="" qsTypeId="urn:microsoft.com/office/officeart/2005/8/quickstyle/simple1" qsCatId="simple" csTypeId="urn:microsoft.com/office/officeart/2005/8/colors/colorful3" csCatId="colorful" phldr="1"/>
      <dgm:spPr/>
      <dgm:t>
        <a:bodyPr/>
        <a:lstStyle/>
        <a:p>
          <a:endParaRPr lang="en-US"/>
        </a:p>
      </dgm:t>
    </dgm:pt>
    <dgm:pt modelId="{74E40727-4157-4548-A38E-D7FF7C316C3C}">
      <dgm:prSet phldrT="[Text]"/>
      <dgm:spPr/>
      <dgm:t>
        <a:bodyPr/>
        <a:lstStyle/>
        <a:p>
          <a:r>
            <a:rPr lang="en-US" dirty="0"/>
            <a:t>Escape</a:t>
          </a:r>
        </a:p>
      </dgm:t>
    </dgm:pt>
    <dgm:pt modelId="{F158119D-D7DA-4649-87AA-687E4601B0AF}" type="parTrans" cxnId="{128819EF-9499-2344-9FB8-39E57B240563}">
      <dgm:prSet/>
      <dgm:spPr/>
      <dgm:t>
        <a:bodyPr/>
        <a:lstStyle/>
        <a:p>
          <a:endParaRPr lang="en-US"/>
        </a:p>
      </dgm:t>
    </dgm:pt>
    <dgm:pt modelId="{65BE5860-81B5-6B41-A297-5E76DD1CB76F}" type="sibTrans" cxnId="{128819EF-9499-2344-9FB8-39E57B240563}">
      <dgm:prSet/>
      <dgm:spPr/>
      <dgm:t>
        <a:bodyPr/>
        <a:lstStyle/>
        <a:p>
          <a:endParaRPr lang="en-US"/>
        </a:p>
      </dgm:t>
    </dgm:pt>
    <dgm:pt modelId="{E8125780-1E36-5547-85D0-87144AFE8D91}">
      <dgm:prSet phldrT="[Text]"/>
      <dgm:spPr>
        <a:solidFill>
          <a:schemeClr val="accent3">
            <a:lumMod val="75000"/>
          </a:schemeClr>
        </a:solidFill>
      </dgm:spPr>
      <dgm:t>
        <a:bodyPr/>
        <a:lstStyle/>
        <a:p>
          <a:r>
            <a:rPr lang="en-US" dirty="0"/>
            <a:t>Modify task difficulty</a:t>
          </a:r>
        </a:p>
      </dgm:t>
    </dgm:pt>
    <dgm:pt modelId="{635E7187-1C77-5744-9711-A2C348C6C4AE}" type="parTrans" cxnId="{5639B55A-E39B-A44D-985C-5C8F66871B9B}">
      <dgm:prSet/>
      <dgm:spPr/>
      <dgm:t>
        <a:bodyPr/>
        <a:lstStyle/>
        <a:p>
          <a:endParaRPr lang="en-US"/>
        </a:p>
      </dgm:t>
    </dgm:pt>
    <dgm:pt modelId="{0F679905-01C8-3047-A4C9-2970B98652F6}" type="sibTrans" cxnId="{5639B55A-E39B-A44D-985C-5C8F66871B9B}">
      <dgm:prSet/>
      <dgm:spPr/>
      <dgm:t>
        <a:bodyPr/>
        <a:lstStyle/>
        <a:p>
          <a:endParaRPr lang="en-US"/>
        </a:p>
      </dgm:t>
    </dgm:pt>
    <dgm:pt modelId="{BFB990F9-9C47-8F44-9430-AE400B2AF31C}">
      <dgm:prSet phldrT="[Text]"/>
      <dgm:spPr>
        <a:solidFill>
          <a:schemeClr val="accent3">
            <a:lumMod val="75000"/>
          </a:schemeClr>
        </a:solidFill>
      </dgm:spPr>
      <dgm:t>
        <a:bodyPr/>
        <a:lstStyle/>
        <a:p>
          <a:r>
            <a:rPr lang="en-US" dirty="0"/>
            <a:t>Provide breaks</a:t>
          </a:r>
        </a:p>
      </dgm:t>
    </dgm:pt>
    <dgm:pt modelId="{8EFBBB61-94F6-3A42-8E5F-1CBA901BDA55}" type="parTrans" cxnId="{607B197E-923C-B44D-9C92-C21D366AFBC3}">
      <dgm:prSet/>
      <dgm:spPr/>
      <dgm:t>
        <a:bodyPr/>
        <a:lstStyle/>
        <a:p>
          <a:endParaRPr lang="en-US"/>
        </a:p>
      </dgm:t>
    </dgm:pt>
    <dgm:pt modelId="{533982BF-8A7A-8A46-BAE5-72E9EAAAC4A6}" type="sibTrans" cxnId="{607B197E-923C-B44D-9C92-C21D366AFBC3}">
      <dgm:prSet/>
      <dgm:spPr/>
      <dgm:t>
        <a:bodyPr/>
        <a:lstStyle/>
        <a:p>
          <a:endParaRPr lang="en-US"/>
        </a:p>
      </dgm:t>
    </dgm:pt>
    <dgm:pt modelId="{ECB7CFD4-A216-004D-9C13-92A4039F47A6}">
      <dgm:prSet phldrT="[Text]"/>
      <dgm:spPr/>
      <dgm:t>
        <a:bodyPr/>
        <a:lstStyle/>
        <a:p>
          <a:r>
            <a:rPr lang="en-US" dirty="0"/>
            <a:t>Attention</a:t>
          </a:r>
        </a:p>
      </dgm:t>
    </dgm:pt>
    <dgm:pt modelId="{65DA2FE3-1929-274E-827D-214944F6B861}" type="parTrans" cxnId="{D89E6258-88F8-BA4D-B540-60C2E1FFEC30}">
      <dgm:prSet/>
      <dgm:spPr/>
      <dgm:t>
        <a:bodyPr/>
        <a:lstStyle/>
        <a:p>
          <a:endParaRPr lang="en-US"/>
        </a:p>
      </dgm:t>
    </dgm:pt>
    <dgm:pt modelId="{C063F333-C8CA-C74C-8C69-DCFE4E7B0123}" type="sibTrans" cxnId="{D89E6258-88F8-BA4D-B540-60C2E1FFEC30}">
      <dgm:prSet/>
      <dgm:spPr/>
      <dgm:t>
        <a:bodyPr/>
        <a:lstStyle/>
        <a:p>
          <a:endParaRPr lang="en-US"/>
        </a:p>
      </dgm:t>
    </dgm:pt>
    <dgm:pt modelId="{E1A5045E-CD7F-1445-96A8-D69847BE11C2}">
      <dgm:prSet phldrT="[Text]"/>
      <dgm:spPr>
        <a:solidFill>
          <a:schemeClr val="accent6">
            <a:lumMod val="50000"/>
          </a:schemeClr>
        </a:solidFill>
      </dgm:spPr>
      <dgm:t>
        <a:bodyPr/>
        <a:lstStyle/>
        <a:p>
          <a:r>
            <a:rPr lang="en-US" dirty="0"/>
            <a:t>Planned ignoring</a:t>
          </a:r>
        </a:p>
      </dgm:t>
    </dgm:pt>
    <dgm:pt modelId="{28E61B56-0082-D246-A28E-F0AD6C7835C9}" type="parTrans" cxnId="{5B2C4BCB-C5E5-194C-8C18-3B8388EF9AF0}">
      <dgm:prSet/>
      <dgm:spPr/>
      <dgm:t>
        <a:bodyPr/>
        <a:lstStyle/>
        <a:p>
          <a:endParaRPr lang="en-US"/>
        </a:p>
      </dgm:t>
    </dgm:pt>
    <dgm:pt modelId="{9A6ED266-10EB-9F4B-8920-55A90AFCF863}" type="sibTrans" cxnId="{5B2C4BCB-C5E5-194C-8C18-3B8388EF9AF0}">
      <dgm:prSet/>
      <dgm:spPr/>
      <dgm:t>
        <a:bodyPr/>
        <a:lstStyle/>
        <a:p>
          <a:endParaRPr lang="en-US"/>
        </a:p>
      </dgm:t>
    </dgm:pt>
    <dgm:pt modelId="{94F52860-16AE-4044-BD7C-D93E74785F68}">
      <dgm:prSet phldrT="[Text]"/>
      <dgm:spPr>
        <a:solidFill>
          <a:schemeClr val="accent6">
            <a:lumMod val="50000"/>
          </a:schemeClr>
        </a:solidFill>
      </dgm:spPr>
      <dgm:t>
        <a:bodyPr/>
        <a:lstStyle/>
        <a:p>
          <a:r>
            <a:rPr lang="en-US" dirty="0"/>
            <a:t>Provide attention proactively</a:t>
          </a:r>
        </a:p>
      </dgm:t>
    </dgm:pt>
    <dgm:pt modelId="{6E2A517E-48E2-0A4B-84B5-177DC7CEA444}" type="parTrans" cxnId="{364CA5C1-7EC8-214F-BFF5-D88C1FE48EA5}">
      <dgm:prSet/>
      <dgm:spPr/>
      <dgm:t>
        <a:bodyPr/>
        <a:lstStyle/>
        <a:p>
          <a:endParaRPr lang="en-US"/>
        </a:p>
      </dgm:t>
    </dgm:pt>
    <dgm:pt modelId="{C4EEFB65-2FCE-AC4D-BF86-4EA85C68FB3E}" type="sibTrans" cxnId="{364CA5C1-7EC8-214F-BFF5-D88C1FE48EA5}">
      <dgm:prSet/>
      <dgm:spPr/>
      <dgm:t>
        <a:bodyPr/>
        <a:lstStyle/>
        <a:p>
          <a:endParaRPr lang="en-US"/>
        </a:p>
      </dgm:t>
    </dgm:pt>
    <dgm:pt modelId="{72FAD5BB-B694-5F4A-93F8-5031261E0198}">
      <dgm:prSet phldrT="[Text]"/>
      <dgm:spPr/>
      <dgm:t>
        <a:bodyPr/>
        <a:lstStyle/>
        <a:p>
          <a:r>
            <a:rPr lang="en-US" dirty="0"/>
            <a:t>Tangible</a:t>
          </a:r>
        </a:p>
      </dgm:t>
    </dgm:pt>
    <dgm:pt modelId="{ECAE34A0-95A3-B84B-AB89-CA1B2A33093B}" type="parTrans" cxnId="{F39BE8A4-7EC9-3447-BFC1-76F40126AD1A}">
      <dgm:prSet/>
      <dgm:spPr/>
      <dgm:t>
        <a:bodyPr/>
        <a:lstStyle/>
        <a:p>
          <a:endParaRPr lang="en-US"/>
        </a:p>
      </dgm:t>
    </dgm:pt>
    <dgm:pt modelId="{C3FDDFFE-7433-244E-B2E1-B6597A1FA507}" type="sibTrans" cxnId="{F39BE8A4-7EC9-3447-BFC1-76F40126AD1A}">
      <dgm:prSet/>
      <dgm:spPr/>
      <dgm:t>
        <a:bodyPr/>
        <a:lstStyle/>
        <a:p>
          <a:endParaRPr lang="en-US"/>
        </a:p>
      </dgm:t>
    </dgm:pt>
    <dgm:pt modelId="{994ED7A9-DA48-0645-893A-45566ECB677E}">
      <dgm:prSet phldrT="[Text]"/>
      <dgm:spPr>
        <a:solidFill>
          <a:schemeClr val="accent5">
            <a:lumMod val="50000"/>
          </a:schemeClr>
        </a:solidFill>
      </dgm:spPr>
      <dgm:t>
        <a:bodyPr/>
        <a:lstStyle/>
        <a:p>
          <a:r>
            <a:rPr lang="en-US" dirty="0"/>
            <a:t>Teach how to ask for things</a:t>
          </a:r>
        </a:p>
      </dgm:t>
    </dgm:pt>
    <dgm:pt modelId="{7C7E91A9-BBEC-3F4D-97CE-15C3E5BF7813}" type="parTrans" cxnId="{B95AB191-418F-8241-94D2-0B45D0F1F113}">
      <dgm:prSet/>
      <dgm:spPr/>
      <dgm:t>
        <a:bodyPr/>
        <a:lstStyle/>
        <a:p>
          <a:endParaRPr lang="en-US"/>
        </a:p>
      </dgm:t>
    </dgm:pt>
    <dgm:pt modelId="{29350191-BC6E-5A46-A71A-E26BE341966C}" type="sibTrans" cxnId="{B95AB191-418F-8241-94D2-0B45D0F1F113}">
      <dgm:prSet/>
      <dgm:spPr/>
      <dgm:t>
        <a:bodyPr/>
        <a:lstStyle/>
        <a:p>
          <a:endParaRPr lang="en-US"/>
        </a:p>
      </dgm:t>
    </dgm:pt>
    <dgm:pt modelId="{56CC0905-0A60-344F-A5BC-D902310EC603}">
      <dgm:prSet phldrT="[Text]"/>
      <dgm:spPr>
        <a:solidFill>
          <a:schemeClr val="accent5">
            <a:lumMod val="50000"/>
          </a:schemeClr>
        </a:solidFill>
      </dgm:spPr>
      <dgm:t>
        <a:bodyPr/>
        <a:lstStyle/>
        <a:p>
          <a:r>
            <a:rPr lang="en-US" dirty="0"/>
            <a:t>Visual aids</a:t>
          </a:r>
        </a:p>
      </dgm:t>
    </dgm:pt>
    <dgm:pt modelId="{5C6304F5-B9D8-4A46-8890-52E91F881849}" type="parTrans" cxnId="{98240D57-F042-A44D-9B61-1C5FEA738FB6}">
      <dgm:prSet/>
      <dgm:spPr/>
      <dgm:t>
        <a:bodyPr/>
        <a:lstStyle/>
        <a:p>
          <a:endParaRPr lang="en-US"/>
        </a:p>
      </dgm:t>
    </dgm:pt>
    <dgm:pt modelId="{79020445-22C7-9145-BE3A-A484E928303C}" type="sibTrans" cxnId="{98240D57-F042-A44D-9B61-1C5FEA738FB6}">
      <dgm:prSet/>
      <dgm:spPr/>
      <dgm:t>
        <a:bodyPr/>
        <a:lstStyle/>
        <a:p>
          <a:endParaRPr lang="en-US"/>
        </a:p>
      </dgm:t>
    </dgm:pt>
    <dgm:pt modelId="{D32A2165-8786-8B4F-A268-72B14B8240A2}">
      <dgm:prSet phldrT="[Text]"/>
      <dgm:spPr/>
      <dgm:t>
        <a:bodyPr/>
        <a:lstStyle/>
        <a:p>
          <a:r>
            <a:rPr lang="en-US" dirty="0"/>
            <a:t>Sensor</a:t>
          </a:r>
        </a:p>
      </dgm:t>
    </dgm:pt>
    <dgm:pt modelId="{116A2B0C-5A72-794D-805E-FA9CDC8EA2CB}" type="parTrans" cxnId="{12FE2F04-9C12-9041-A503-F6119E44115B}">
      <dgm:prSet/>
      <dgm:spPr/>
      <dgm:t>
        <a:bodyPr/>
        <a:lstStyle/>
        <a:p>
          <a:endParaRPr lang="en-US"/>
        </a:p>
      </dgm:t>
    </dgm:pt>
    <dgm:pt modelId="{C7A7C6DD-BB40-4E45-ABF2-9C0A6FAED1E0}" type="sibTrans" cxnId="{12FE2F04-9C12-9041-A503-F6119E44115B}">
      <dgm:prSet/>
      <dgm:spPr/>
      <dgm:t>
        <a:bodyPr/>
        <a:lstStyle/>
        <a:p>
          <a:endParaRPr lang="en-US"/>
        </a:p>
      </dgm:t>
    </dgm:pt>
    <dgm:pt modelId="{FE53E4E9-B9DD-6C4D-A2D9-19AC5BAC0CA0}">
      <dgm:prSet phldrT="[Text]"/>
      <dgm:spPr>
        <a:solidFill>
          <a:schemeClr val="accent1">
            <a:lumMod val="50000"/>
          </a:schemeClr>
        </a:solidFill>
      </dgm:spPr>
      <dgm:t>
        <a:bodyPr/>
        <a:lstStyle/>
        <a:p>
          <a:r>
            <a:rPr lang="en-US" dirty="0"/>
            <a:t>Modify environment to manage stimuli</a:t>
          </a:r>
        </a:p>
      </dgm:t>
    </dgm:pt>
    <dgm:pt modelId="{642BC2E0-3840-114D-9711-EAE7C2A3F2E4}" type="parTrans" cxnId="{BE297F63-29CA-5D45-B2EA-53B39A41A7BA}">
      <dgm:prSet/>
      <dgm:spPr/>
      <dgm:t>
        <a:bodyPr/>
        <a:lstStyle/>
        <a:p>
          <a:endParaRPr lang="en-US"/>
        </a:p>
      </dgm:t>
    </dgm:pt>
    <dgm:pt modelId="{D49E2798-CA41-B347-BE43-A87CE84FAE11}" type="sibTrans" cxnId="{BE297F63-29CA-5D45-B2EA-53B39A41A7BA}">
      <dgm:prSet/>
      <dgm:spPr/>
      <dgm:t>
        <a:bodyPr/>
        <a:lstStyle/>
        <a:p>
          <a:endParaRPr lang="en-US"/>
        </a:p>
      </dgm:t>
    </dgm:pt>
    <dgm:pt modelId="{45F3E7F5-7701-584E-82FC-6CB05C382C76}">
      <dgm:prSet phldrT="[Text]"/>
      <dgm:spPr>
        <a:solidFill>
          <a:schemeClr val="accent1">
            <a:lumMod val="50000"/>
          </a:schemeClr>
        </a:solidFill>
      </dgm:spPr>
      <dgm:t>
        <a:bodyPr/>
        <a:lstStyle/>
        <a:p>
          <a:r>
            <a:rPr lang="en-US" dirty="0"/>
            <a:t>Build in regulation</a:t>
          </a:r>
        </a:p>
        <a:p>
          <a:endParaRPr lang="en-US" dirty="0"/>
        </a:p>
      </dgm:t>
    </dgm:pt>
    <dgm:pt modelId="{3A2A6217-63B5-5944-9F0B-84904EADD5F8}" type="parTrans" cxnId="{EED596AB-82AA-1C4D-AAE1-D72D7528FA83}">
      <dgm:prSet/>
      <dgm:spPr/>
      <dgm:t>
        <a:bodyPr/>
        <a:lstStyle/>
        <a:p>
          <a:endParaRPr lang="en-US"/>
        </a:p>
      </dgm:t>
    </dgm:pt>
    <dgm:pt modelId="{2AF8EECE-3E40-D343-A53C-91F93BAFEC60}" type="sibTrans" cxnId="{EED596AB-82AA-1C4D-AAE1-D72D7528FA83}">
      <dgm:prSet/>
      <dgm:spPr/>
      <dgm:t>
        <a:bodyPr/>
        <a:lstStyle/>
        <a:p>
          <a:endParaRPr lang="en-US"/>
        </a:p>
      </dgm:t>
    </dgm:pt>
    <dgm:pt modelId="{68880A9B-0C1B-8C40-B038-B9FFFDAA5B1A}" type="pres">
      <dgm:prSet presAssocID="{7097E1CC-9AC9-934F-90A4-7953F491013D}" presName="theList" presStyleCnt="0">
        <dgm:presLayoutVars>
          <dgm:dir/>
          <dgm:animLvl val="lvl"/>
          <dgm:resizeHandles val="exact"/>
        </dgm:presLayoutVars>
      </dgm:prSet>
      <dgm:spPr/>
    </dgm:pt>
    <dgm:pt modelId="{FD5616D2-A613-6746-9FBA-F46F8ECAEF2F}" type="pres">
      <dgm:prSet presAssocID="{74E40727-4157-4548-A38E-D7FF7C316C3C}" presName="compNode" presStyleCnt="0"/>
      <dgm:spPr/>
    </dgm:pt>
    <dgm:pt modelId="{169A2EA1-FB6E-B043-A4E9-B8E11835E5AC}" type="pres">
      <dgm:prSet presAssocID="{74E40727-4157-4548-A38E-D7FF7C316C3C}" presName="aNode" presStyleLbl="bgShp" presStyleIdx="0" presStyleCnt="4"/>
      <dgm:spPr/>
    </dgm:pt>
    <dgm:pt modelId="{D20AAF14-1637-2A4F-BAD6-E78EE7305ACE}" type="pres">
      <dgm:prSet presAssocID="{74E40727-4157-4548-A38E-D7FF7C316C3C}" presName="textNode" presStyleLbl="bgShp" presStyleIdx="0" presStyleCnt="4"/>
      <dgm:spPr/>
    </dgm:pt>
    <dgm:pt modelId="{2D0C3094-CB37-3B47-84BA-6E470E05D8B0}" type="pres">
      <dgm:prSet presAssocID="{74E40727-4157-4548-A38E-D7FF7C316C3C}" presName="compChildNode" presStyleCnt="0"/>
      <dgm:spPr/>
    </dgm:pt>
    <dgm:pt modelId="{248CDC3C-3754-274C-9BD6-19CE3F531C21}" type="pres">
      <dgm:prSet presAssocID="{74E40727-4157-4548-A38E-D7FF7C316C3C}" presName="theInnerList" presStyleCnt="0"/>
      <dgm:spPr/>
    </dgm:pt>
    <dgm:pt modelId="{E2372446-3CDE-CE46-9929-9B91FC50C7D6}" type="pres">
      <dgm:prSet presAssocID="{E8125780-1E36-5547-85D0-87144AFE8D91}" presName="childNode" presStyleLbl="node1" presStyleIdx="0" presStyleCnt="8">
        <dgm:presLayoutVars>
          <dgm:bulletEnabled val="1"/>
        </dgm:presLayoutVars>
      </dgm:prSet>
      <dgm:spPr/>
    </dgm:pt>
    <dgm:pt modelId="{60668420-BC10-5A46-A671-775F0EEF9C05}" type="pres">
      <dgm:prSet presAssocID="{E8125780-1E36-5547-85D0-87144AFE8D91}" presName="aSpace2" presStyleCnt="0"/>
      <dgm:spPr/>
    </dgm:pt>
    <dgm:pt modelId="{9267FC99-591A-7341-83B1-DE2E5F08E5C5}" type="pres">
      <dgm:prSet presAssocID="{BFB990F9-9C47-8F44-9430-AE400B2AF31C}" presName="childNode" presStyleLbl="node1" presStyleIdx="1" presStyleCnt="8">
        <dgm:presLayoutVars>
          <dgm:bulletEnabled val="1"/>
        </dgm:presLayoutVars>
      </dgm:prSet>
      <dgm:spPr/>
    </dgm:pt>
    <dgm:pt modelId="{78CE7F61-E1FE-774E-B9A1-2038D49A800F}" type="pres">
      <dgm:prSet presAssocID="{74E40727-4157-4548-A38E-D7FF7C316C3C}" presName="aSpace" presStyleCnt="0"/>
      <dgm:spPr/>
    </dgm:pt>
    <dgm:pt modelId="{948DAFA0-AB7C-2941-9992-519D7B2B7C08}" type="pres">
      <dgm:prSet presAssocID="{ECB7CFD4-A216-004D-9C13-92A4039F47A6}" presName="compNode" presStyleCnt="0"/>
      <dgm:spPr/>
    </dgm:pt>
    <dgm:pt modelId="{580DF9A1-B590-1A47-B5C5-53E138985EE0}" type="pres">
      <dgm:prSet presAssocID="{ECB7CFD4-A216-004D-9C13-92A4039F47A6}" presName="aNode" presStyleLbl="bgShp" presStyleIdx="1" presStyleCnt="4"/>
      <dgm:spPr/>
    </dgm:pt>
    <dgm:pt modelId="{355E80FD-4708-4F4B-A1A2-92D2ABE5B714}" type="pres">
      <dgm:prSet presAssocID="{ECB7CFD4-A216-004D-9C13-92A4039F47A6}" presName="textNode" presStyleLbl="bgShp" presStyleIdx="1" presStyleCnt="4"/>
      <dgm:spPr/>
    </dgm:pt>
    <dgm:pt modelId="{B68687F8-3AD1-AD49-948A-5F1251920A16}" type="pres">
      <dgm:prSet presAssocID="{ECB7CFD4-A216-004D-9C13-92A4039F47A6}" presName="compChildNode" presStyleCnt="0"/>
      <dgm:spPr/>
    </dgm:pt>
    <dgm:pt modelId="{EED8F44A-A058-E64A-A970-6A6F18A00822}" type="pres">
      <dgm:prSet presAssocID="{ECB7CFD4-A216-004D-9C13-92A4039F47A6}" presName="theInnerList" presStyleCnt="0"/>
      <dgm:spPr/>
    </dgm:pt>
    <dgm:pt modelId="{1334DA5C-031A-6F4C-8DCB-9B894C75BCB8}" type="pres">
      <dgm:prSet presAssocID="{E1A5045E-CD7F-1445-96A8-D69847BE11C2}" presName="childNode" presStyleLbl="node1" presStyleIdx="2" presStyleCnt="8">
        <dgm:presLayoutVars>
          <dgm:bulletEnabled val="1"/>
        </dgm:presLayoutVars>
      </dgm:prSet>
      <dgm:spPr/>
    </dgm:pt>
    <dgm:pt modelId="{742C974C-F4FA-5B47-B494-D8C2E2EFAAE6}" type="pres">
      <dgm:prSet presAssocID="{E1A5045E-CD7F-1445-96A8-D69847BE11C2}" presName="aSpace2" presStyleCnt="0"/>
      <dgm:spPr/>
    </dgm:pt>
    <dgm:pt modelId="{84F447AE-D40C-8246-B9A4-7BE6127329EA}" type="pres">
      <dgm:prSet presAssocID="{94F52860-16AE-4044-BD7C-D93E74785F68}" presName="childNode" presStyleLbl="node1" presStyleIdx="3" presStyleCnt="8">
        <dgm:presLayoutVars>
          <dgm:bulletEnabled val="1"/>
        </dgm:presLayoutVars>
      </dgm:prSet>
      <dgm:spPr/>
    </dgm:pt>
    <dgm:pt modelId="{78BF0332-D20F-D748-8713-ED7D9825C682}" type="pres">
      <dgm:prSet presAssocID="{ECB7CFD4-A216-004D-9C13-92A4039F47A6}" presName="aSpace" presStyleCnt="0"/>
      <dgm:spPr/>
    </dgm:pt>
    <dgm:pt modelId="{73370CDD-9870-054C-BCBC-CD5159D68497}" type="pres">
      <dgm:prSet presAssocID="{72FAD5BB-B694-5F4A-93F8-5031261E0198}" presName="compNode" presStyleCnt="0"/>
      <dgm:spPr/>
    </dgm:pt>
    <dgm:pt modelId="{1EEC1CC2-5667-284E-922C-DCA9A8D34A3A}" type="pres">
      <dgm:prSet presAssocID="{72FAD5BB-B694-5F4A-93F8-5031261E0198}" presName="aNode" presStyleLbl="bgShp" presStyleIdx="2" presStyleCnt="4"/>
      <dgm:spPr/>
    </dgm:pt>
    <dgm:pt modelId="{9DABDD35-E817-8845-BEB5-91176C2167A3}" type="pres">
      <dgm:prSet presAssocID="{72FAD5BB-B694-5F4A-93F8-5031261E0198}" presName="textNode" presStyleLbl="bgShp" presStyleIdx="2" presStyleCnt="4"/>
      <dgm:spPr/>
    </dgm:pt>
    <dgm:pt modelId="{B961FD9A-1E4D-0944-BEEE-BF97067B1B5A}" type="pres">
      <dgm:prSet presAssocID="{72FAD5BB-B694-5F4A-93F8-5031261E0198}" presName="compChildNode" presStyleCnt="0"/>
      <dgm:spPr/>
    </dgm:pt>
    <dgm:pt modelId="{D3F63BB0-8787-E243-872D-B0E4E7AD5E46}" type="pres">
      <dgm:prSet presAssocID="{72FAD5BB-B694-5F4A-93F8-5031261E0198}" presName="theInnerList" presStyleCnt="0"/>
      <dgm:spPr/>
    </dgm:pt>
    <dgm:pt modelId="{E8525B39-E310-1D4D-BB3F-75831C273FBD}" type="pres">
      <dgm:prSet presAssocID="{994ED7A9-DA48-0645-893A-45566ECB677E}" presName="childNode" presStyleLbl="node1" presStyleIdx="4" presStyleCnt="8">
        <dgm:presLayoutVars>
          <dgm:bulletEnabled val="1"/>
        </dgm:presLayoutVars>
      </dgm:prSet>
      <dgm:spPr/>
    </dgm:pt>
    <dgm:pt modelId="{C268A20E-953D-6643-8007-1829F8E5A188}" type="pres">
      <dgm:prSet presAssocID="{994ED7A9-DA48-0645-893A-45566ECB677E}" presName="aSpace2" presStyleCnt="0"/>
      <dgm:spPr/>
    </dgm:pt>
    <dgm:pt modelId="{BC69D031-B784-1C44-B0F7-35203DAAAF00}" type="pres">
      <dgm:prSet presAssocID="{56CC0905-0A60-344F-A5BC-D902310EC603}" presName="childNode" presStyleLbl="node1" presStyleIdx="5" presStyleCnt="8">
        <dgm:presLayoutVars>
          <dgm:bulletEnabled val="1"/>
        </dgm:presLayoutVars>
      </dgm:prSet>
      <dgm:spPr/>
    </dgm:pt>
    <dgm:pt modelId="{2DCC2E54-6761-9A4C-9991-C188DDF4E397}" type="pres">
      <dgm:prSet presAssocID="{72FAD5BB-B694-5F4A-93F8-5031261E0198}" presName="aSpace" presStyleCnt="0"/>
      <dgm:spPr/>
    </dgm:pt>
    <dgm:pt modelId="{AA50422E-68E9-D645-ABA5-ED2072C631C5}" type="pres">
      <dgm:prSet presAssocID="{D32A2165-8786-8B4F-A268-72B14B8240A2}" presName="compNode" presStyleCnt="0"/>
      <dgm:spPr/>
    </dgm:pt>
    <dgm:pt modelId="{AB0B0E45-5950-9C4D-9E93-9E1ABC4BE190}" type="pres">
      <dgm:prSet presAssocID="{D32A2165-8786-8B4F-A268-72B14B8240A2}" presName="aNode" presStyleLbl="bgShp" presStyleIdx="3" presStyleCnt="4"/>
      <dgm:spPr/>
    </dgm:pt>
    <dgm:pt modelId="{343EBD8C-95C5-5E49-B792-38603586DAEC}" type="pres">
      <dgm:prSet presAssocID="{D32A2165-8786-8B4F-A268-72B14B8240A2}" presName="textNode" presStyleLbl="bgShp" presStyleIdx="3" presStyleCnt="4"/>
      <dgm:spPr/>
    </dgm:pt>
    <dgm:pt modelId="{124C91F5-F436-8347-A030-F3A78B04F2FB}" type="pres">
      <dgm:prSet presAssocID="{D32A2165-8786-8B4F-A268-72B14B8240A2}" presName="compChildNode" presStyleCnt="0"/>
      <dgm:spPr/>
    </dgm:pt>
    <dgm:pt modelId="{2E1BAE86-24CA-3E4D-B8AF-46414C6EE5F8}" type="pres">
      <dgm:prSet presAssocID="{D32A2165-8786-8B4F-A268-72B14B8240A2}" presName="theInnerList" presStyleCnt="0"/>
      <dgm:spPr/>
    </dgm:pt>
    <dgm:pt modelId="{80747100-1A21-0F48-8436-2AF376749236}" type="pres">
      <dgm:prSet presAssocID="{FE53E4E9-B9DD-6C4D-A2D9-19AC5BAC0CA0}" presName="childNode" presStyleLbl="node1" presStyleIdx="6" presStyleCnt="8">
        <dgm:presLayoutVars>
          <dgm:bulletEnabled val="1"/>
        </dgm:presLayoutVars>
      </dgm:prSet>
      <dgm:spPr/>
    </dgm:pt>
    <dgm:pt modelId="{A1A9E81A-A96A-814C-9D68-C918F046A9A1}" type="pres">
      <dgm:prSet presAssocID="{FE53E4E9-B9DD-6C4D-A2D9-19AC5BAC0CA0}" presName="aSpace2" presStyleCnt="0"/>
      <dgm:spPr/>
    </dgm:pt>
    <dgm:pt modelId="{9DA90C4D-719A-9A4E-911C-A16EB918F912}" type="pres">
      <dgm:prSet presAssocID="{45F3E7F5-7701-584E-82FC-6CB05C382C76}" presName="childNode" presStyleLbl="node1" presStyleIdx="7" presStyleCnt="8">
        <dgm:presLayoutVars>
          <dgm:bulletEnabled val="1"/>
        </dgm:presLayoutVars>
      </dgm:prSet>
      <dgm:spPr/>
    </dgm:pt>
  </dgm:ptLst>
  <dgm:cxnLst>
    <dgm:cxn modelId="{12FE2F04-9C12-9041-A503-F6119E44115B}" srcId="{7097E1CC-9AC9-934F-90A4-7953F491013D}" destId="{D32A2165-8786-8B4F-A268-72B14B8240A2}" srcOrd="3" destOrd="0" parTransId="{116A2B0C-5A72-794D-805E-FA9CDC8EA2CB}" sibTransId="{C7A7C6DD-BB40-4E45-ABF2-9C0A6FAED1E0}"/>
    <dgm:cxn modelId="{0A4C510B-D327-094A-A22F-ACD2CD810C10}" type="presOf" srcId="{E8125780-1E36-5547-85D0-87144AFE8D91}" destId="{E2372446-3CDE-CE46-9929-9B91FC50C7D6}" srcOrd="0" destOrd="0" presId="urn:microsoft.com/office/officeart/2005/8/layout/lProcess2"/>
    <dgm:cxn modelId="{C9D52B0E-6255-CE44-BDFF-1D7AEB22DA5F}" type="presOf" srcId="{72FAD5BB-B694-5F4A-93F8-5031261E0198}" destId="{9DABDD35-E817-8845-BEB5-91176C2167A3}" srcOrd="1" destOrd="0" presId="urn:microsoft.com/office/officeart/2005/8/layout/lProcess2"/>
    <dgm:cxn modelId="{C95D8C0F-4C54-B943-AFA7-FC8D3EAA4FD9}" type="presOf" srcId="{94F52860-16AE-4044-BD7C-D93E74785F68}" destId="{84F447AE-D40C-8246-B9A4-7BE6127329EA}" srcOrd="0" destOrd="0" presId="urn:microsoft.com/office/officeart/2005/8/layout/lProcess2"/>
    <dgm:cxn modelId="{8CBB762F-F164-4645-AC8A-A7C6C4799753}" type="presOf" srcId="{45F3E7F5-7701-584E-82FC-6CB05C382C76}" destId="{9DA90C4D-719A-9A4E-911C-A16EB918F912}" srcOrd="0" destOrd="0" presId="urn:microsoft.com/office/officeart/2005/8/layout/lProcess2"/>
    <dgm:cxn modelId="{03DA7451-C277-7842-B43B-C30A849E46FB}" type="presOf" srcId="{D32A2165-8786-8B4F-A268-72B14B8240A2}" destId="{343EBD8C-95C5-5E49-B792-38603586DAEC}" srcOrd="1" destOrd="0" presId="urn:microsoft.com/office/officeart/2005/8/layout/lProcess2"/>
    <dgm:cxn modelId="{98240D57-F042-A44D-9B61-1C5FEA738FB6}" srcId="{72FAD5BB-B694-5F4A-93F8-5031261E0198}" destId="{56CC0905-0A60-344F-A5BC-D902310EC603}" srcOrd="1" destOrd="0" parTransId="{5C6304F5-B9D8-4A46-8890-52E91F881849}" sibTransId="{79020445-22C7-9145-BE3A-A484E928303C}"/>
    <dgm:cxn modelId="{D89E6258-88F8-BA4D-B540-60C2E1FFEC30}" srcId="{7097E1CC-9AC9-934F-90A4-7953F491013D}" destId="{ECB7CFD4-A216-004D-9C13-92A4039F47A6}" srcOrd="1" destOrd="0" parTransId="{65DA2FE3-1929-274E-827D-214944F6B861}" sibTransId="{C063F333-C8CA-C74C-8C69-DCFE4E7B0123}"/>
    <dgm:cxn modelId="{5639B55A-E39B-A44D-985C-5C8F66871B9B}" srcId="{74E40727-4157-4548-A38E-D7FF7C316C3C}" destId="{E8125780-1E36-5547-85D0-87144AFE8D91}" srcOrd="0" destOrd="0" parTransId="{635E7187-1C77-5744-9711-A2C348C6C4AE}" sibTransId="{0F679905-01C8-3047-A4C9-2970B98652F6}"/>
    <dgm:cxn modelId="{8A9DD35B-C1A3-364C-A265-751E7C390935}" type="presOf" srcId="{74E40727-4157-4548-A38E-D7FF7C316C3C}" destId="{D20AAF14-1637-2A4F-BAD6-E78EE7305ACE}" srcOrd="1" destOrd="0" presId="urn:microsoft.com/office/officeart/2005/8/layout/lProcess2"/>
    <dgm:cxn modelId="{C9021F63-8080-324C-8515-1DB3349E9479}" type="presOf" srcId="{FE53E4E9-B9DD-6C4D-A2D9-19AC5BAC0CA0}" destId="{80747100-1A21-0F48-8436-2AF376749236}" srcOrd="0" destOrd="0" presId="urn:microsoft.com/office/officeart/2005/8/layout/lProcess2"/>
    <dgm:cxn modelId="{BE297F63-29CA-5D45-B2EA-53B39A41A7BA}" srcId="{D32A2165-8786-8B4F-A268-72B14B8240A2}" destId="{FE53E4E9-B9DD-6C4D-A2D9-19AC5BAC0CA0}" srcOrd="0" destOrd="0" parTransId="{642BC2E0-3840-114D-9711-EAE7C2A3F2E4}" sibTransId="{D49E2798-CA41-B347-BE43-A87CE84FAE11}"/>
    <dgm:cxn modelId="{24F4EA64-A133-1D4D-91B7-C374881987D5}" type="presOf" srcId="{ECB7CFD4-A216-004D-9C13-92A4039F47A6}" destId="{580DF9A1-B590-1A47-B5C5-53E138985EE0}" srcOrd="0" destOrd="0" presId="urn:microsoft.com/office/officeart/2005/8/layout/lProcess2"/>
    <dgm:cxn modelId="{57DF4E6A-F414-724C-90F4-0967BB08D6C4}" type="presOf" srcId="{74E40727-4157-4548-A38E-D7FF7C316C3C}" destId="{169A2EA1-FB6E-B043-A4E9-B8E11835E5AC}" srcOrd="0" destOrd="0" presId="urn:microsoft.com/office/officeart/2005/8/layout/lProcess2"/>
    <dgm:cxn modelId="{B8C5406B-6225-3E4E-962E-8C3A20F42B46}" type="presOf" srcId="{ECB7CFD4-A216-004D-9C13-92A4039F47A6}" destId="{355E80FD-4708-4F4B-A1A2-92D2ABE5B714}" srcOrd="1" destOrd="0" presId="urn:microsoft.com/office/officeart/2005/8/layout/lProcess2"/>
    <dgm:cxn modelId="{AEA3CB78-959E-124C-9453-5F551CEE2A24}" type="presOf" srcId="{7097E1CC-9AC9-934F-90A4-7953F491013D}" destId="{68880A9B-0C1B-8C40-B038-B9FFFDAA5B1A}" srcOrd="0" destOrd="0" presId="urn:microsoft.com/office/officeart/2005/8/layout/lProcess2"/>
    <dgm:cxn modelId="{607B197E-923C-B44D-9C92-C21D366AFBC3}" srcId="{74E40727-4157-4548-A38E-D7FF7C316C3C}" destId="{BFB990F9-9C47-8F44-9430-AE400B2AF31C}" srcOrd="1" destOrd="0" parTransId="{8EFBBB61-94F6-3A42-8E5F-1CBA901BDA55}" sibTransId="{533982BF-8A7A-8A46-BAE5-72E9EAAAC4A6}"/>
    <dgm:cxn modelId="{B95AB191-418F-8241-94D2-0B45D0F1F113}" srcId="{72FAD5BB-B694-5F4A-93F8-5031261E0198}" destId="{994ED7A9-DA48-0645-893A-45566ECB677E}" srcOrd="0" destOrd="0" parTransId="{7C7E91A9-BBEC-3F4D-97CE-15C3E5BF7813}" sibTransId="{29350191-BC6E-5A46-A71A-E26BE341966C}"/>
    <dgm:cxn modelId="{70533B96-0111-6544-B82B-67DA47A5581B}" type="presOf" srcId="{E1A5045E-CD7F-1445-96A8-D69847BE11C2}" destId="{1334DA5C-031A-6F4C-8DCB-9B894C75BCB8}" srcOrd="0" destOrd="0" presId="urn:microsoft.com/office/officeart/2005/8/layout/lProcess2"/>
    <dgm:cxn modelId="{F27F3F9C-0F36-CD4A-BB3C-8DFEA08543D0}" type="presOf" srcId="{994ED7A9-DA48-0645-893A-45566ECB677E}" destId="{E8525B39-E310-1D4D-BB3F-75831C273FBD}" srcOrd="0" destOrd="0" presId="urn:microsoft.com/office/officeart/2005/8/layout/lProcess2"/>
    <dgm:cxn modelId="{F39BE8A4-7EC9-3447-BFC1-76F40126AD1A}" srcId="{7097E1CC-9AC9-934F-90A4-7953F491013D}" destId="{72FAD5BB-B694-5F4A-93F8-5031261E0198}" srcOrd="2" destOrd="0" parTransId="{ECAE34A0-95A3-B84B-AB89-CA1B2A33093B}" sibTransId="{C3FDDFFE-7433-244E-B2E1-B6597A1FA507}"/>
    <dgm:cxn modelId="{EED596AB-82AA-1C4D-AAE1-D72D7528FA83}" srcId="{D32A2165-8786-8B4F-A268-72B14B8240A2}" destId="{45F3E7F5-7701-584E-82FC-6CB05C382C76}" srcOrd="1" destOrd="0" parTransId="{3A2A6217-63B5-5944-9F0B-84904EADD5F8}" sibTransId="{2AF8EECE-3E40-D343-A53C-91F93BAFEC60}"/>
    <dgm:cxn modelId="{C02E10B7-B678-D84B-864F-F219383D16E2}" type="presOf" srcId="{BFB990F9-9C47-8F44-9430-AE400B2AF31C}" destId="{9267FC99-591A-7341-83B1-DE2E5F08E5C5}" srcOrd="0" destOrd="0" presId="urn:microsoft.com/office/officeart/2005/8/layout/lProcess2"/>
    <dgm:cxn modelId="{8957D9BC-3329-554E-B278-6DD8DAAC5C08}" type="presOf" srcId="{56CC0905-0A60-344F-A5BC-D902310EC603}" destId="{BC69D031-B784-1C44-B0F7-35203DAAAF00}" srcOrd="0" destOrd="0" presId="urn:microsoft.com/office/officeart/2005/8/layout/lProcess2"/>
    <dgm:cxn modelId="{364CA5C1-7EC8-214F-BFF5-D88C1FE48EA5}" srcId="{ECB7CFD4-A216-004D-9C13-92A4039F47A6}" destId="{94F52860-16AE-4044-BD7C-D93E74785F68}" srcOrd="1" destOrd="0" parTransId="{6E2A517E-48E2-0A4B-84B5-177DC7CEA444}" sibTransId="{C4EEFB65-2FCE-AC4D-BF86-4EA85C68FB3E}"/>
    <dgm:cxn modelId="{5B2C4BCB-C5E5-194C-8C18-3B8388EF9AF0}" srcId="{ECB7CFD4-A216-004D-9C13-92A4039F47A6}" destId="{E1A5045E-CD7F-1445-96A8-D69847BE11C2}" srcOrd="0" destOrd="0" parTransId="{28E61B56-0082-D246-A28E-F0AD6C7835C9}" sibTransId="{9A6ED266-10EB-9F4B-8920-55A90AFCF863}"/>
    <dgm:cxn modelId="{70CC44EA-9BFA-FF45-BF7C-E445A56F9F9C}" type="presOf" srcId="{D32A2165-8786-8B4F-A268-72B14B8240A2}" destId="{AB0B0E45-5950-9C4D-9E93-9E1ABC4BE190}" srcOrd="0" destOrd="0" presId="urn:microsoft.com/office/officeart/2005/8/layout/lProcess2"/>
    <dgm:cxn modelId="{128819EF-9499-2344-9FB8-39E57B240563}" srcId="{7097E1CC-9AC9-934F-90A4-7953F491013D}" destId="{74E40727-4157-4548-A38E-D7FF7C316C3C}" srcOrd="0" destOrd="0" parTransId="{F158119D-D7DA-4649-87AA-687E4601B0AF}" sibTransId="{65BE5860-81B5-6B41-A297-5E76DD1CB76F}"/>
    <dgm:cxn modelId="{6C2C8EFD-47F2-BF4A-8961-A71D3E521E89}" type="presOf" srcId="{72FAD5BB-B694-5F4A-93F8-5031261E0198}" destId="{1EEC1CC2-5667-284E-922C-DCA9A8D34A3A}" srcOrd="0" destOrd="0" presId="urn:microsoft.com/office/officeart/2005/8/layout/lProcess2"/>
    <dgm:cxn modelId="{2DDF60BE-EF59-3B47-9D5D-D475338DB375}" type="presParOf" srcId="{68880A9B-0C1B-8C40-B038-B9FFFDAA5B1A}" destId="{FD5616D2-A613-6746-9FBA-F46F8ECAEF2F}" srcOrd="0" destOrd="0" presId="urn:microsoft.com/office/officeart/2005/8/layout/lProcess2"/>
    <dgm:cxn modelId="{1D5804A6-FEAC-2C47-B575-8635992D8D3E}" type="presParOf" srcId="{FD5616D2-A613-6746-9FBA-F46F8ECAEF2F}" destId="{169A2EA1-FB6E-B043-A4E9-B8E11835E5AC}" srcOrd="0" destOrd="0" presId="urn:microsoft.com/office/officeart/2005/8/layout/lProcess2"/>
    <dgm:cxn modelId="{B8D5FF2C-179C-AA4E-B28B-09028F9E5F40}" type="presParOf" srcId="{FD5616D2-A613-6746-9FBA-F46F8ECAEF2F}" destId="{D20AAF14-1637-2A4F-BAD6-E78EE7305ACE}" srcOrd="1" destOrd="0" presId="urn:microsoft.com/office/officeart/2005/8/layout/lProcess2"/>
    <dgm:cxn modelId="{F87C0DC3-F781-D045-BCF9-ED5B426DA402}" type="presParOf" srcId="{FD5616D2-A613-6746-9FBA-F46F8ECAEF2F}" destId="{2D0C3094-CB37-3B47-84BA-6E470E05D8B0}" srcOrd="2" destOrd="0" presId="urn:microsoft.com/office/officeart/2005/8/layout/lProcess2"/>
    <dgm:cxn modelId="{09EB7F18-F582-B849-A93B-166F1742222A}" type="presParOf" srcId="{2D0C3094-CB37-3B47-84BA-6E470E05D8B0}" destId="{248CDC3C-3754-274C-9BD6-19CE3F531C21}" srcOrd="0" destOrd="0" presId="urn:microsoft.com/office/officeart/2005/8/layout/lProcess2"/>
    <dgm:cxn modelId="{48B324C6-853E-9843-8A1A-59395F5BD90F}" type="presParOf" srcId="{248CDC3C-3754-274C-9BD6-19CE3F531C21}" destId="{E2372446-3CDE-CE46-9929-9B91FC50C7D6}" srcOrd="0" destOrd="0" presId="urn:microsoft.com/office/officeart/2005/8/layout/lProcess2"/>
    <dgm:cxn modelId="{0697EA6C-25C0-5044-9AF0-83DADC735CFE}" type="presParOf" srcId="{248CDC3C-3754-274C-9BD6-19CE3F531C21}" destId="{60668420-BC10-5A46-A671-775F0EEF9C05}" srcOrd="1" destOrd="0" presId="urn:microsoft.com/office/officeart/2005/8/layout/lProcess2"/>
    <dgm:cxn modelId="{E729A2FA-D954-E343-A3E2-0BDAD180DFAE}" type="presParOf" srcId="{248CDC3C-3754-274C-9BD6-19CE3F531C21}" destId="{9267FC99-591A-7341-83B1-DE2E5F08E5C5}" srcOrd="2" destOrd="0" presId="urn:microsoft.com/office/officeart/2005/8/layout/lProcess2"/>
    <dgm:cxn modelId="{6FCD2B1E-0032-A04F-83A7-524790FDFC83}" type="presParOf" srcId="{68880A9B-0C1B-8C40-B038-B9FFFDAA5B1A}" destId="{78CE7F61-E1FE-774E-B9A1-2038D49A800F}" srcOrd="1" destOrd="0" presId="urn:microsoft.com/office/officeart/2005/8/layout/lProcess2"/>
    <dgm:cxn modelId="{BD6C879A-AA75-4046-A6E5-60289EDBCCD2}" type="presParOf" srcId="{68880A9B-0C1B-8C40-B038-B9FFFDAA5B1A}" destId="{948DAFA0-AB7C-2941-9992-519D7B2B7C08}" srcOrd="2" destOrd="0" presId="urn:microsoft.com/office/officeart/2005/8/layout/lProcess2"/>
    <dgm:cxn modelId="{AE07F043-1264-9F42-902B-4259B2CD9FF0}" type="presParOf" srcId="{948DAFA0-AB7C-2941-9992-519D7B2B7C08}" destId="{580DF9A1-B590-1A47-B5C5-53E138985EE0}" srcOrd="0" destOrd="0" presId="urn:microsoft.com/office/officeart/2005/8/layout/lProcess2"/>
    <dgm:cxn modelId="{1454508C-694F-3E43-87D1-F1219FCBD55E}" type="presParOf" srcId="{948DAFA0-AB7C-2941-9992-519D7B2B7C08}" destId="{355E80FD-4708-4F4B-A1A2-92D2ABE5B714}" srcOrd="1" destOrd="0" presId="urn:microsoft.com/office/officeart/2005/8/layout/lProcess2"/>
    <dgm:cxn modelId="{0A4FABBA-E8D4-7E42-BB0C-B90E068373E5}" type="presParOf" srcId="{948DAFA0-AB7C-2941-9992-519D7B2B7C08}" destId="{B68687F8-3AD1-AD49-948A-5F1251920A16}" srcOrd="2" destOrd="0" presId="urn:microsoft.com/office/officeart/2005/8/layout/lProcess2"/>
    <dgm:cxn modelId="{B4AE12EF-FB8D-7E44-ADD6-A9D09F6E9AA9}" type="presParOf" srcId="{B68687F8-3AD1-AD49-948A-5F1251920A16}" destId="{EED8F44A-A058-E64A-A970-6A6F18A00822}" srcOrd="0" destOrd="0" presId="urn:microsoft.com/office/officeart/2005/8/layout/lProcess2"/>
    <dgm:cxn modelId="{0871EC78-A2E2-C54A-ADE4-ADF70E0534D1}" type="presParOf" srcId="{EED8F44A-A058-E64A-A970-6A6F18A00822}" destId="{1334DA5C-031A-6F4C-8DCB-9B894C75BCB8}" srcOrd="0" destOrd="0" presId="urn:microsoft.com/office/officeart/2005/8/layout/lProcess2"/>
    <dgm:cxn modelId="{66DA7A8C-A791-9A4B-9268-526511F4FF3C}" type="presParOf" srcId="{EED8F44A-A058-E64A-A970-6A6F18A00822}" destId="{742C974C-F4FA-5B47-B494-D8C2E2EFAAE6}" srcOrd="1" destOrd="0" presId="urn:microsoft.com/office/officeart/2005/8/layout/lProcess2"/>
    <dgm:cxn modelId="{35D3EFDB-21D5-7E46-81B0-B376C761AE47}" type="presParOf" srcId="{EED8F44A-A058-E64A-A970-6A6F18A00822}" destId="{84F447AE-D40C-8246-B9A4-7BE6127329EA}" srcOrd="2" destOrd="0" presId="urn:microsoft.com/office/officeart/2005/8/layout/lProcess2"/>
    <dgm:cxn modelId="{CE3576F1-C8D2-924B-92CE-6E066573E1E6}" type="presParOf" srcId="{68880A9B-0C1B-8C40-B038-B9FFFDAA5B1A}" destId="{78BF0332-D20F-D748-8713-ED7D9825C682}" srcOrd="3" destOrd="0" presId="urn:microsoft.com/office/officeart/2005/8/layout/lProcess2"/>
    <dgm:cxn modelId="{D690896E-8AB0-1947-A213-1A4D0368DD72}" type="presParOf" srcId="{68880A9B-0C1B-8C40-B038-B9FFFDAA5B1A}" destId="{73370CDD-9870-054C-BCBC-CD5159D68497}" srcOrd="4" destOrd="0" presId="urn:microsoft.com/office/officeart/2005/8/layout/lProcess2"/>
    <dgm:cxn modelId="{AEB01E8C-BC88-A348-A31E-28905E222A77}" type="presParOf" srcId="{73370CDD-9870-054C-BCBC-CD5159D68497}" destId="{1EEC1CC2-5667-284E-922C-DCA9A8D34A3A}" srcOrd="0" destOrd="0" presId="urn:microsoft.com/office/officeart/2005/8/layout/lProcess2"/>
    <dgm:cxn modelId="{9F48DF96-6431-1C4A-AE16-620FC0A1D164}" type="presParOf" srcId="{73370CDD-9870-054C-BCBC-CD5159D68497}" destId="{9DABDD35-E817-8845-BEB5-91176C2167A3}" srcOrd="1" destOrd="0" presId="urn:microsoft.com/office/officeart/2005/8/layout/lProcess2"/>
    <dgm:cxn modelId="{26AE0F94-A728-C84C-B0C3-EFCF039FB745}" type="presParOf" srcId="{73370CDD-9870-054C-BCBC-CD5159D68497}" destId="{B961FD9A-1E4D-0944-BEEE-BF97067B1B5A}" srcOrd="2" destOrd="0" presId="urn:microsoft.com/office/officeart/2005/8/layout/lProcess2"/>
    <dgm:cxn modelId="{8D8EA04C-8668-724E-B8C2-1DC6431BDD36}" type="presParOf" srcId="{B961FD9A-1E4D-0944-BEEE-BF97067B1B5A}" destId="{D3F63BB0-8787-E243-872D-B0E4E7AD5E46}" srcOrd="0" destOrd="0" presId="urn:microsoft.com/office/officeart/2005/8/layout/lProcess2"/>
    <dgm:cxn modelId="{362685B3-D745-0F4F-8F34-7D00732AFF23}" type="presParOf" srcId="{D3F63BB0-8787-E243-872D-B0E4E7AD5E46}" destId="{E8525B39-E310-1D4D-BB3F-75831C273FBD}" srcOrd="0" destOrd="0" presId="urn:microsoft.com/office/officeart/2005/8/layout/lProcess2"/>
    <dgm:cxn modelId="{34271339-9899-1344-8FE8-027CCD9FE485}" type="presParOf" srcId="{D3F63BB0-8787-E243-872D-B0E4E7AD5E46}" destId="{C268A20E-953D-6643-8007-1829F8E5A188}" srcOrd="1" destOrd="0" presId="urn:microsoft.com/office/officeart/2005/8/layout/lProcess2"/>
    <dgm:cxn modelId="{7D406C3A-09B4-6C45-89B5-4720E2C3BB5C}" type="presParOf" srcId="{D3F63BB0-8787-E243-872D-B0E4E7AD5E46}" destId="{BC69D031-B784-1C44-B0F7-35203DAAAF00}" srcOrd="2" destOrd="0" presId="urn:microsoft.com/office/officeart/2005/8/layout/lProcess2"/>
    <dgm:cxn modelId="{45059E5D-4A1B-6943-88AA-2F22741E8435}" type="presParOf" srcId="{68880A9B-0C1B-8C40-B038-B9FFFDAA5B1A}" destId="{2DCC2E54-6761-9A4C-9991-C188DDF4E397}" srcOrd="5" destOrd="0" presId="urn:microsoft.com/office/officeart/2005/8/layout/lProcess2"/>
    <dgm:cxn modelId="{5001733F-2063-9344-9163-647AD6F000FF}" type="presParOf" srcId="{68880A9B-0C1B-8C40-B038-B9FFFDAA5B1A}" destId="{AA50422E-68E9-D645-ABA5-ED2072C631C5}" srcOrd="6" destOrd="0" presId="urn:microsoft.com/office/officeart/2005/8/layout/lProcess2"/>
    <dgm:cxn modelId="{95F330A2-9A73-2543-A2A1-B80F3E4C3E5A}" type="presParOf" srcId="{AA50422E-68E9-D645-ABA5-ED2072C631C5}" destId="{AB0B0E45-5950-9C4D-9E93-9E1ABC4BE190}" srcOrd="0" destOrd="0" presId="urn:microsoft.com/office/officeart/2005/8/layout/lProcess2"/>
    <dgm:cxn modelId="{CBA25E3E-B8E3-744E-B30D-BEB3DC215FD2}" type="presParOf" srcId="{AA50422E-68E9-D645-ABA5-ED2072C631C5}" destId="{343EBD8C-95C5-5E49-B792-38603586DAEC}" srcOrd="1" destOrd="0" presId="urn:microsoft.com/office/officeart/2005/8/layout/lProcess2"/>
    <dgm:cxn modelId="{94249925-1E0F-AB45-9117-9BBFFC82E63D}" type="presParOf" srcId="{AA50422E-68E9-D645-ABA5-ED2072C631C5}" destId="{124C91F5-F436-8347-A030-F3A78B04F2FB}" srcOrd="2" destOrd="0" presId="urn:microsoft.com/office/officeart/2005/8/layout/lProcess2"/>
    <dgm:cxn modelId="{A2DE8460-D7DA-494C-8C05-5D7D3FDD070F}" type="presParOf" srcId="{124C91F5-F436-8347-A030-F3A78B04F2FB}" destId="{2E1BAE86-24CA-3E4D-B8AF-46414C6EE5F8}" srcOrd="0" destOrd="0" presId="urn:microsoft.com/office/officeart/2005/8/layout/lProcess2"/>
    <dgm:cxn modelId="{22275339-BCCE-5343-BCF7-DF832DA51356}" type="presParOf" srcId="{2E1BAE86-24CA-3E4D-B8AF-46414C6EE5F8}" destId="{80747100-1A21-0F48-8436-2AF376749236}" srcOrd="0" destOrd="0" presId="urn:microsoft.com/office/officeart/2005/8/layout/lProcess2"/>
    <dgm:cxn modelId="{3F5B98DC-04F8-954C-A760-69A2B83ADEC3}" type="presParOf" srcId="{2E1BAE86-24CA-3E4D-B8AF-46414C6EE5F8}" destId="{A1A9E81A-A96A-814C-9D68-C918F046A9A1}" srcOrd="1" destOrd="0" presId="urn:microsoft.com/office/officeart/2005/8/layout/lProcess2"/>
    <dgm:cxn modelId="{B163611E-58FA-4E43-8C3D-E29336D94D7E}" type="presParOf" srcId="{2E1BAE86-24CA-3E4D-B8AF-46414C6EE5F8}" destId="{9DA90C4D-719A-9A4E-911C-A16EB918F912}"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270D899-3DBA-41E3-8A62-E3A6998CE9EC}" type="doc">
      <dgm:prSet loTypeId="urn:microsoft.com/office/officeart/2005/8/layout/hList1" loCatId="list" qsTypeId="urn:microsoft.com/office/officeart/2005/8/quickstyle/simple2" qsCatId="simple" csTypeId="urn:microsoft.com/office/officeart/2005/8/colors/accent0_3" csCatId="mainScheme" phldr="1"/>
      <dgm:spPr/>
      <dgm:t>
        <a:bodyPr/>
        <a:lstStyle/>
        <a:p>
          <a:endParaRPr lang="en-US"/>
        </a:p>
      </dgm:t>
    </dgm:pt>
    <dgm:pt modelId="{FF4B5155-9798-4821-93FD-455024693AD0}">
      <dgm:prSet/>
      <dgm:spPr/>
      <dgm:t>
        <a:bodyPr/>
        <a:lstStyle/>
        <a:p>
          <a:r>
            <a:rPr lang="en-US" dirty="0"/>
            <a:t>Power and control</a:t>
          </a:r>
        </a:p>
      </dgm:t>
    </dgm:pt>
    <dgm:pt modelId="{215D7BF9-CB16-49EF-8697-EC769510076E}" type="parTrans" cxnId="{C3F7F783-5799-4AF3-A5EC-CACCB0997748}">
      <dgm:prSet/>
      <dgm:spPr/>
      <dgm:t>
        <a:bodyPr/>
        <a:lstStyle/>
        <a:p>
          <a:endParaRPr lang="en-US"/>
        </a:p>
      </dgm:t>
    </dgm:pt>
    <dgm:pt modelId="{A6C7ACFF-9935-4933-923C-C631188672D0}" type="sibTrans" cxnId="{C3F7F783-5799-4AF3-A5EC-CACCB0997748}">
      <dgm:prSet/>
      <dgm:spPr/>
      <dgm:t>
        <a:bodyPr/>
        <a:lstStyle/>
        <a:p>
          <a:endParaRPr lang="en-US"/>
        </a:p>
      </dgm:t>
    </dgm:pt>
    <dgm:pt modelId="{CCC4E159-9F06-49C0-B5DF-34A0ABBB2E2F}">
      <dgm:prSet/>
      <dgm:spPr/>
      <dgm:t>
        <a:bodyPr/>
        <a:lstStyle/>
        <a:p>
          <a:r>
            <a:rPr lang="en-US" dirty="0"/>
            <a:t>Escape or avoidance</a:t>
          </a:r>
        </a:p>
      </dgm:t>
    </dgm:pt>
    <dgm:pt modelId="{AE4AEF0C-7F64-4BCC-BD8F-98B56D10E14C}" type="parTrans" cxnId="{BE2CCAC1-34E0-4B65-AF16-DD805224465B}">
      <dgm:prSet/>
      <dgm:spPr/>
      <dgm:t>
        <a:bodyPr/>
        <a:lstStyle/>
        <a:p>
          <a:endParaRPr lang="en-US"/>
        </a:p>
      </dgm:t>
    </dgm:pt>
    <dgm:pt modelId="{3D7698CE-C492-4498-9D98-B25120145802}" type="sibTrans" cxnId="{BE2CCAC1-34E0-4B65-AF16-DD805224465B}">
      <dgm:prSet/>
      <dgm:spPr/>
      <dgm:t>
        <a:bodyPr/>
        <a:lstStyle/>
        <a:p>
          <a:endParaRPr lang="en-US"/>
        </a:p>
      </dgm:t>
    </dgm:pt>
    <dgm:pt modelId="{D3B03274-423D-4BA7-8989-D3A59A982448}">
      <dgm:prSet/>
      <dgm:spPr/>
      <dgm:t>
        <a:bodyPr/>
        <a:lstStyle/>
        <a:p>
          <a:r>
            <a:rPr lang="en-US" dirty="0"/>
            <a:t>Attention</a:t>
          </a:r>
        </a:p>
      </dgm:t>
    </dgm:pt>
    <dgm:pt modelId="{9457254A-A7E0-40E0-8C4F-5333DA816168}" type="parTrans" cxnId="{DCA0E372-D020-41A8-9179-81066291C666}">
      <dgm:prSet/>
      <dgm:spPr/>
      <dgm:t>
        <a:bodyPr/>
        <a:lstStyle/>
        <a:p>
          <a:endParaRPr lang="en-US"/>
        </a:p>
      </dgm:t>
    </dgm:pt>
    <dgm:pt modelId="{53762181-5775-43E1-B8A8-05970860B3C1}" type="sibTrans" cxnId="{DCA0E372-D020-41A8-9179-81066291C666}">
      <dgm:prSet/>
      <dgm:spPr/>
      <dgm:t>
        <a:bodyPr/>
        <a:lstStyle/>
        <a:p>
          <a:endParaRPr lang="en-US"/>
        </a:p>
      </dgm:t>
    </dgm:pt>
    <dgm:pt modelId="{16D01265-41F3-46EA-8920-D489B855E1B9}">
      <dgm:prSet/>
      <dgm:spPr/>
      <dgm:t>
        <a:bodyPr/>
        <a:lstStyle/>
        <a:p>
          <a:r>
            <a:rPr lang="en-US" dirty="0"/>
            <a:t>Tangible Reward</a:t>
          </a:r>
        </a:p>
      </dgm:t>
    </dgm:pt>
    <dgm:pt modelId="{D61A8034-E0B7-4DFC-9DAF-752F9B2CE93C}" type="parTrans" cxnId="{092E6ED5-E1A4-4662-8E22-9EF2C17A9448}">
      <dgm:prSet/>
      <dgm:spPr/>
      <dgm:t>
        <a:bodyPr/>
        <a:lstStyle/>
        <a:p>
          <a:endParaRPr lang="en-US"/>
        </a:p>
      </dgm:t>
    </dgm:pt>
    <dgm:pt modelId="{F1699EEF-B405-4910-99C2-B149DD041C97}" type="sibTrans" cxnId="{092E6ED5-E1A4-4662-8E22-9EF2C17A9448}">
      <dgm:prSet/>
      <dgm:spPr/>
      <dgm:t>
        <a:bodyPr/>
        <a:lstStyle/>
        <a:p>
          <a:endParaRPr lang="en-US"/>
        </a:p>
      </dgm:t>
    </dgm:pt>
    <dgm:pt modelId="{2259F984-9590-4371-91A9-97039ADE8238}">
      <dgm:prSet/>
      <dgm:spPr/>
      <dgm:t>
        <a:bodyPr/>
        <a:lstStyle/>
        <a:p>
          <a:r>
            <a:rPr lang="en-US" dirty="0"/>
            <a:t>Self-regulation issue</a:t>
          </a:r>
        </a:p>
      </dgm:t>
    </dgm:pt>
    <dgm:pt modelId="{E8D986A0-84A4-42AC-A62B-BB1B8C23B5CF}" type="parTrans" cxnId="{98C988BF-1D79-45A7-9FA8-5E5C843167D9}">
      <dgm:prSet/>
      <dgm:spPr/>
      <dgm:t>
        <a:bodyPr/>
        <a:lstStyle/>
        <a:p>
          <a:endParaRPr lang="en-US"/>
        </a:p>
      </dgm:t>
    </dgm:pt>
    <dgm:pt modelId="{78E32D42-02C4-4941-9E89-F79013370DCE}" type="sibTrans" cxnId="{98C988BF-1D79-45A7-9FA8-5E5C843167D9}">
      <dgm:prSet/>
      <dgm:spPr/>
      <dgm:t>
        <a:bodyPr/>
        <a:lstStyle/>
        <a:p>
          <a:endParaRPr lang="en-US"/>
        </a:p>
      </dgm:t>
    </dgm:pt>
    <dgm:pt modelId="{B217AD4A-6C46-2546-859E-3D25D6D1B089}">
      <dgm:prSet/>
      <dgm:spPr/>
      <dgm:t>
        <a:bodyPr/>
        <a:lstStyle/>
        <a:p>
          <a:pPr>
            <a:buFont typeface="Arial" panose="020B0604020202020204" pitchFamily="34" charset="0"/>
            <a:buChar char="•"/>
          </a:pPr>
          <a:r>
            <a:rPr lang="en-US" dirty="0"/>
            <a:t>Over teacher</a:t>
          </a:r>
        </a:p>
      </dgm:t>
    </dgm:pt>
    <dgm:pt modelId="{6B4CC45B-27EA-974A-9EFC-78C88F9B648E}" type="parTrans" cxnId="{ADCDA226-E613-1840-A3DA-D5FF9368824F}">
      <dgm:prSet/>
      <dgm:spPr/>
      <dgm:t>
        <a:bodyPr/>
        <a:lstStyle/>
        <a:p>
          <a:endParaRPr lang="en-US"/>
        </a:p>
      </dgm:t>
    </dgm:pt>
    <dgm:pt modelId="{73A10F56-6BD2-A14B-8CE3-E4C4708F2658}" type="sibTrans" cxnId="{ADCDA226-E613-1840-A3DA-D5FF9368824F}">
      <dgm:prSet/>
      <dgm:spPr/>
      <dgm:t>
        <a:bodyPr/>
        <a:lstStyle/>
        <a:p>
          <a:endParaRPr lang="en-US"/>
        </a:p>
      </dgm:t>
    </dgm:pt>
    <dgm:pt modelId="{45AFE88C-39AD-6D4A-B520-104C6FD6C686}">
      <dgm:prSet/>
      <dgm:spPr/>
      <dgm:t>
        <a:bodyPr/>
        <a:lstStyle/>
        <a:p>
          <a:pPr>
            <a:buFont typeface="Arial" panose="020B0604020202020204" pitchFamily="34" charset="0"/>
            <a:buChar char="•"/>
          </a:pPr>
          <a:r>
            <a:rPr lang="en-US" dirty="0"/>
            <a:t>Over task</a:t>
          </a:r>
        </a:p>
      </dgm:t>
    </dgm:pt>
    <dgm:pt modelId="{9D7D923D-48A7-574E-9FE3-250069B036F7}" type="parTrans" cxnId="{16C1FC2B-F549-464A-9FFB-8AE2400164F1}">
      <dgm:prSet/>
      <dgm:spPr/>
      <dgm:t>
        <a:bodyPr/>
        <a:lstStyle/>
        <a:p>
          <a:endParaRPr lang="en-US"/>
        </a:p>
      </dgm:t>
    </dgm:pt>
    <dgm:pt modelId="{7A524899-5F32-3140-8A27-6069738EBCFE}" type="sibTrans" cxnId="{16C1FC2B-F549-464A-9FFB-8AE2400164F1}">
      <dgm:prSet/>
      <dgm:spPr/>
      <dgm:t>
        <a:bodyPr/>
        <a:lstStyle/>
        <a:p>
          <a:endParaRPr lang="en-US"/>
        </a:p>
      </dgm:t>
    </dgm:pt>
    <dgm:pt modelId="{17218371-FE29-CD41-80B8-EBC272F16C48}">
      <dgm:prSet/>
      <dgm:spPr/>
      <dgm:t>
        <a:bodyPr/>
        <a:lstStyle/>
        <a:p>
          <a:r>
            <a:rPr lang="en-US" dirty="0"/>
            <a:t>Task</a:t>
          </a:r>
        </a:p>
      </dgm:t>
    </dgm:pt>
    <dgm:pt modelId="{C651BC51-AD71-4240-987C-E16AF49B76D2}" type="parTrans" cxnId="{970DB3E8-6303-F940-918B-9C1393D1D6AA}">
      <dgm:prSet/>
      <dgm:spPr/>
      <dgm:t>
        <a:bodyPr/>
        <a:lstStyle/>
        <a:p>
          <a:endParaRPr lang="en-US"/>
        </a:p>
      </dgm:t>
    </dgm:pt>
    <dgm:pt modelId="{4FDC41BD-0556-B14F-82A2-DE50E61BEBB6}" type="sibTrans" cxnId="{970DB3E8-6303-F940-918B-9C1393D1D6AA}">
      <dgm:prSet/>
      <dgm:spPr/>
      <dgm:t>
        <a:bodyPr/>
        <a:lstStyle/>
        <a:p>
          <a:endParaRPr lang="en-US"/>
        </a:p>
      </dgm:t>
    </dgm:pt>
    <dgm:pt modelId="{364F2D56-ECDF-6348-9427-EBE539127355}">
      <dgm:prSet/>
      <dgm:spPr/>
      <dgm:t>
        <a:bodyPr/>
        <a:lstStyle/>
        <a:p>
          <a:r>
            <a:rPr lang="en-US" dirty="0"/>
            <a:t>Relationship</a:t>
          </a:r>
        </a:p>
      </dgm:t>
    </dgm:pt>
    <dgm:pt modelId="{92FD3C0A-2395-AA4C-BE58-D33E043006B0}" type="parTrans" cxnId="{C871E798-2E17-8B41-8A09-B126DB0AA6AF}">
      <dgm:prSet/>
      <dgm:spPr/>
      <dgm:t>
        <a:bodyPr/>
        <a:lstStyle/>
        <a:p>
          <a:endParaRPr lang="en-US"/>
        </a:p>
      </dgm:t>
    </dgm:pt>
    <dgm:pt modelId="{1535F665-BB2F-714A-9DA5-82A5A598922D}" type="sibTrans" cxnId="{C871E798-2E17-8B41-8A09-B126DB0AA6AF}">
      <dgm:prSet/>
      <dgm:spPr/>
      <dgm:t>
        <a:bodyPr/>
        <a:lstStyle/>
        <a:p>
          <a:endParaRPr lang="en-US"/>
        </a:p>
      </dgm:t>
    </dgm:pt>
    <dgm:pt modelId="{266F310D-BBAB-1F45-A6A7-D3B5F1144690}">
      <dgm:prSet/>
      <dgm:spPr/>
      <dgm:t>
        <a:bodyPr/>
        <a:lstStyle/>
        <a:p>
          <a:r>
            <a:rPr lang="en-US" dirty="0"/>
            <a:t>from adult</a:t>
          </a:r>
        </a:p>
      </dgm:t>
    </dgm:pt>
    <dgm:pt modelId="{7EBF5872-AB65-784A-A326-DDA363F19B42}" type="parTrans" cxnId="{AEECE9F1-2A39-F148-8EF7-756B7F75631D}">
      <dgm:prSet/>
      <dgm:spPr/>
      <dgm:t>
        <a:bodyPr/>
        <a:lstStyle/>
        <a:p>
          <a:endParaRPr lang="en-US"/>
        </a:p>
      </dgm:t>
    </dgm:pt>
    <dgm:pt modelId="{16B69F74-1B99-2740-B582-EEC12E8BFD6A}" type="sibTrans" cxnId="{AEECE9F1-2A39-F148-8EF7-756B7F75631D}">
      <dgm:prSet/>
      <dgm:spPr/>
      <dgm:t>
        <a:bodyPr/>
        <a:lstStyle/>
        <a:p>
          <a:endParaRPr lang="en-US"/>
        </a:p>
      </dgm:t>
    </dgm:pt>
    <dgm:pt modelId="{2E389391-1E4B-EE4C-83E4-C23EEBE12093}">
      <dgm:prSet/>
      <dgm:spPr/>
      <dgm:t>
        <a:bodyPr/>
        <a:lstStyle/>
        <a:p>
          <a:r>
            <a:rPr lang="en-US"/>
            <a:t>from peer</a:t>
          </a:r>
        </a:p>
      </dgm:t>
    </dgm:pt>
    <dgm:pt modelId="{2AA43FA3-1D63-6943-B4A0-EEB0F988DE15}" type="parTrans" cxnId="{A82822BA-6DBB-DB49-94A8-2ACBED395980}">
      <dgm:prSet/>
      <dgm:spPr/>
      <dgm:t>
        <a:bodyPr/>
        <a:lstStyle/>
        <a:p>
          <a:endParaRPr lang="en-US"/>
        </a:p>
      </dgm:t>
    </dgm:pt>
    <dgm:pt modelId="{466D6E07-AE91-AC4F-838B-F254A1D18D3E}" type="sibTrans" cxnId="{A82822BA-6DBB-DB49-94A8-2ACBED395980}">
      <dgm:prSet/>
      <dgm:spPr/>
      <dgm:t>
        <a:bodyPr/>
        <a:lstStyle/>
        <a:p>
          <a:endParaRPr lang="en-US"/>
        </a:p>
      </dgm:t>
    </dgm:pt>
    <dgm:pt modelId="{7C9D63EF-25A2-0A4C-8E33-788A925F6392}">
      <dgm:prSet/>
      <dgm:spPr/>
      <dgm:t>
        <a:bodyPr/>
        <a:lstStyle/>
        <a:p>
          <a:pPr>
            <a:buFont typeface="Arial" panose="020B0604020202020204" pitchFamily="34" charset="0"/>
            <a:buChar char="•"/>
          </a:pPr>
          <a:r>
            <a:rPr lang="en-US" dirty="0"/>
            <a:t>Over peer</a:t>
          </a:r>
        </a:p>
      </dgm:t>
    </dgm:pt>
    <dgm:pt modelId="{6386585E-F666-CD42-934A-6DF985EFBCA6}" type="parTrans" cxnId="{ECD467EF-AB2B-A140-AFE5-ECF2DFC550A4}">
      <dgm:prSet/>
      <dgm:spPr/>
      <dgm:t>
        <a:bodyPr/>
        <a:lstStyle/>
        <a:p>
          <a:endParaRPr lang="en-US"/>
        </a:p>
      </dgm:t>
    </dgm:pt>
    <dgm:pt modelId="{D6C5B898-8823-2948-ACF3-6B2FF42628F3}" type="sibTrans" cxnId="{ECD467EF-AB2B-A140-AFE5-ECF2DFC550A4}">
      <dgm:prSet/>
      <dgm:spPr/>
      <dgm:t>
        <a:bodyPr/>
        <a:lstStyle/>
        <a:p>
          <a:endParaRPr lang="en-US"/>
        </a:p>
      </dgm:t>
    </dgm:pt>
    <dgm:pt modelId="{263F65B4-D470-7749-8F44-234D42C58F46}">
      <dgm:prSet/>
      <dgm:spPr/>
      <dgm:t>
        <a:bodyPr/>
        <a:lstStyle/>
        <a:p>
          <a:pPr>
            <a:buFont typeface="Arial" panose="020B0604020202020204" pitchFamily="34" charset="0"/>
            <a:buChar char="•"/>
          </a:pPr>
          <a:r>
            <a:rPr lang="en-US" dirty="0"/>
            <a:t>Over self</a:t>
          </a:r>
        </a:p>
      </dgm:t>
    </dgm:pt>
    <dgm:pt modelId="{E932679C-0B30-614C-9A28-98A9F48CE1C8}" type="parTrans" cxnId="{FE43E494-388A-8D4E-9EC8-E908063D8D3A}">
      <dgm:prSet/>
      <dgm:spPr/>
      <dgm:t>
        <a:bodyPr/>
        <a:lstStyle/>
        <a:p>
          <a:endParaRPr lang="en-US"/>
        </a:p>
      </dgm:t>
    </dgm:pt>
    <dgm:pt modelId="{682F118D-66A7-874E-817D-79F51FFE8B5B}" type="sibTrans" cxnId="{FE43E494-388A-8D4E-9EC8-E908063D8D3A}">
      <dgm:prSet/>
      <dgm:spPr/>
      <dgm:t>
        <a:bodyPr/>
        <a:lstStyle/>
        <a:p>
          <a:endParaRPr lang="en-US"/>
        </a:p>
      </dgm:t>
    </dgm:pt>
    <dgm:pt modelId="{522AC2E6-765D-9A45-8523-4AFEA9DB2B35}">
      <dgm:prSet/>
      <dgm:spPr/>
      <dgm:t>
        <a:bodyPr/>
        <a:lstStyle/>
        <a:p>
          <a:r>
            <a:rPr lang="en-US" dirty="0"/>
            <a:t>Location </a:t>
          </a:r>
        </a:p>
      </dgm:t>
    </dgm:pt>
    <dgm:pt modelId="{A770B83E-A133-4545-BFB2-0D70A1F87077}" type="parTrans" cxnId="{067C22D0-E50A-A347-B98C-C4D9D380CD5B}">
      <dgm:prSet/>
      <dgm:spPr/>
      <dgm:t>
        <a:bodyPr/>
        <a:lstStyle/>
        <a:p>
          <a:endParaRPr lang="en-US"/>
        </a:p>
      </dgm:t>
    </dgm:pt>
    <dgm:pt modelId="{F4D0B0EC-8379-9B41-AC09-E64304DCF0E6}" type="sibTrans" cxnId="{067C22D0-E50A-A347-B98C-C4D9D380CD5B}">
      <dgm:prSet/>
      <dgm:spPr/>
      <dgm:t>
        <a:bodyPr/>
        <a:lstStyle/>
        <a:p>
          <a:endParaRPr lang="en-US"/>
        </a:p>
      </dgm:t>
    </dgm:pt>
    <dgm:pt modelId="{BE120979-3920-3741-B66C-0E349D80BDF9}">
      <dgm:prSet/>
      <dgm:spPr/>
      <dgm:t>
        <a:bodyPr/>
        <a:lstStyle/>
        <a:p>
          <a:r>
            <a:rPr lang="en-US" dirty="0"/>
            <a:t>getting something </a:t>
          </a:r>
        </a:p>
      </dgm:t>
    </dgm:pt>
    <dgm:pt modelId="{DAB83A62-FB0F-2545-B629-6795109B8214}" type="parTrans" cxnId="{A235BC37-D793-CB47-870A-569661EAE2DB}">
      <dgm:prSet/>
      <dgm:spPr/>
      <dgm:t>
        <a:bodyPr/>
        <a:lstStyle/>
        <a:p>
          <a:endParaRPr lang="en-US"/>
        </a:p>
      </dgm:t>
    </dgm:pt>
    <dgm:pt modelId="{CAEEEC69-C27D-F544-A67F-4893F0E26FB7}" type="sibTrans" cxnId="{A235BC37-D793-CB47-870A-569661EAE2DB}">
      <dgm:prSet/>
      <dgm:spPr/>
      <dgm:t>
        <a:bodyPr/>
        <a:lstStyle/>
        <a:p>
          <a:endParaRPr lang="en-US"/>
        </a:p>
      </dgm:t>
    </dgm:pt>
    <dgm:pt modelId="{EC2B8601-C8DA-9C40-BC81-5605E0385B07}">
      <dgm:prSet/>
      <dgm:spPr/>
      <dgm:t>
        <a:bodyPr/>
        <a:lstStyle/>
        <a:p>
          <a:endParaRPr lang="en-US" dirty="0"/>
        </a:p>
      </dgm:t>
    </dgm:pt>
    <dgm:pt modelId="{6F0FC2F5-C2BF-F543-A3D0-3B384CB936C1}" type="parTrans" cxnId="{0BA83C4C-E8B2-AE47-8B61-3619D22FDAD7}">
      <dgm:prSet/>
      <dgm:spPr/>
      <dgm:t>
        <a:bodyPr/>
        <a:lstStyle/>
        <a:p>
          <a:endParaRPr lang="en-US"/>
        </a:p>
      </dgm:t>
    </dgm:pt>
    <dgm:pt modelId="{DBCE7C1D-936A-4C4D-B897-00AA4D5F0E35}" type="sibTrans" cxnId="{0BA83C4C-E8B2-AE47-8B61-3619D22FDAD7}">
      <dgm:prSet/>
      <dgm:spPr/>
      <dgm:t>
        <a:bodyPr/>
        <a:lstStyle/>
        <a:p>
          <a:endParaRPr lang="en-US"/>
        </a:p>
      </dgm:t>
    </dgm:pt>
    <dgm:pt modelId="{A245B4EC-3B7C-104F-BF5A-55F959035D95}" type="pres">
      <dgm:prSet presAssocID="{B270D899-3DBA-41E3-8A62-E3A6998CE9EC}" presName="Name0" presStyleCnt="0">
        <dgm:presLayoutVars>
          <dgm:dir/>
          <dgm:animLvl val="lvl"/>
          <dgm:resizeHandles val="exact"/>
        </dgm:presLayoutVars>
      </dgm:prSet>
      <dgm:spPr/>
    </dgm:pt>
    <dgm:pt modelId="{8C2B3CC6-3499-9545-9791-85096353DA68}" type="pres">
      <dgm:prSet presAssocID="{FF4B5155-9798-4821-93FD-455024693AD0}" presName="composite" presStyleCnt="0"/>
      <dgm:spPr/>
    </dgm:pt>
    <dgm:pt modelId="{0C1378ED-21C3-EE41-B551-60613818A77B}" type="pres">
      <dgm:prSet presAssocID="{FF4B5155-9798-4821-93FD-455024693AD0}" presName="parTx" presStyleLbl="alignNode1" presStyleIdx="0" presStyleCnt="5" custScaleX="111981" custScaleY="106265">
        <dgm:presLayoutVars>
          <dgm:chMax val="0"/>
          <dgm:chPref val="0"/>
          <dgm:bulletEnabled val="1"/>
        </dgm:presLayoutVars>
      </dgm:prSet>
      <dgm:spPr/>
    </dgm:pt>
    <dgm:pt modelId="{0800C91B-4758-144E-B4F0-DD15B304C694}" type="pres">
      <dgm:prSet presAssocID="{FF4B5155-9798-4821-93FD-455024693AD0}" presName="desTx" presStyleLbl="alignAccFollowNode1" presStyleIdx="0" presStyleCnt="5" custScaleX="110894" custScaleY="189099" custLinFactNeighborX="-631" custLinFactNeighborY="46093">
        <dgm:presLayoutVars>
          <dgm:bulletEnabled val="1"/>
        </dgm:presLayoutVars>
      </dgm:prSet>
      <dgm:spPr/>
    </dgm:pt>
    <dgm:pt modelId="{332ABEBB-BDFA-284C-99F4-39B5ABB44DB7}" type="pres">
      <dgm:prSet presAssocID="{A6C7ACFF-9935-4933-923C-C631188672D0}" presName="space" presStyleCnt="0"/>
      <dgm:spPr/>
    </dgm:pt>
    <dgm:pt modelId="{DE40508C-3ECF-704A-89C4-41329F114EFC}" type="pres">
      <dgm:prSet presAssocID="{CCC4E159-9F06-49C0-B5DF-34A0ABBB2E2F}" presName="composite" presStyleCnt="0"/>
      <dgm:spPr/>
    </dgm:pt>
    <dgm:pt modelId="{DC6282C7-E63B-6D48-98BA-B1CA6A507AD8}" type="pres">
      <dgm:prSet presAssocID="{CCC4E159-9F06-49C0-B5DF-34A0ABBB2E2F}" presName="parTx" presStyleLbl="alignNode1" presStyleIdx="1" presStyleCnt="5" custLinFactNeighborX="-1" custLinFactNeighborY="-584">
        <dgm:presLayoutVars>
          <dgm:chMax val="0"/>
          <dgm:chPref val="0"/>
          <dgm:bulletEnabled val="1"/>
        </dgm:presLayoutVars>
      </dgm:prSet>
      <dgm:spPr/>
    </dgm:pt>
    <dgm:pt modelId="{B88E91B2-EA62-1843-BD24-F927E2EAFD0E}" type="pres">
      <dgm:prSet presAssocID="{CCC4E159-9F06-49C0-B5DF-34A0ABBB2E2F}" presName="desTx" presStyleLbl="alignAccFollowNode1" presStyleIdx="1" presStyleCnt="5" custScaleY="187847" custLinFactNeighborY="43648">
        <dgm:presLayoutVars>
          <dgm:bulletEnabled val="1"/>
        </dgm:presLayoutVars>
      </dgm:prSet>
      <dgm:spPr/>
    </dgm:pt>
    <dgm:pt modelId="{9D8ADF19-72AF-4245-97E7-D41DC4A23A26}" type="pres">
      <dgm:prSet presAssocID="{3D7698CE-C492-4498-9D98-B25120145802}" presName="space" presStyleCnt="0"/>
      <dgm:spPr/>
    </dgm:pt>
    <dgm:pt modelId="{935EADDC-1910-2B43-8C0D-4173D010BB7F}" type="pres">
      <dgm:prSet presAssocID="{D3B03274-423D-4BA7-8989-D3A59A982448}" presName="composite" presStyleCnt="0"/>
      <dgm:spPr/>
    </dgm:pt>
    <dgm:pt modelId="{0536A157-F7A2-BC47-9402-81FD9F3B15A2}" type="pres">
      <dgm:prSet presAssocID="{D3B03274-423D-4BA7-8989-D3A59A982448}" presName="parTx" presStyleLbl="alignNode1" presStyleIdx="2" presStyleCnt="5" custLinFactNeighborX="-1892" custLinFactNeighborY="-584">
        <dgm:presLayoutVars>
          <dgm:chMax val="0"/>
          <dgm:chPref val="0"/>
          <dgm:bulletEnabled val="1"/>
        </dgm:presLayoutVars>
      </dgm:prSet>
      <dgm:spPr/>
    </dgm:pt>
    <dgm:pt modelId="{C2C11E7B-A7CE-0548-8F34-4E3A46454895}" type="pres">
      <dgm:prSet presAssocID="{D3B03274-423D-4BA7-8989-D3A59A982448}" presName="desTx" presStyleLbl="alignAccFollowNode1" presStyleIdx="2" presStyleCnt="5" custScaleY="187847" custLinFactNeighborX="-1261" custLinFactNeighborY="43648">
        <dgm:presLayoutVars>
          <dgm:bulletEnabled val="1"/>
        </dgm:presLayoutVars>
      </dgm:prSet>
      <dgm:spPr/>
    </dgm:pt>
    <dgm:pt modelId="{940C1A64-1CB2-3D4E-9A74-6592C035956E}" type="pres">
      <dgm:prSet presAssocID="{53762181-5775-43E1-B8A8-05970860B3C1}" presName="space" presStyleCnt="0"/>
      <dgm:spPr/>
    </dgm:pt>
    <dgm:pt modelId="{5BD2F11F-A810-FF42-BD29-4607F59E99E5}" type="pres">
      <dgm:prSet presAssocID="{16D01265-41F3-46EA-8920-D489B855E1B9}" presName="composite" presStyleCnt="0"/>
      <dgm:spPr/>
    </dgm:pt>
    <dgm:pt modelId="{3EE4BD38-67E3-6F47-9CF2-A78639874434}" type="pres">
      <dgm:prSet presAssocID="{16D01265-41F3-46EA-8920-D489B855E1B9}" presName="parTx" presStyleLbl="alignNode1" presStyleIdx="3" presStyleCnt="5">
        <dgm:presLayoutVars>
          <dgm:chMax val="0"/>
          <dgm:chPref val="0"/>
          <dgm:bulletEnabled val="1"/>
        </dgm:presLayoutVars>
      </dgm:prSet>
      <dgm:spPr/>
    </dgm:pt>
    <dgm:pt modelId="{FC71038B-51C8-6148-9F6E-4A0376B10F39}" type="pres">
      <dgm:prSet presAssocID="{16D01265-41F3-46EA-8920-D489B855E1B9}" presName="desTx" presStyleLbl="alignAccFollowNode1" presStyleIdx="3" presStyleCnt="5" custScaleY="187847" custLinFactNeighborX="0" custLinFactNeighborY="43648">
        <dgm:presLayoutVars>
          <dgm:bulletEnabled val="1"/>
        </dgm:presLayoutVars>
      </dgm:prSet>
      <dgm:spPr/>
    </dgm:pt>
    <dgm:pt modelId="{92661CEE-E141-2A45-9C26-A389B489E0AD}" type="pres">
      <dgm:prSet presAssocID="{F1699EEF-B405-4910-99C2-B149DD041C97}" presName="space" presStyleCnt="0"/>
      <dgm:spPr/>
    </dgm:pt>
    <dgm:pt modelId="{B1FEA860-D2BC-534E-9D21-670EBD449D1E}" type="pres">
      <dgm:prSet presAssocID="{2259F984-9590-4371-91A9-97039ADE8238}" presName="composite" presStyleCnt="0"/>
      <dgm:spPr/>
    </dgm:pt>
    <dgm:pt modelId="{8E58FB7A-9331-A94C-887F-4A0BE4680A61}" type="pres">
      <dgm:prSet presAssocID="{2259F984-9590-4371-91A9-97039ADE8238}" presName="parTx" presStyleLbl="alignNode1" presStyleIdx="4" presStyleCnt="5">
        <dgm:presLayoutVars>
          <dgm:chMax val="0"/>
          <dgm:chPref val="0"/>
          <dgm:bulletEnabled val="1"/>
        </dgm:presLayoutVars>
      </dgm:prSet>
      <dgm:spPr/>
    </dgm:pt>
    <dgm:pt modelId="{427F3CF9-9E20-FF4A-8406-0544EBF8C3DB}" type="pres">
      <dgm:prSet presAssocID="{2259F984-9590-4371-91A9-97039ADE8238}" presName="desTx" presStyleLbl="alignAccFollowNode1" presStyleIdx="4" presStyleCnt="5" custScaleY="187847" custLinFactNeighborX="3153" custLinFactNeighborY="43648">
        <dgm:presLayoutVars>
          <dgm:bulletEnabled val="1"/>
        </dgm:presLayoutVars>
      </dgm:prSet>
      <dgm:spPr/>
    </dgm:pt>
  </dgm:ptLst>
  <dgm:cxnLst>
    <dgm:cxn modelId="{82E34912-9859-4746-9B8A-00F090BD4C9E}" type="presOf" srcId="{45AFE88C-39AD-6D4A-B520-104C6FD6C686}" destId="{0800C91B-4758-144E-B4F0-DD15B304C694}" srcOrd="0" destOrd="1" presId="urn:microsoft.com/office/officeart/2005/8/layout/hList1"/>
    <dgm:cxn modelId="{3F676D15-F446-3548-9E8C-81A4A002AB41}" type="presOf" srcId="{FF4B5155-9798-4821-93FD-455024693AD0}" destId="{0C1378ED-21C3-EE41-B551-60613818A77B}" srcOrd="0" destOrd="0" presId="urn:microsoft.com/office/officeart/2005/8/layout/hList1"/>
    <dgm:cxn modelId="{ADCDA226-E613-1840-A3DA-D5FF9368824F}" srcId="{FF4B5155-9798-4821-93FD-455024693AD0}" destId="{B217AD4A-6C46-2546-859E-3D25D6D1B089}" srcOrd="0" destOrd="0" parTransId="{6B4CC45B-27EA-974A-9EFC-78C88F9B648E}" sibTransId="{73A10F56-6BD2-A14B-8CE3-E4C4708F2658}"/>
    <dgm:cxn modelId="{16C1FC2B-F549-464A-9FFB-8AE2400164F1}" srcId="{FF4B5155-9798-4821-93FD-455024693AD0}" destId="{45AFE88C-39AD-6D4A-B520-104C6FD6C686}" srcOrd="1" destOrd="0" parTransId="{9D7D923D-48A7-574E-9FE3-250069B036F7}" sibTransId="{7A524899-5F32-3140-8A27-6069738EBCFE}"/>
    <dgm:cxn modelId="{B305692E-4A2E-2148-AAAF-AA92FCC8F913}" type="presOf" srcId="{B217AD4A-6C46-2546-859E-3D25D6D1B089}" destId="{0800C91B-4758-144E-B4F0-DD15B304C694}" srcOrd="0" destOrd="0" presId="urn:microsoft.com/office/officeart/2005/8/layout/hList1"/>
    <dgm:cxn modelId="{ACD75431-AA53-7D48-BB1A-74E39A4F4098}" type="presOf" srcId="{263F65B4-D470-7749-8F44-234D42C58F46}" destId="{0800C91B-4758-144E-B4F0-DD15B304C694}" srcOrd="0" destOrd="3" presId="urn:microsoft.com/office/officeart/2005/8/layout/hList1"/>
    <dgm:cxn modelId="{5BBEE833-4232-FF4D-9F58-8B1A7E4FA3E0}" type="presOf" srcId="{B270D899-3DBA-41E3-8A62-E3A6998CE9EC}" destId="{A245B4EC-3B7C-104F-BF5A-55F959035D95}" srcOrd="0" destOrd="0" presId="urn:microsoft.com/office/officeart/2005/8/layout/hList1"/>
    <dgm:cxn modelId="{CEEA9635-34CC-3D43-A752-2F52DD4AFE0A}" type="presOf" srcId="{364F2D56-ECDF-6348-9427-EBE539127355}" destId="{B88E91B2-EA62-1843-BD24-F927E2EAFD0E}" srcOrd="0" destOrd="1" presId="urn:microsoft.com/office/officeart/2005/8/layout/hList1"/>
    <dgm:cxn modelId="{A235BC37-D793-CB47-870A-569661EAE2DB}" srcId="{16D01265-41F3-46EA-8920-D489B855E1B9}" destId="{BE120979-3920-3741-B66C-0E349D80BDF9}" srcOrd="0" destOrd="0" parTransId="{DAB83A62-FB0F-2545-B629-6795109B8214}" sibTransId="{CAEEEC69-C27D-F544-A67F-4893F0E26FB7}"/>
    <dgm:cxn modelId="{0BA83C4C-E8B2-AE47-8B61-3619D22FDAD7}" srcId="{16D01265-41F3-46EA-8920-D489B855E1B9}" destId="{EC2B8601-C8DA-9C40-BC81-5605E0385B07}" srcOrd="1" destOrd="0" parTransId="{6F0FC2F5-C2BF-F543-A3D0-3B384CB936C1}" sibTransId="{DBCE7C1D-936A-4C4D-B897-00AA4D5F0E35}"/>
    <dgm:cxn modelId="{419B616F-5429-E042-978A-D3FC87679B54}" type="presOf" srcId="{522AC2E6-765D-9A45-8523-4AFEA9DB2B35}" destId="{B88E91B2-EA62-1843-BD24-F927E2EAFD0E}" srcOrd="0" destOrd="2" presId="urn:microsoft.com/office/officeart/2005/8/layout/hList1"/>
    <dgm:cxn modelId="{DCA0E372-D020-41A8-9179-81066291C666}" srcId="{B270D899-3DBA-41E3-8A62-E3A6998CE9EC}" destId="{D3B03274-423D-4BA7-8989-D3A59A982448}" srcOrd="2" destOrd="0" parTransId="{9457254A-A7E0-40E0-8C4F-5333DA816168}" sibTransId="{53762181-5775-43E1-B8A8-05970860B3C1}"/>
    <dgm:cxn modelId="{3913EB78-A1A2-814E-A61B-D7981BFD3E26}" type="presOf" srcId="{CCC4E159-9F06-49C0-B5DF-34A0ABBB2E2F}" destId="{DC6282C7-E63B-6D48-98BA-B1CA6A507AD8}" srcOrd="0" destOrd="0" presId="urn:microsoft.com/office/officeart/2005/8/layout/hList1"/>
    <dgm:cxn modelId="{8E558C80-8ED4-1A4A-84F2-DD51469FFB25}" type="presOf" srcId="{266F310D-BBAB-1F45-A6A7-D3B5F1144690}" destId="{C2C11E7B-A7CE-0548-8F34-4E3A46454895}" srcOrd="0" destOrd="0" presId="urn:microsoft.com/office/officeart/2005/8/layout/hList1"/>
    <dgm:cxn modelId="{C3F7F783-5799-4AF3-A5EC-CACCB0997748}" srcId="{B270D899-3DBA-41E3-8A62-E3A6998CE9EC}" destId="{FF4B5155-9798-4821-93FD-455024693AD0}" srcOrd="0" destOrd="0" parTransId="{215D7BF9-CB16-49EF-8697-EC769510076E}" sibTransId="{A6C7ACFF-9935-4933-923C-C631188672D0}"/>
    <dgm:cxn modelId="{4613B18C-DADB-D746-8D86-564A2A9003A6}" type="presOf" srcId="{EC2B8601-C8DA-9C40-BC81-5605E0385B07}" destId="{FC71038B-51C8-6148-9F6E-4A0376B10F39}" srcOrd="0" destOrd="1" presId="urn:microsoft.com/office/officeart/2005/8/layout/hList1"/>
    <dgm:cxn modelId="{5DC23894-A9F2-1843-98F7-8E148939A904}" type="presOf" srcId="{D3B03274-423D-4BA7-8989-D3A59A982448}" destId="{0536A157-F7A2-BC47-9402-81FD9F3B15A2}" srcOrd="0" destOrd="0" presId="urn:microsoft.com/office/officeart/2005/8/layout/hList1"/>
    <dgm:cxn modelId="{E80FA094-2C89-6D44-856E-D1988C09AD30}" type="presOf" srcId="{BE120979-3920-3741-B66C-0E349D80BDF9}" destId="{FC71038B-51C8-6148-9F6E-4A0376B10F39}" srcOrd="0" destOrd="0" presId="urn:microsoft.com/office/officeart/2005/8/layout/hList1"/>
    <dgm:cxn modelId="{FE43E494-388A-8D4E-9EC8-E908063D8D3A}" srcId="{FF4B5155-9798-4821-93FD-455024693AD0}" destId="{263F65B4-D470-7749-8F44-234D42C58F46}" srcOrd="3" destOrd="0" parTransId="{E932679C-0B30-614C-9A28-98A9F48CE1C8}" sibTransId="{682F118D-66A7-874E-817D-79F51FFE8B5B}"/>
    <dgm:cxn modelId="{C871E798-2E17-8B41-8A09-B126DB0AA6AF}" srcId="{CCC4E159-9F06-49C0-B5DF-34A0ABBB2E2F}" destId="{364F2D56-ECDF-6348-9427-EBE539127355}" srcOrd="1" destOrd="0" parTransId="{92FD3C0A-2395-AA4C-BE58-D33E043006B0}" sibTransId="{1535F665-BB2F-714A-9DA5-82A5A598922D}"/>
    <dgm:cxn modelId="{F046A4AC-2CF6-C049-8B7C-B54808FC76EC}" type="presOf" srcId="{2E389391-1E4B-EE4C-83E4-C23EEBE12093}" destId="{C2C11E7B-A7CE-0548-8F34-4E3A46454895}" srcOrd="0" destOrd="1" presId="urn:microsoft.com/office/officeart/2005/8/layout/hList1"/>
    <dgm:cxn modelId="{B0309BB0-1E5E-084F-8D55-04AE1013FE5F}" type="presOf" srcId="{16D01265-41F3-46EA-8920-D489B855E1B9}" destId="{3EE4BD38-67E3-6F47-9CF2-A78639874434}" srcOrd="0" destOrd="0" presId="urn:microsoft.com/office/officeart/2005/8/layout/hList1"/>
    <dgm:cxn modelId="{943FA3B2-5C37-2C4E-9157-FF2DC8BC8359}" type="presOf" srcId="{7C9D63EF-25A2-0A4C-8E33-788A925F6392}" destId="{0800C91B-4758-144E-B4F0-DD15B304C694}" srcOrd="0" destOrd="2" presId="urn:microsoft.com/office/officeart/2005/8/layout/hList1"/>
    <dgm:cxn modelId="{A82822BA-6DBB-DB49-94A8-2ACBED395980}" srcId="{D3B03274-423D-4BA7-8989-D3A59A982448}" destId="{2E389391-1E4B-EE4C-83E4-C23EEBE12093}" srcOrd="1" destOrd="0" parTransId="{2AA43FA3-1D63-6943-B4A0-EEB0F988DE15}" sibTransId="{466D6E07-AE91-AC4F-838B-F254A1D18D3E}"/>
    <dgm:cxn modelId="{937C6FBF-AB21-D344-9576-40D28E78757E}" type="presOf" srcId="{17218371-FE29-CD41-80B8-EBC272F16C48}" destId="{B88E91B2-EA62-1843-BD24-F927E2EAFD0E}" srcOrd="0" destOrd="0" presId="urn:microsoft.com/office/officeart/2005/8/layout/hList1"/>
    <dgm:cxn modelId="{98C988BF-1D79-45A7-9FA8-5E5C843167D9}" srcId="{B270D899-3DBA-41E3-8A62-E3A6998CE9EC}" destId="{2259F984-9590-4371-91A9-97039ADE8238}" srcOrd="4" destOrd="0" parTransId="{E8D986A0-84A4-42AC-A62B-BB1B8C23B5CF}" sibTransId="{78E32D42-02C4-4941-9E89-F79013370DCE}"/>
    <dgm:cxn modelId="{6D4A37C0-83A0-9B43-B3E5-C80C4FE3CB67}" type="presOf" srcId="{2259F984-9590-4371-91A9-97039ADE8238}" destId="{8E58FB7A-9331-A94C-887F-4A0BE4680A61}" srcOrd="0" destOrd="0" presId="urn:microsoft.com/office/officeart/2005/8/layout/hList1"/>
    <dgm:cxn modelId="{BE2CCAC1-34E0-4B65-AF16-DD805224465B}" srcId="{B270D899-3DBA-41E3-8A62-E3A6998CE9EC}" destId="{CCC4E159-9F06-49C0-B5DF-34A0ABBB2E2F}" srcOrd="1" destOrd="0" parTransId="{AE4AEF0C-7F64-4BCC-BD8F-98B56D10E14C}" sibTransId="{3D7698CE-C492-4498-9D98-B25120145802}"/>
    <dgm:cxn modelId="{067C22D0-E50A-A347-B98C-C4D9D380CD5B}" srcId="{CCC4E159-9F06-49C0-B5DF-34A0ABBB2E2F}" destId="{522AC2E6-765D-9A45-8523-4AFEA9DB2B35}" srcOrd="2" destOrd="0" parTransId="{A770B83E-A133-4545-BFB2-0D70A1F87077}" sibTransId="{F4D0B0EC-8379-9B41-AC09-E64304DCF0E6}"/>
    <dgm:cxn modelId="{092E6ED5-E1A4-4662-8E22-9EF2C17A9448}" srcId="{B270D899-3DBA-41E3-8A62-E3A6998CE9EC}" destId="{16D01265-41F3-46EA-8920-D489B855E1B9}" srcOrd="3" destOrd="0" parTransId="{D61A8034-E0B7-4DFC-9DAF-752F9B2CE93C}" sibTransId="{F1699EEF-B405-4910-99C2-B149DD041C97}"/>
    <dgm:cxn modelId="{970DB3E8-6303-F940-918B-9C1393D1D6AA}" srcId="{CCC4E159-9F06-49C0-B5DF-34A0ABBB2E2F}" destId="{17218371-FE29-CD41-80B8-EBC272F16C48}" srcOrd="0" destOrd="0" parTransId="{C651BC51-AD71-4240-987C-E16AF49B76D2}" sibTransId="{4FDC41BD-0556-B14F-82A2-DE50E61BEBB6}"/>
    <dgm:cxn modelId="{ECD467EF-AB2B-A140-AFE5-ECF2DFC550A4}" srcId="{FF4B5155-9798-4821-93FD-455024693AD0}" destId="{7C9D63EF-25A2-0A4C-8E33-788A925F6392}" srcOrd="2" destOrd="0" parTransId="{6386585E-F666-CD42-934A-6DF985EFBCA6}" sibTransId="{D6C5B898-8823-2948-ACF3-6B2FF42628F3}"/>
    <dgm:cxn modelId="{AEECE9F1-2A39-F148-8EF7-756B7F75631D}" srcId="{D3B03274-423D-4BA7-8989-D3A59A982448}" destId="{266F310D-BBAB-1F45-A6A7-D3B5F1144690}" srcOrd="0" destOrd="0" parTransId="{7EBF5872-AB65-784A-A326-DDA363F19B42}" sibTransId="{16B69F74-1B99-2740-B582-EEC12E8BFD6A}"/>
    <dgm:cxn modelId="{5FB0513C-0F2F-FC43-A1EB-B22A09CDC155}" type="presParOf" srcId="{A245B4EC-3B7C-104F-BF5A-55F959035D95}" destId="{8C2B3CC6-3499-9545-9791-85096353DA68}" srcOrd="0" destOrd="0" presId="urn:microsoft.com/office/officeart/2005/8/layout/hList1"/>
    <dgm:cxn modelId="{8F907AC7-9A96-B543-A702-33DD022952DF}" type="presParOf" srcId="{8C2B3CC6-3499-9545-9791-85096353DA68}" destId="{0C1378ED-21C3-EE41-B551-60613818A77B}" srcOrd="0" destOrd="0" presId="urn:microsoft.com/office/officeart/2005/8/layout/hList1"/>
    <dgm:cxn modelId="{D4775786-8FA6-694E-8F81-99FCEF318174}" type="presParOf" srcId="{8C2B3CC6-3499-9545-9791-85096353DA68}" destId="{0800C91B-4758-144E-B4F0-DD15B304C694}" srcOrd="1" destOrd="0" presId="urn:microsoft.com/office/officeart/2005/8/layout/hList1"/>
    <dgm:cxn modelId="{F32786E9-E87F-3248-9CBC-EE99BB703D4C}" type="presParOf" srcId="{A245B4EC-3B7C-104F-BF5A-55F959035D95}" destId="{332ABEBB-BDFA-284C-99F4-39B5ABB44DB7}" srcOrd="1" destOrd="0" presId="urn:microsoft.com/office/officeart/2005/8/layout/hList1"/>
    <dgm:cxn modelId="{EA5DF233-6619-F448-A64A-53B0FBAAC537}" type="presParOf" srcId="{A245B4EC-3B7C-104F-BF5A-55F959035D95}" destId="{DE40508C-3ECF-704A-89C4-41329F114EFC}" srcOrd="2" destOrd="0" presId="urn:microsoft.com/office/officeart/2005/8/layout/hList1"/>
    <dgm:cxn modelId="{34D4880C-65DF-4D46-9B53-90B4E61A220A}" type="presParOf" srcId="{DE40508C-3ECF-704A-89C4-41329F114EFC}" destId="{DC6282C7-E63B-6D48-98BA-B1CA6A507AD8}" srcOrd="0" destOrd="0" presId="urn:microsoft.com/office/officeart/2005/8/layout/hList1"/>
    <dgm:cxn modelId="{50736E95-5D64-8847-85CE-4880582ECB21}" type="presParOf" srcId="{DE40508C-3ECF-704A-89C4-41329F114EFC}" destId="{B88E91B2-EA62-1843-BD24-F927E2EAFD0E}" srcOrd="1" destOrd="0" presId="urn:microsoft.com/office/officeart/2005/8/layout/hList1"/>
    <dgm:cxn modelId="{9778EA4B-2AB2-8947-95FE-201A013AF05C}" type="presParOf" srcId="{A245B4EC-3B7C-104F-BF5A-55F959035D95}" destId="{9D8ADF19-72AF-4245-97E7-D41DC4A23A26}" srcOrd="3" destOrd="0" presId="urn:microsoft.com/office/officeart/2005/8/layout/hList1"/>
    <dgm:cxn modelId="{251B8FFB-6740-7F48-8032-A30E6CE8A2A6}" type="presParOf" srcId="{A245B4EC-3B7C-104F-BF5A-55F959035D95}" destId="{935EADDC-1910-2B43-8C0D-4173D010BB7F}" srcOrd="4" destOrd="0" presId="urn:microsoft.com/office/officeart/2005/8/layout/hList1"/>
    <dgm:cxn modelId="{5376A04A-0063-8143-BC75-3E9009B8B5DF}" type="presParOf" srcId="{935EADDC-1910-2B43-8C0D-4173D010BB7F}" destId="{0536A157-F7A2-BC47-9402-81FD9F3B15A2}" srcOrd="0" destOrd="0" presId="urn:microsoft.com/office/officeart/2005/8/layout/hList1"/>
    <dgm:cxn modelId="{D7B1080C-B492-724F-8BD0-8724361AFB0B}" type="presParOf" srcId="{935EADDC-1910-2B43-8C0D-4173D010BB7F}" destId="{C2C11E7B-A7CE-0548-8F34-4E3A46454895}" srcOrd="1" destOrd="0" presId="urn:microsoft.com/office/officeart/2005/8/layout/hList1"/>
    <dgm:cxn modelId="{C3A72679-C986-014A-9C55-7E36E14B6D92}" type="presParOf" srcId="{A245B4EC-3B7C-104F-BF5A-55F959035D95}" destId="{940C1A64-1CB2-3D4E-9A74-6592C035956E}" srcOrd="5" destOrd="0" presId="urn:microsoft.com/office/officeart/2005/8/layout/hList1"/>
    <dgm:cxn modelId="{C1FF5613-DCFD-DD44-A939-670412A4C900}" type="presParOf" srcId="{A245B4EC-3B7C-104F-BF5A-55F959035D95}" destId="{5BD2F11F-A810-FF42-BD29-4607F59E99E5}" srcOrd="6" destOrd="0" presId="urn:microsoft.com/office/officeart/2005/8/layout/hList1"/>
    <dgm:cxn modelId="{FDC915A6-4A6F-3243-8BE6-D333DE8AB161}" type="presParOf" srcId="{5BD2F11F-A810-FF42-BD29-4607F59E99E5}" destId="{3EE4BD38-67E3-6F47-9CF2-A78639874434}" srcOrd="0" destOrd="0" presId="urn:microsoft.com/office/officeart/2005/8/layout/hList1"/>
    <dgm:cxn modelId="{5DF68699-5F27-EC40-8BAB-01BF7AFB4ECC}" type="presParOf" srcId="{5BD2F11F-A810-FF42-BD29-4607F59E99E5}" destId="{FC71038B-51C8-6148-9F6E-4A0376B10F39}" srcOrd="1" destOrd="0" presId="urn:microsoft.com/office/officeart/2005/8/layout/hList1"/>
    <dgm:cxn modelId="{09166F64-0831-CA4C-97CA-500114504CDD}" type="presParOf" srcId="{A245B4EC-3B7C-104F-BF5A-55F959035D95}" destId="{92661CEE-E141-2A45-9C26-A389B489E0AD}" srcOrd="7" destOrd="0" presId="urn:microsoft.com/office/officeart/2005/8/layout/hList1"/>
    <dgm:cxn modelId="{5B5145A4-D63B-5840-8DA3-2C77E8287346}" type="presParOf" srcId="{A245B4EC-3B7C-104F-BF5A-55F959035D95}" destId="{B1FEA860-D2BC-534E-9D21-670EBD449D1E}" srcOrd="8" destOrd="0" presId="urn:microsoft.com/office/officeart/2005/8/layout/hList1"/>
    <dgm:cxn modelId="{A19B18A4-CE12-2747-9402-3B54877C6F5B}" type="presParOf" srcId="{B1FEA860-D2BC-534E-9D21-670EBD449D1E}" destId="{8E58FB7A-9331-A94C-887F-4A0BE4680A61}" srcOrd="0" destOrd="0" presId="urn:microsoft.com/office/officeart/2005/8/layout/hList1"/>
    <dgm:cxn modelId="{5D837CDA-506D-D440-ACC5-CA012C38AB4E}" type="presParOf" srcId="{B1FEA860-D2BC-534E-9D21-670EBD449D1E}" destId="{427F3CF9-9E20-FF4A-8406-0544EBF8C3D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031D5C2-EF30-4C09-B27A-B1C921FEEC28}"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D968A816-7855-45A0-8D5F-9FF8960010C3}">
      <dgm:prSet custT="1"/>
      <dgm:spPr>
        <a:solidFill>
          <a:schemeClr val="accent2">
            <a:lumMod val="50000"/>
          </a:schemeClr>
        </a:solidFill>
      </dgm:spPr>
      <dgm:t>
        <a:bodyPr/>
        <a:lstStyle/>
        <a:p>
          <a:r>
            <a:rPr lang="en-US" sz="2400"/>
            <a:t>Get baseline data</a:t>
          </a:r>
          <a:endParaRPr lang="en-US" sz="2400" dirty="0"/>
        </a:p>
      </dgm:t>
    </dgm:pt>
    <dgm:pt modelId="{88C1FBBC-4059-4A50-91C1-9A0C9980FE24}" type="parTrans" cxnId="{0BCD3EC3-51CF-4C73-A9AA-4A53975E40E3}">
      <dgm:prSet/>
      <dgm:spPr/>
      <dgm:t>
        <a:bodyPr/>
        <a:lstStyle/>
        <a:p>
          <a:endParaRPr lang="en-US"/>
        </a:p>
      </dgm:t>
    </dgm:pt>
    <dgm:pt modelId="{991249BB-477C-48BB-AA20-AD6F4C72BE79}" type="sibTrans" cxnId="{0BCD3EC3-51CF-4C73-A9AA-4A53975E40E3}">
      <dgm:prSet/>
      <dgm:spPr>
        <a:ln>
          <a:solidFill>
            <a:schemeClr val="tx1"/>
          </a:solidFill>
        </a:ln>
      </dgm:spPr>
      <dgm:t>
        <a:bodyPr/>
        <a:lstStyle/>
        <a:p>
          <a:endParaRPr lang="en-US"/>
        </a:p>
      </dgm:t>
    </dgm:pt>
    <dgm:pt modelId="{657DDA78-6142-41FA-B4BF-444DA4B30F45}">
      <dgm:prSet/>
      <dgm:spPr>
        <a:solidFill>
          <a:schemeClr val="accent2">
            <a:lumMod val="50000"/>
          </a:schemeClr>
        </a:solidFill>
      </dgm:spPr>
      <dgm:t>
        <a:bodyPr/>
        <a:lstStyle/>
        <a:p>
          <a:r>
            <a:rPr lang="en-US" sz="1600" dirty="0"/>
            <a:t>Direct observation of student and routines</a:t>
          </a:r>
        </a:p>
      </dgm:t>
    </dgm:pt>
    <dgm:pt modelId="{1D2AF3DE-EE1D-468B-B17D-0D254F6C837C}" type="parTrans" cxnId="{EE52C04E-728F-4995-A011-52030E3F2A57}">
      <dgm:prSet/>
      <dgm:spPr/>
      <dgm:t>
        <a:bodyPr/>
        <a:lstStyle/>
        <a:p>
          <a:endParaRPr lang="en-US"/>
        </a:p>
      </dgm:t>
    </dgm:pt>
    <dgm:pt modelId="{BBC9218A-6E55-48AA-A800-2B3987F92BBF}" type="sibTrans" cxnId="{EE52C04E-728F-4995-A011-52030E3F2A57}">
      <dgm:prSet/>
      <dgm:spPr/>
      <dgm:t>
        <a:bodyPr/>
        <a:lstStyle/>
        <a:p>
          <a:endParaRPr lang="en-US"/>
        </a:p>
      </dgm:t>
    </dgm:pt>
    <dgm:pt modelId="{C70AD0E6-790A-4C85-9EEE-60018C2DFEF2}">
      <dgm:prSet/>
      <dgm:spPr>
        <a:solidFill>
          <a:schemeClr val="accent2">
            <a:lumMod val="50000"/>
          </a:schemeClr>
        </a:solidFill>
      </dgm:spPr>
      <dgm:t>
        <a:bodyPr/>
        <a:lstStyle/>
        <a:p>
          <a:r>
            <a:rPr lang="en-US" sz="1600"/>
            <a:t>Interviews </a:t>
          </a:r>
        </a:p>
      </dgm:t>
    </dgm:pt>
    <dgm:pt modelId="{13139350-ED70-48D6-8226-069F5028D506}" type="parTrans" cxnId="{876F9030-113A-4342-B2B3-32BE178F622A}">
      <dgm:prSet/>
      <dgm:spPr/>
      <dgm:t>
        <a:bodyPr/>
        <a:lstStyle/>
        <a:p>
          <a:endParaRPr lang="en-US"/>
        </a:p>
      </dgm:t>
    </dgm:pt>
    <dgm:pt modelId="{49E083A9-AD03-48D9-9A54-71FCB75CA5C2}" type="sibTrans" cxnId="{876F9030-113A-4342-B2B3-32BE178F622A}">
      <dgm:prSet/>
      <dgm:spPr/>
      <dgm:t>
        <a:bodyPr/>
        <a:lstStyle/>
        <a:p>
          <a:endParaRPr lang="en-US"/>
        </a:p>
      </dgm:t>
    </dgm:pt>
    <dgm:pt modelId="{E533536F-F90B-433F-84F3-0BCC545A38B6}">
      <dgm:prSet/>
      <dgm:spPr>
        <a:solidFill>
          <a:schemeClr val="accent2">
            <a:lumMod val="50000"/>
          </a:schemeClr>
        </a:solidFill>
      </dgm:spPr>
      <dgm:t>
        <a:bodyPr/>
        <a:lstStyle/>
        <a:p>
          <a:r>
            <a:rPr lang="en-US" sz="1600"/>
            <a:t>Records </a:t>
          </a:r>
        </a:p>
      </dgm:t>
    </dgm:pt>
    <dgm:pt modelId="{FBA91422-F062-4234-B490-08EBD797A563}" type="parTrans" cxnId="{2DCC8840-3E09-43C0-B613-27FD123D46E6}">
      <dgm:prSet/>
      <dgm:spPr/>
      <dgm:t>
        <a:bodyPr/>
        <a:lstStyle/>
        <a:p>
          <a:endParaRPr lang="en-US"/>
        </a:p>
      </dgm:t>
    </dgm:pt>
    <dgm:pt modelId="{D6070E2C-45D6-41F3-82DF-7B7BC7CB4E52}" type="sibTrans" cxnId="{2DCC8840-3E09-43C0-B613-27FD123D46E6}">
      <dgm:prSet/>
      <dgm:spPr/>
      <dgm:t>
        <a:bodyPr/>
        <a:lstStyle/>
        <a:p>
          <a:endParaRPr lang="en-US"/>
        </a:p>
      </dgm:t>
    </dgm:pt>
    <dgm:pt modelId="{FC21A3C9-0036-40C1-B70E-B71ABDBB1345}">
      <dgm:prSet custT="1"/>
      <dgm:spPr>
        <a:solidFill>
          <a:schemeClr val="accent6">
            <a:lumMod val="50000"/>
          </a:schemeClr>
        </a:solidFill>
      </dgm:spPr>
      <dgm:t>
        <a:bodyPr/>
        <a:lstStyle/>
        <a:p>
          <a:r>
            <a:rPr lang="en-US" sz="2400"/>
            <a:t>Analyze and summarize data</a:t>
          </a:r>
          <a:endParaRPr lang="en-US" sz="2400" dirty="0"/>
        </a:p>
      </dgm:t>
    </dgm:pt>
    <dgm:pt modelId="{2FDDF3E9-F0AC-4EDF-AC04-C9792100012B}" type="parTrans" cxnId="{67658191-F9FB-47FA-909E-379B649DF31E}">
      <dgm:prSet/>
      <dgm:spPr/>
      <dgm:t>
        <a:bodyPr/>
        <a:lstStyle/>
        <a:p>
          <a:endParaRPr lang="en-US"/>
        </a:p>
      </dgm:t>
    </dgm:pt>
    <dgm:pt modelId="{A0000D69-F09C-4429-8E13-6E0162F66A67}" type="sibTrans" cxnId="{67658191-F9FB-47FA-909E-379B649DF31E}">
      <dgm:prSet/>
      <dgm:spPr>
        <a:ln>
          <a:solidFill>
            <a:schemeClr val="tx1"/>
          </a:solidFill>
        </a:ln>
      </dgm:spPr>
      <dgm:t>
        <a:bodyPr/>
        <a:lstStyle/>
        <a:p>
          <a:endParaRPr lang="en-US"/>
        </a:p>
      </dgm:t>
    </dgm:pt>
    <dgm:pt modelId="{9F9B6B8B-F2D8-4D09-94B3-74ACC6A38DB4}">
      <dgm:prSet/>
      <dgm:spPr>
        <a:solidFill>
          <a:schemeClr val="accent4">
            <a:lumMod val="50000"/>
          </a:schemeClr>
        </a:solidFill>
      </dgm:spPr>
      <dgm:t>
        <a:bodyPr/>
        <a:lstStyle/>
        <a:p>
          <a:r>
            <a:rPr lang="en-US"/>
            <a:t>Create a hypothesis for the behavior</a:t>
          </a:r>
        </a:p>
      </dgm:t>
    </dgm:pt>
    <dgm:pt modelId="{DF0C33FB-1B71-4FBE-8309-9C90AAEDEC8C}" type="parTrans" cxnId="{4C44F350-BD49-4E03-93EE-879CD1A93B4C}">
      <dgm:prSet/>
      <dgm:spPr/>
      <dgm:t>
        <a:bodyPr/>
        <a:lstStyle/>
        <a:p>
          <a:endParaRPr lang="en-US"/>
        </a:p>
      </dgm:t>
    </dgm:pt>
    <dgm:pt modelId="{6EA3DFAF-307C-4E68-A213-355E449437C8}" type="sibTrans" cxnId="{4C44F350-BD49-4E03-93EE-879CD1A93B4C}">
      <dgm:prSet/>
      <dgm:spPr>
        <a:ln>
          <a:solidFill>
            <a:schemeClr val="tx1"/>
          </a:solidFill>
        </a:ln>
      </dgm:spPr>
      <dgm:t>
        <a:bodyPr/>
        <a:lstStyle/>
        <a:p>
          <a:endParaRPr lang="en-US"/>
        </a:p>
      </dgm:t>
    </dgm:pt>
    <dgm:pt modelId="{701247D0-624A-473A-A954-A29BDA975C29}">
      <dgm:prSet/>
      <dgm:spPr>
        <a:solidFill>
          <a:schemeClr val="accent3">
            <a:lumMod val="75000"/>
          </a:schemeClr>
        </a:solidFill>
      </dgm:spPr>
      <dgm:t>
        <a:bodyPr/>
        <a:lstStyle/>
        <a:p>
          <a:r>
            <a:rPr lang="en-US" dirty="0"/>
            <a:t>Choose a target behavior to change</a:t>
          </a:r>
        </a:p>
      </dgm:t>
    </dgm:pt>
    <dgm:pt modelId="{70DF54BA-01BD-4713-9DC2-0971707E8B7E}" type="parTrans" cxnId="{2A7BC579-9D28-4E27-8AB1-898C008F3090}">
      <dgm:prSet/>
      <dgm:spPr/>
      <dgm:t>
        <a:bodyPr/>
        <a:lstStyle/>
        <a:p>
          <a:endParaRPr lang="en-US"/>
        </a:p>
      </dgm:t>
    </dgm:pt>
    <dgm:pt modelId="{D7F4E262-1D89-4762-962E-8867DE295A2B}" type="sibTrans" cxnId="{2A7BC579-9D28-4E27-8AB1-898C008F3090}">
      <dgm:prSet/>
      <dgm:spPr>
        <a:ln>
          <a:solidFill>
            <a:schemeClr val="tx1"/>
          </a:solidFill>
        </a:ln>
      </dgm:spPr>
      <dgm:t>
        <a:bodyPr/>
        <a:lstStyle/>
        <a:p>
          <a:endParaRPr lang="en-US"/>
        </a:p>
      </dgm:t>
    </dgm:pt>
    <dgm:pt modelId="{60504FFF-E8AA-4C66-873E-3563E2F85B35}">
      <dgm:prSet/>
      <dgm:spPr>
        <a:solidFill>
          <a:schemeClr val="accent4">
            <a:lumMod val="75000"/>
          </a:schemeClr>
        </a:solidFill>
      </dgm:spPr>
      <dgm:t>
        <a:bodyPr/>
        <a:lstStyle/>
        <a:p>
          <a:r>
            <a:rPr lang="en-US" dirty="0"/>
            <a:t>Identify incentives and needed skills </a:t>
          </a:r>
        </a:p>
      </dgm:t>
    </dgm:pt>
    <dgm:pt modelId="{DC02950B-A91D-4ED9-AA33-385ADEAFE7DA}" type="parTrans" cxnId="{CF9B7E32-BCA5-43B1-BBA7-1CC099C62449}">
      <dgm:prSet/>
      <dgm:spPr/>
      <dgm:t>
        <a:bodyPr/>
        <a:lstStyle/>
        <a:p>
          <a:endParaRPr lang="en-US"/>
        </a:p>
      </dgm:t>
    </dgm:pt>
    <dgm:pt modelId="{810EE50A-BB81-4A36-BB3D-9B13586571BB}" type="sibTrans" cxnId="{CF9B7E32-BCA5-43B1-BBA7-1CC099C62449}">
      <dgm:prSet/>
      <dgm:spPr>
        <a:ln>
          <a:solidFill>
            <a:schemeClr val="tx1"/>
          </a:solidFill>
        </a:ln>
      </dgm:spPr>
      <dgm:t>
        <a:bodyPr/>
        <a:lstStyle/>
        <a:p>
          <a:endParaRPr lang="en-US"/>
        </a:p>
      </dgm:t>
    </dgm:pt>
    <dgm:pt modelId="{92D596F1-E92A-4309-B22F-B3F5C8245D9E}">
      <dgm:prSet/>
      <dgm:spPr>
        <a:solidFill>
          <a:schemeClr val="tx2">
            <a:lumMod val="75000"/>
          </a:schemeClr>
        </a:solidFill>
      </dgm:spPr>
      <dgm:t>
        <a:bodyPr/>
        <a:lstStyle/>
        <a:p>
          <a:r>
            <a:rPr lang="en-US"/>
            <a:t>Write plan</a:t>
          </a:r>
        </a:p>
      </dgm:t>
    </dgm:pt>
    <dgm:pt modelId="{9E4B3FC9-6528-4E0B-8048-64F6D9BF21FF}" type="parTrans" cxnId="{128EDC37-381C-45F0-9C35-57372B2214D8}">
      <dgm:prSet/>
      <dgm:spPr/>
      <dgm:t>
        <a:bodyPr/>
        <a:lstStyle/>
        <a:p>
          <a:endParaRPr lang="en-US"/>
        </a:p>
      </dgm:t>
    </dgm:pt>
    <dgm:pt modelId="{84A5FCB5-BF2E-4BE7-9A17-25B6EB636676}" type="sibTrans" cxnId="{128EDC37-381C-45F0-9C35-57372B2214D8}">
      <dgm:prSet/>
      <dgm:spPr/>
      <dgm:t>
        <a:bodyPr/>
        <a:lstStyle/>
        <a:p>
          <a:endParaRPr lang="en-US"/>
        </a:p>
      </dgm:t>
    </dgm:pt>
    <dgm:pt modelId="{B71E5AD5-8B98-4FB2-9E4F-8CDD98CE1218}">
      <dgm:prSet/>
      <dgm:spPr>
        <a:solidFill>
          <a:schemeClr val="tx2">
            <a:lumMod val="75000"/>
          </a:schemeClr>
        </a:solidFill>
      </dgm:spPr>
      <dgm:t>
        <a:bodyPr/>
        <a:lstStyle/>
        <a:p>
          <a:r>
            <a:rPr lang="en-US" dirty="0"/>
            <a:t>Conclusions from the data</a:t>
          </a:r>
        </a:p>
      </dgm:t>
    </dgm:pt>
    <dgm:pt modelId="{FF42D7CF-F2EF-4120-9730-1242BA716382}" type="parTrans" cxnId="{71B6815F-85D9-462D-9172-0E828FE5A521}">
      <dgm:prSet/>
      <dgm:spPr/>
      <dgm:t>
        <a:bodyPr/>
        <a:lstStyle/>
        <a:p>
          <a:endParaRPr lang="en-US"/>
        </a:p>
      </dgm:t>
    </dgm:pt>
    <dgm:pt modelId="{0ECE49F4-400A-4097-9790-7E8752B4418E}" type="sibTrans" cxnId="{71B6815F-85D9-462D-9172-0E828FE5A521}">
      <dgm:prSet/>
      <dgm:spPr/>
      <dgm:t>
        <a:bodyPr/>
        <a:lstStyle/>
        <a:p>
          <a:endParaRPr lang="en-US"/>
        </a:p>
      </dgm:t>
    </dgm:pt>
    <dgm:pt modelId="{C24B442F-DCA5-4D05-A144-0D9B00C567E2}">
      <dgm:prSet/>
      <dgm:spPr>
        <a:solidFill>
          <a:schemeClr val="tx2">
            <a:lumMod val="75000"/>
          </a:schemeClr>
        </a:solidFill>
      </dgm:spPr>
      <dgm:t>
        <a:bodyPr/>
        <a:lstStyle/>
        <a:p>
          <a:r>
            <a:rPr lang="en-US"/>
            <a:t>Special issues – trauma or inability to regulate</a:t>
          </a:r>
        </a:p>
      </dgm:t>
    </dgm:pt>
    <dgm:pt modelId="{2C525A53-98C8-48D6-8BC4-7D309099C179}" type="parTrans" cxnId="{1E850FE7-C88C-4448-A4E4-7647463A4B0A}">
      <dgm:prSet/>
      <dgm:spPr/>
      <dgm:t>
        <a:bodyPr/>
        <a:lstStyle/>
        <a:p>
          <a:endParaRPr lang="en-US"/>
        </a:p>
      </dgm:t>
    </dgm:pt>
    <dgm:pt modelId="{518B2887-8708-40A2-A424-A52D2EAEE217}" type="sibTrans" cxnId="{1E850FE7-C88C-4448-A4E4-7647463A4B0A}">
      <dgm:prSet/>
      <dgm:spPr/>
      <dgm:t>
        <a:bodyPr/>
        <a:lstStyle/>
        <a:p>
          <a:endParaRPr lang="en-US"/>
        </a:p>
      </dgm:t>
    </dgm:pt>
    <dgm:pt modelId="{CFDD277C-D3DD-8C4B-99D4-29240D2937E3}" type="pres">
      <dgm:prSet presAssocID="{A031D5C2-EF30-4C09-B27A-B1C921FEEC28}" presName="Name0" presStyleCnt="0">
        <dgm:presLayoutVars>
          <dgm:dir/>
          <dgm:resizeHandles val="exact"/>
        </dgm:presLayoutVars>
      </dgm:prSet>
      <dgm:spPr/>
    </dgm:pt>
    <dgm:pt modelId="{36D1EF81-3E7E-2941-9D0A-4BD44F7BF3E1}" type="pres">
      <dgm:prSet presAssocID="{701247D0-624A-473A-A954-A29BDA975C29}" presName="node" presStyleLbl="node1" presStyleIdx="0" presStyleCnt="6">
        <dgm:presLayoutVars>
          <dgm:bulletEnabled val="1"/>
        </dgm:presLayoutVars>
      </dgm:prSet>
      <dgm:spPr/>
    </dgm:pt>
    <dgm:pt modelId="{3E662F5E-F6E3-B64C-9C65-CFDBCAC6A1DA}" type="pres">
      <dgm:prSet presAssocID="{D7F4E262-1D89-4762-962E-8867DE295A2B}" presName="sibTrans" presStyleLbl="sibTrans1D1" presStyleIdx="0" presStyleCnt="5"/>
      <dgm:spPr/>
    </dgm:pt>
    <dgm:pt modelId="{45647EB5-80C6-D34A-918C-795B5EE8B342}" type="pres">
      <dgm:prSet presAssocID="{D7F4E262-1D89-4762-962E-8867DE295A2B}" presName="connectorText" presStyleLbl="sibTrans1D1" presStyleIdx="0" presStyleCnt="5"/>
      <dgm:spPr/>
    </dgm:pt>
    <dgm:pt modelId="{12C5E3C5-4B50-B24B-AFB8-FFE110D4CB6E}" type="pres">
      <dgm:prSet presAssocID="{D968A816-7855-45A0-8D5F-9FF8960010C3}" presName="node" presStyleLbl="node1" presStyleIdx="1" presStyleCnt="6">
        <dgm:presLayoutVars>
          <dgm:bulletEnabled val="1"/>
        </dgm:presLayoutVars>
      </dgm:prSet>
      <dgm:spPr/>
    </dgm:pt>
    <dgm:pt modelId="{3F6B319A-5372-584C-A62F-BF5810F24889}" type="pres">
      <dgm:prSet presAssocID="{991249BB-477C-48BB-AA20-AD6F4C72BE79}" presName="sibTrans" presStyleLbl="sibTrans1D1" presStyleIdx="1" presStyleCnt="5"/>
      <dgm:spPr/>
    </dgm:pt>
    <dgm:pt modelId="{C1D98697-22EB-C24D-A386-12E279E784CC}" type="pres">
      <dgm:prSet presAssocID="{991249BB-477C-48BB-AA20-AD6F4C72BE79}" presName="connectorText" presStyleLbl="sibTrans1D1" presStyleIdx="1" presStyleCnt="5"/>
      <dgm:spPr/>
    </dgm:pt>
    <dgm:pt modelId="{BDC83674-A38B-A844-9235-E6397BB9555C}" type="pres">
      <dgm:prSet presAssocID="{FC21A3C9-0036-40C1-B70E-B71ABDBB1345}" presName="node" presStyleLbl="node1" presStyleIdx="2" presStyleCnt="6">
        <dgm:presLayoutVars>
          <dgm:bulletEnabled val="1"/>
        </dgm:presLayoutVars>
      </dgm:prSet>
      <dgm:spPr/>
    </dgm:pt>
    <dgm:pt modelId="{2ACED67E-24F7-3D4B-8ACD-B7F9EE19C908}" type="pres">
      <dgm:prSet presAssocID="{A0000D69-F09C-4429-8E13-6E0162F66A67}" presName="sibTrans" presStyleLbl="sibTrans1D1" presStyleIdx="2" presStyleCnt="5"/>
      <dgm:spPr/>
    </dgm:pt>
    <dgm:pt modelId="{E590ECC1-245C-154E-8F53-AC2DF6955236}" type="pres">
      <dgm:prSet presAssocID="{A0000D69-F09C-4429-8E13-6E0162F66A67}" presName="connectorText" presStyleLbl="sibTrans1D1" presStyleIdx="2" presStyleCnt="5"/>
      <dgm:spPr/>
    </dgm:pt>
    <dgm:pt modelId="{11AD8E75-8C6D-3449-9F29-8B0680EDBA0B}" type="pres">
      <dgm:prSet presAssocID="{9F9B6B8B-F2D8-4D09-94B3-74ACC6A38DB4}" presName="node" presStyleLbl="node1" presStyleIdx="3" presStyleCnt="6">
        <dgm:presLayoutVars>
          <dgm:bulletEnabled val="1"/>
        </dgm:presLayoutVars>
      </dgm:prSet>
      <dgm:spPr/>
    </dgm:pt>
    <dgm:pt modelId="{564F66E7-5E12-314C-95F5-F1E748D713AF}" type="pres">
      <dgm:prSet presAssocID="{6EA3DFAF-307C-4E68-A213-355E449437C8}" presName="sibTrans" presStyleLbl="sibTrans1D1" presStyleIdx="3" presStyleCnt="5"/>
      <dgm:spPr/>
    </dgm:pt>
    <dgm:pt modelId="{86CD9B55-E5D4-8348-8D7C-75EAEF6A3E33}" type="pres">
      <dgm:prSet presAssocID="{6EA3DFAF-307C-4E68-A213-355E449437C8}" presName="connectorText" presStyleLbl="sibTrans1D1" presStyleIdx="3" presStyleCnt="5"/>
      <dgm:spPr/>
    </dgm:pt>
    <dgm:pt modelId="{B29C548C-031E-D541-8BF5-D0FCD392E721}" type="pres">
      <dgm:prSet presAssocID="{60504FFF-E8AA-4C66-873E-3563E2F85B35}" presName="node" presStyleLbl="node1" presStyleIdx="4" presStyleCnt="6">
        <dgm:presLayoutVars>
          <dgm:bulletEnabled val="1"/>
        </dgm:presLayoutVars>
      </dgm:prSet>
      <dgm:spPr/>
    </dgm:pt>
    <dgm:pt modelId="{36C439C0-DF4A-0A40-BCE7-1DC8EDFCC218}" type="pres">
      <dgm:prSet presAssocID="{810EE50A-BB81-4A36-BB3D-9B13586571BB}" presName="sibTrans" presStyleLbl="sibTrans1D1" presStyleIdx="4" presStyleCnt="5"/>
      <dgm:spPr/>
    </dgm:pt>
    <dgm:pt modelId="{8D84E71F-7F56-8147-B988-B68FCEFE5B46}" type="pres">
      <dgm:prSet presAssocID="{810EE50A-BB81-4A36-BB3D-9B13586571BB}" presName="connectorText" presStyleLbl="sibTrans1D1" presStyleIdx="4" presStyleCnt="5"/>
      <dgm:spPr/>
    </dgm:pt>
    <dgm:pt modelId="{475DE73A-22C9-D949-966E-765AB7FB7F05}" type="pres">
      <dgm:prSet presAssocID="{92D596F1-E92A-4309-B22F-B3F5C8245D9E}" presName="node" presStyleLbl="node1" presStyleIdx="5" presStyleCnt="6">
        <dgm:presLayoutVars>
          <dgm:bulletEnabled val="1"/>
        </dgm:presLayoutVars>
      </dgm:prSet>
      <dgm:spPr/>
    </dgm:pt>
  </dgm:ptLst>
  <dgm:cxnLst>
    <dgm:cxn modelId="{509C1D01-3482-6C44-BF99-18396B4A9D21}" type="presOf" srcId="{C24B442F-DCA5-4D05-A144-0D9B00C567E2}" destId="{475DE73A-22C9-D949-966E-765AB7FB7F05}" srcOrd="0" destOrd="2" presId="urn:microsoft.com/office/officeart/2016/7/layout/RepeatingBendingProcessNew"/>
    <dgm:cxn modelId="{538ACD06-4D34-4F4B-9EC2-807961802B00}" type="presOf" srcId="{C70AD0E6-790A-4C85-9EEE-60018C2DFEF2}" destId="{12C5E3C5-4B50-B24B-AFB8-FFE110D4CB6E}" srcOrd="0" destOrd="2" presId="urn:microsoft.com/office/officeart/2016/7/layout/RepeatingBendingProcessNew"/>
    <dgm:cxn modelId="{6F83720B-4B0D-FE42-91C5-85CD22E81478}" type="presOf" srcId="{A0000D69-F09C-4429-8E13-6E0162F66A67}" destId="{E590ECC1-245C-154E-8F53-AC2DF6955236}" srcOrd="1" destOrd="0" presId="urn:microsoft.com/office/officeart/2016/7/layout/RepeatingBendingProcessNew"/>
    <dgm:cxn modelId="{C6A7F620-D190-124E-8632-59A6CA0D5B38}" type="presOf" srcId="{B71E5AD5-8B98-4FB2-9E4F-8CDD98CE1218}" destId="{475DE73A-22C9-D949-966E-765AB7FB7F05}" srcOrd="0" destOrd="1" presId="urn:microsoft.com/office/officeart/2016/7/layout/RepeatingBendingProcessNew"/>
    <dgm:cxn modelId="{B7722923-7DB6-A146-9342-4F6EEDD464CA}" type="presOf" srcId="{810EE50A-BB81-4A36-BB3D-9B13586571BB}" destId="{8D84E71F-7F56-8147-B988-B68FCEFE5B46}" srcOrd="1" destOrd="0" presId="urn:microsoft.com/office/officeart/2016/7/layout/RepeatingBendingProcessNew"/>
    <dgm:cxn modelId="{F37DED27-4D3F-7A43-BC65-A64064AD28C4}" type="presOf" srcId="{E533536F-F90B-433F-84F3-0BCC545A38B6}" destId="{12C5E3C5-4B50-B24B-AFB8-FFE110D4CB6E}" srcOrd="0" destOrd="3" presId="urn:microsoft.com/office/officeart/2016/7/layout/RepeatingBendingProcessNew"/>
    <dgm:cxn modelId="{3025062C-2FCC-6143-AC74-6859C7AE4BBB}" type="presOf" srcId="{701247D0-624A-473A-A954-A29BDA975C29}" destId="{36D1EF81-3E7E-2941-9D0A-4BD44F7BF3E1}" srcOrd="0" destOrd="0" presId="urn:microsoft.com/office/officeart/2016/7/layout/RepeatingBendingProcessNew"/>
    <dgm:cxn modelId="{876F9030-113A-4342-B2B3-32BE178F622A}" srcId="{D968A816-7855-45A0-8D5F-9FF8960010C3}" destId="{C70AD0E6-790A-4C85-9EEE-60018C2DFEF2}" srcOrd="1" destOrd="0" parTransId="{13139350-ED70-48D6-8226-069F5028D506}" sibTransId="{49E083A9-AD03-48D9-9A54-71FCB75CA5C2}"/>
    <dgm:cxn modelId="{A7D56931-782B-F84C-BA7E-F70ECFCEE677}" type="presOf" srcId="{60504FFF-E8AA-4C66-873E-3563E2F85B35}" destId="{B29C548C-031E-D541-8BF5-D0FCD392E721}" srcOrd="0" destOrd="0" presId="urn:microsoft.com/office/officeart/2016/7/layout/RepeatingBendingProcessNew"/>
    <dgm:cxn modelId="{CF9B7E32-BCA5-43B1-BBA7-1CC099C62449}" srcId="{A031D5C2-EF30-4C09-B27A-B1C921FEEC28}" destId="{60504FFF-E8AA-4C66-873E-3563E2F85B35}" srcOrd="4" destOrd="0" parTransId="{DC02950B-A91D-4ED9-AA33-385ADEAFE7DA}" sibTransId="{810EE50A-BB81-4A36-BB3D-9B13586571BB}"/>
    <dgm:cxn modelId="{128EDC37-381C-45F0-9C35-57372B2214D8}" srcId="{A031D5C2-EF30-4C09-B27A-B1C921FEEC28}" destId="{92D596F1-E92A-4309-B22F-B3F5C8245D9E}" srcOrd="5" destOrd="0" parTransId="{9E4B3FC9-6528-4E0B-8048-64F6D9BF21FF}" sibTransId="{84A5FCB5-BF2E-4BE7-9A17-25B6EB636676}"/>
    <dgm:cxn modelId="{2DCC8840-3E09-43C0-B613-27FD123D46E6}" srcId="{D968A816-7855-45A0-8D5F-9FF8960010C3}" destId="{E533536F-F90B-433F-84F3-0BCC545A38B6}" srcOrd="2" destOrd="0" parTransId="{FBA91422-F062-4234-B490-08EBD797A563}" sibTransId="{D6070E2C-45D6-41F3-82DF-7B7BC7CB4E52}"/>
    <dgm:cxn modelId="{EE52C04E-728F-4995-A011-52030E3F2A57}" srcId="{D968A816-7855-45A0-8D5F-9FF8960010C3}" destId="{657DDA78-6142-41FA-B4BF-444DA4B30F45}" srcOrd="0" destOrd="0" parTransId="{1D2AF3DE-EE1D-468B-B17D-0D254F6C837C}" sibTransId="{BBC9218A-6E55-48AA-A800-2B3987F92BBF}"/>
    <dgm:cxn modelId="{81AB384F-758E-A445-BDBB-AFF2AB10AE0B}" type="presOf" srcId="{FC21A3C9-0036-40C1-B70E-B71ABDBB1345}" destId="{BDC83674-A38B-A844-9235-E6397BB9555C}" srcOrd="0" destOrd="0" presId="urn:microsoft.com/office/officeart/2016/7/layout/RepeatingBendingProcessNew"/>
    <dgm:cxn modelId="{4C44F350-BD49-4E03-93EE-879CD1A93B4C}" srcId="{A031D5C2-EF30-4C09-B27A-B1C921FEEC28}" destId="{9F9B6B8B-F2D8-4D09-94B3-74ACC6A38DB4}" srcOrd="3" destOrd="0" parTransId="{DF0C33FB-1B71-4FBE-8309-9C90AAEDEC8C}" sibTransId="{6EA3DFAF-307C-4E68-A213-355E449437C8}"/>
    <dgm:cxn modelId="{A5632656-4B4E-5B41-A297-68080DF365C3}" type="presOf" srcId="{D7F4E262-1D89-4762-962E-8867DE295A2B}" destId="{3E662F5E-F6E3-B64C-9C65-CFDBCAC6A1DA}" srcOrd="0" destOrd="0" presId="urn:microsoft.com/office/officeart/2016/7/layout/RepeatingBendingProcessNew"/>
    <dgm:cxn modelId="{D3AF755F-C1F0-2243-873B-D2A767B8D180}" type="presOf" srcId="{6EA3DFAF-307C-4E68-A213-355E449437C8}" destId="{86CD9B55-E5D4-8348-8D7C-75EAEF6A3E33}" srcOrd="1" destOrd="0" presId="urn:microsoft.com/office/officeart/2016/7/layout/RepeatingBendingProcessNew"/>
    <dgm:cxn modelId="{71B6815F-85D9-462D-9172-0E828FE5A521}" srcId="{92D596F1-E92A-4309-B22F-B3F5C8245D9E}" destId="{B71E5AD5-8B98-4FB2-9E4F-8CDD98CE1218}" srcOrd="0" destOrd="0" parTransId="{FF42D7CF-F2EF-4120-9730-1242BA716382}" sibTransId="{0ECE49F4-400A-4097-9790-7E8752B4418E}"/>
    <dgm:cxn modelId="{859D1462-7AA1-DF41-A82D-4A4C82B8AEF2}" type="presOf" srcId="{810EE50A-BB81-4A36-BB3D-9B13586571BB}" destId="{36C439C0-DF4A-0A40-BCE7-1DC8EDFCC218}" srcOrd="0" destOrd="0" presId="urn:microsoft.com/office/officeart/2016/7/layout/RepeatingBendingProcessNew"/>
    <dgm:cxn modelId="{2A7BC579-9D28-4E27-8AB1-898C008F3090}" srcId="{A031D5C2-EF30-4C09-B27A-B1C921FEEC28}" destId="{701247D0-624A-473A-A954-A29BDA975C29}" srcOrd="0" destOrd="0" parTransId="{70DF54BA-01BD-4713-9DC2-0971707E8B7E}" sibTransId="{D7F4E262-1D89-4762-962E-8867DE295A2B}"/>
    <dgm:cxn modelId="{641BB07B-3EBA-BB4E-87FC-8099C3EA85A0}" type="presOf" srcId="{657DDA78-6142-41FA-B4BF-444DA4B30F45}" destId="{12C5E3C5-4B50-B24B-AFB8-FFE110D4CB6E}" srcOrd="0" destOrd="1" presId="urn:microsoft.com/office/officeart/2016/7/layout/RepeatingBendingProcessNew"/>
    <dgm:cxn modelId="{55761F84-1B46-6A4E-8B4F-F3813DAF3176}" type="presOf" srcId="{A031D5C2-EF30-4C09-B27A-B1C921FEEC28}" destId="{CFDD277C-D3DD-8C4B-99D4-29240D2937E3}" srcOrd="0" destOrd="0" presId="urn:microsoft.com/office/officeart/2016/7/layout/RepeatingBendingProcessNew"/>
    <dgm:cxn modelId="{152AE58A-CAF4-4541-B00C-37E285A2FB7C}" type="presOf" srcId="{991249BB-477C-48BB-AA20-AD6F4C72BE79}" destId="{3F6B319A-5372-584C-A62F-BF5810F24889}" srcOrd="0" destOrd="0" presId="urn:microsoft.com/office/officeart/2016/7/layout/RepeatingBendingProcessNew"/>
    <dgm:cxn modelId="{67658191-F9FB-47FA-909E-379B649DF31E}" srcId="{A031D5C2-EF30-4C09-B27A-B1C921FEEC28}" destId="{FC21A3C9-0036-40C1-B70E-B71ABDBB1345}" srcOrd="2" destOrd="0" parTransId="{2FDDF3E9-F0AC-4EDF-AC04-C9792100012B}" sibTransId="{A0000D69-F09C-4429-8E13-6E0162F66A67}"/>
    <dgm:cxn modelId="{EF7A7C98-390A-6E48-AC1A-A0953492D0D3}" type="presOf" srcId="{92D596F1-E92A-4309-B22F-B3F5C8245D9E}" destId="{475DE73A-22C9-D949-966E-765AB7FB7F05}" srcOrd="0" destOrd="0" presId="urn:microsoft.com/office/officeart/2016/7/layout/RepeatingBendingProcessNew"/>
    <dgm:cxn modelId="{290B4299-F1C1-5A40-B85E-C36941924D69}" type="presOf" srcId="{D7F4E262-1D89-4762-962E-8867DE295A2B}" destId="{45647EB5-80C6-D34A-918C-795B5EE8B342}" srcOrd="1" destOrd="0" presId="urn:microsoft.com/office/officeart/2016/7/layout/RepeatingBendingProcessNew"/>
    <dgm:cxn modelId="{31BA0F9B-54C9-E14C-80F0-59E0A8F0989B}" type="presOf" srcId="{D968A816-7855-45A0-8D5F-9FF8960010C3}" destId="{12C5E3C5-4B50-B24B-AFB8-FFE110D4CB6E}" srcOrd="0" destOrd="0" presId="urn:microsoft.com/office/officeart/2016/7/layout/RepeatingBendingProcessNew"/>
    <dgm:cxn modelId="{F6696EAB-6677-1C42-9147-C6DDF32CD6EB}" type="presOf" srcId="{6EA3DFAF-307C-4E68-A213-355E449437C8}" destId="{564F66E7-5E12-314C-95F5-F1E748D713AF}" srcOrd="0" destOrd="0" presId="urn:microsoft.com/office/officeart/2016/7/layout/RepeatingBendingProcessNew"/>
    <dgm:cxn modelId="{A793ADB5-9090-9E45-8760-FBD968CD0F59}" type="presOf" srcId="{A0000D69-F09C-4429-8E13-6E0162F66A67}" destId="{2ACED67E-24F7-3D4B-8ACD-B7F9EE19C908}" srcOrd="0" destOrd="0" presId="urn:microsoft.com/office/officeart/2016/7/layout/RepeatingBendingProcessNew"/>
    <dgm:cxn modelId="{0BCD3EC3-51CF-4C73-A9AA-4A53975E40E3}" srcId="{A031D5C2-EF30-4C09-B27A-B1C921FEEC28}" destId="{D968A816-7855-45A0-8D5F-9FF8960010C3}" srcOrd="1" destOrd="0" parTransId="{88C1FBBC-4059-4A50-91C1-9A0C9980FE24}" sibTransId="{991249BB-477C-48BB-AA20-AD6F4C72BE79}"/>
    <dgm:cxn modelId="{1E850FE7-C88C-4448-A4E4-7647463A4B0A}" srcId="{92D596F1-E92A-4309-B22F-B3F5C8245D9E}" destId="{C24B442F-DCA5-4D05-A144-0D9B00C567E2}" srcOrd="1" destOrd="0" parTransId="{2C525A53-98C8-48D6-8BC4-7D309099C179}" sibTransId="{518B2887-8708-40A2-A424-A52D2EAEE217}"/>
    <dgm:cxn modelId="{1943EAE7-715A-9E45-8BB6-3D240FD07DA9}" type="presOf" srcId="{991249BB-477C-48BB-AA20-AD6F4C72BE79}" destId="{C1D98697-22EB-C24D-A386-12E279E784CC}" srcOrd="1" destOrd="0" presId="urn:microsoft.com/office/officeart/2016/7/layout/RepeatingBendingProcessNew"/>
    <dgm:cxn modelId="{AC9304F9-4473-7B4D-AEB2-F601CEE85B76}" type="presOf" srcId="{9F9B6B8B-F2D8-4D09-94B3-74ACC6A38DB4}" destId="{11AD8E75-8C6D-3449-9F29-8B0680EDBA0B}" srcOrd="0" destOrd="0" presId="urn:microsoft.com/office/officeart/2016/7/layout/RepeatingBendingProcessNew"/>
    <dgm:cxn modelId="{3503463E-2278-2243-B40A-658970BAB7D8}" type="presParOf" srcId="{CFDD277C-D3DD-8C4B-99D4-29240D2937E3}" destId="{36D1EF81-3E7E-2941-9D0A-4BD44F7BF3E1}" srcOrd="0" destOrd="0" presId="urn:microsoft.com/office/officeart/2016/7/layout/RepeatingBendingProcessNew"/>
    <dgm:cxn modelId="{07DB44F2-C0F8-044B-8A95-26E01283689A}" type="presParOf" srcId="{CFDD277C-D3DD-8C4B-99D4-29240D2937E3}" destId="{3E662F5E-F6E3-B64C-9C65-CFDBCAC6A1DA}" srcOrd="1" destOrd="0" presId="urn:microsoft.com/office/officeart/2016/7/layout/RepeatingBendingProcessNew"/>
    <dgm:cxn modelId="{EE67C2A0-D416-6947-BF15-7997BB221AB6}" type="presParOf" srcId="{3E662F5E-F6E3-B64C-9C65-CFDBCAC6A1DA}" destId="{45647EB5-80C6-D34A-918C-795B5EE8B342}" srcOrd="0" destOrd="0" presId="urn:microsoft.com/office/officeart/2016/7/layout/RepeatingBendingProcessNew"/>
    <dgm:cxn modelId="{D9DC3BBC-6346-A74A-9234-64433F72E5DB}" type="presParOf" srcId="{CFDD277C-D3DD-8C4B-99D4-29240D2937E3}" destId="{12C5E3C5-4B50-B24B-AFB8-FFE110D4CB6E}" srcOrd="2" destOrd="0" presId="urn:microsoft.com/office/officeart/2016/7/layout/RepeatingBendingProcessNew"/>
    <dgm:cxn modelId="{D9FD56EE-89E9-F140-852C-A02D169C4584}" type="presParOf" srcId="{CFDD277C-D3DD-8C4B-99D4-29240D2937E3}" destId="{3F6B319A-5372-584C-A62F-BF5810F24889}" srcOrd="3" destOrd="0" presId="urn:microsoft.com/office/officeart/2016/7/layout/RepeatingBendingProcessNew"/>
    <dgm:cxn modelId="{47791BB5-F1FB-BE40-8F2E-B92C2B8D4C50}" type="presParOf" srcId="{3F6B319A-5372-584C-A62F-BF5810F24889}" destId="{C1D98697-22EB-C24D-A386-12E279E784CC}" srcOrd="0" destOrd="0" presId="urn:microsoft.com/office/officeart/2016/7/layout/RepeatingBendingProcessNew"/>
    <dgm:cxn modelId="{50A35CC9-0883-1B40-8D68-492AF80A603E}" type="presParOf" srcId="{CFDD277C-D3DD-8C4B-99D4-29240D2937E3}" destId="{BDC83674-A38B-A844-9235-E6397BB9555C}" srcOrd="4" destOrd="0" presId="urn:microsoft.com/office/officeart/2016/7/layout/RepeatingBendingProcessNew"/>
    <dgm:cxn modelId="{5E315049-4F3F-554C-B1A6-61A33EB81308}" type="presParOf" srcId="{CFDD277C-D3DD-8C4B-99D4-29240D2937E3}" destId="{2ACED67E-24F7-3D4B-8ACD-B7F9EE19C908}" srcOrd="5" destOrd="0" presId="urn:microsoft.com/office/officeart/2016/7/layout/RepeatingBendingProcessNew"/>
    <dgm:cxn modelId="{251EE4E4-3738-1F45-94BE-50B8E09E5DEB}" type="presParOf" srcId="{2ACED67E-24F7-3D4B-8ACD-B7F9EE19C908}" destId="{E590ECC1-245C-154E-8F53-AC2DF6955236}" srcOrd="0" destOrd="0" presId="urn:microsoft.com/office/officeart/2016/7/layout/RepeatingBendingProcessNew"/>
    <dgm:cxn modelId="{8770AA65-5093-964F-AFA6-E5182B7792AD}" type="presParOf" srcId="{CFDD277C-D3DD-8C4B-99D4-29240D2937E3}" destId="{11AD8E75-8C6D-3449-9F29-8B0680EDBA0B}" srcOrd="6" destOrd="0" presId="urn:microsoft.com/office/officeart/2016/7/layout/RepeatingBendingProcessNew"/>
    <dgm:cxn modelId="{304692C2-5F1C-124F-9D7D-B50533AE67FC}" type="presParOf" srcId="{CFDD277C-D3DD-8C4B-99D4-29240D2937E3}" destId="{564F66E7-5E12-314C-95F5-F1E748D713AF}" srcOrd="7" destOrd="0" presId="urn:microsoft.com/office/officeart/2016/7/layout/RepeatingBendingProcessNew"/>
    <dgm:cxn modelId="{74804E45-9C03-FC4B-8643-130FAA0836EC}" type="presParOf" srcId="{564F66E7-5E12-314C-95F5-F1E748D713AF}" destId="{86CD9B55-E5D4-8348-8D7C-75EAEF6A3E33}" srcOrd="0" destOrd="0" presId="urn:microsoft.com/office/officeart/2016/7/layout/RepeatingBendingProcessNew"/>
    <dgm:cxn modelId="{562B9951-882C-3447-A4BF-6819E029C053}" type="presParOf" srcId="{CFDD277C-D3DD-8C4B-99D4-29240D2937E3}" destId="{B29C548C-031E-D541-8BF5-D0FCD392E721}" srcOrd="8" destOrd="0" presId="urn:microsoft.com/office/officeart/2016/7/layout/RepeatingBendingProcessNew"/>
    <dgm:cxn modelId="{BDCCE429-D178-E244-BDDE-979821625392}" type="presParOf" srcId="{CFDD277C-D3DD-8C4B-99D4-29240D2937E3}" destId="{36C439C0-DF4A-0A40-BCE7-1DC8EDFCC218}" srcOrd="9" destOrd="0" presId="urn:microsoft.com/office/officeart/2016/7/layout/RepeatingBendingProcessNew"/>
    <dgm:cxn modelId="{67B8AE4C-F3F8-874B-872C-834B809D2D2A}" type="presParOf" srcId="{36C439C0-DF4A-0A40-BCE7-1DC8EDFCC218}" destId="{8D84E71F-7F56-8147-B988-B68FCEFE5B46}" srcOrd="0" destOrd="0" presId="urn:microsoft.com/office/officeart/2016/7/layout/RepeatingBendingProcessNew"/>
    <dgm:cxn modelId="{BF9BCAF4-DD02-6F47-AA04-F416499D120B}" type="presParOf" srcId="{CFDD277C-D3DD-8C4B-99D4-29240D2937E3}" destId="{475DE73A-22C9-D949-966E-765AB7FB7F05}"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D4187E0-0BE5-C740-A3BF-09F2EF504441}"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US"/>
        </a:p>
      </dgm:t>
    </dgm:pt>
    <dgm:pt modelId="{18290EA7-A9D7-C84A-8607-F0262BB0EAE7}">
      <dgm:prSet/>
      <dgm:spPr>
        <a:solidFill>
          <a:schemeClr val="accent3">
            <a:lumMod val="50000"/>
          </a:schemeClr>
        </a:solidFill>
      </dgm:spPr>
      <dgm:t>
        <a:bodyPr/>
        <a:lstStyle/>
        <a:p>
          <a:r>
            <a:rPr lang="en-US"/>
            <a:t>Strengths based</a:t>
          </a:r>
        </a:p>
      </dgm:t>
    </dgm:pt>
    <dgm:pt modelId="{92DDA2D8-D481-BE40-BE89-301809F025EA}" type="parTrans" cxnId="{A6C1526A-CE49-A24F-85DB-0BA16C065727}">
      <dgm:prSet/>
      <dgm:spPr/>
      <dgm:t>
        <a:bodyPr/>
        <a:lstStyle/>
        <a:p>
          <a:endParaRPr lang="en-US"/>
        </a:p>
      </dgm:t>
    </dgm:pt>
    <dgm:pt modelId="{26FFB5BF-7937-CC40-8E7A-CD04E49C7F45}" type="sibTrans" cxnId="{A6C1526A-CE49-A24F-85DB-0BA16C065727}">
      <dgm:prSet/>
      <dgm:spPr/>
      <dgm:t>
        <a:bodyPr/>
        <a:lstStyle/>
        <a:p>
          <a:endParaRPr lang="en-US"/>
        </a:p>
      </dgm:t>
    </dgm:pt>
    <dgm:pt modelId="{6D8487AE-88B7-5748-BDCD-961023D46D34}">
      <dgm:prSet/>
      <dgm:spPr>
        <a:solidFill>
          <a:schemeClr val="accent3">
            <a:lumMod val="75000"/>
          </a:schemeClr>
        </a:solidFill>
      </dgm:spPr>
      <dgm:t>
        <a:bodyPr/>
        <a:lstStyle/>
        <a:p>
          <a:r>
            <a:rPr lang="en-US" dirty="0"/>
            <a:t>What replacement behavior will be used?</a:t>
          </a:r>
        </a:p>
      </dgm:t>
    </dgm:pt>
    <dgm:pt modelId="{6988FE14-A6FC-B54E-89E5-9BD3E213D47F}" type="parTrans" cxnId="{B4D2809B-0668-1E42-8060-3A9C581AFD4F}">
      <dgm:prSet/>
      <dgm:spPr/>
      <dgm:t>
        <a:bodyPr/>
        <a:lstStyle/>
        <a:p>
          <a:endParaRPr lang="en-US"/>
        </a:p>
      </dgm:t>
    </dgm:pt>
    <dgm:pt modelId="{2D43D065-6C57-5445-80D4-8C6E89490186}" type="sibTrans" cxnId="{B4D2809B-0668-1E42-8060-3A9C581AFD4F}">
      <dgm:prSet/>
      <dgm:spPr/>
      <dgm:t>
        <a:bodyPr/>
        <a:lstStyle/>
        <a:p>
          <a:endParaRPr lang="en-US"/>
        </a:p>
      </dgm:t>
    </dgm:pt>
    <dgm:pt modelId="{D29E13E0-9CEB-4D42-91FE-DBE4DDB31FA8}">
      <dgm:prSet/>
      <dgm:spPr>
        <a:solidFill>
          <a:schemeClr val="accent4">
            <a:lumMod val="75000"/>
          </a:schemeClr>
        </a:solidFill>
      </dgm:spPr>
      <dgm:t>
        <a:bodyPr/>
        <a:lstStyle/>
        <a:p>
          <a:r>
            <a:rPr lang="en-US" dirty="0"/>
            <a:t>Does the student have the skill to perform the replacement behavior?</a:t>
          </a:r>
        </a:p>
      </dgm:t>
    </dgm:pt>
    <dgm:pt modelId="{3453A1B2-BE8F-9644-B6A9-CB482671EAE1}" type="parTrans" cxnId="{D7082B33-4CB2-6745-9BFA-9690F3C1360B}">
      <dgm:prSet/>
      <dgm:spPr/>
      <dgm:t>
        <a:bodyPr/>
        <a:lstStyle/>
        <a:p>
          <a:endParaRPr lang="en-US"/>
        </a:p>
      </dgm:t>
    </dgm:pt>
    <dgm:pt modelId="{E27AC950-B41A-DD49-920B-644635D86E9E}" type="sibTrans" cxnId="{D7082B33-4CB2-6745-9BFA-9690F3C1360B}">
      <dgm:prSet/>
      <dgm:spPr/>
      <dgm:t>
        <a:bodyPr/>
        <a:lstStyle/>
        <a:p>
          <a:endParaRPr lang="en-US"/>
        </a:p>
      </dgm:t>
    </dgm:pt>
    <dgm:pt modelId="{C88FC6B9-720C-924E-A1A4-D5C9A954293C}">
      <dgm:prSet/>
      <dgm:spPr>
        <a:solidFill>
          <a:schemeClr val="accent5">
            <a:lumMod val="50000"/>
          </a:schemeClr>
        </a:solidFill>
      </dgm:spPr>
      <dgm:t>
        <a:bodyPr/>
        <a:lstStyle/>
        <a:p>
          <a:r>
            <a:rPr lang="en-US" dirty="0"/>
            <a:t>How will the student be taught the skill?</a:t>
          </a:r>
        </a:p>
      </dgm:t>
    </dgm:pt>
    <dgm:pt modelId="{8C1E878C-8F4E-3A49-ADED-AD4FD9D6F37C}" type="parTrans" cxnId="{FFDD7C19-8F50-094B-B86E-1C53EDD88E1F}">
      <dgm:prSet/>
      <dgm:spPr/>
      <dgm:t>
        <a:bodyPr/>
        <a:lstStyle/>
        <a:p>
          <a:endParaRPr lang="en-US"/>
        </a:p>
      </dgm:t>
    </dgm:pt>
    <dgm:pt modelId="{D0994EBD-E4A3-3B49-8FA2-0750E45D648E}" type="sibTrans" cxnId="{FFDD7C19-8F50-094B-B86E-1C53EDD88E1F}">
      <dgm:prSet/>
      <dgm:spPr/>
      <dgm:t>
        <a:bodyPr/>
        <a:lstStyle/>
        <a:p>
          <a:endParaRPr lang="en-US"/>
        </a:p>
      </dgm:t>
    </dgm:pt>
    <dgm:pt modelId="{9ACE67C2-23F1-6C4A-A614-1C0A5F722FD7}">
      <dgm:prSet/>
      <dgm:spPr>
        <a:solidFill>
          <a:schemeClr val="accent6">
            <a:lumMod val="50000"/>
          </a:schemeClr>
        </a:solidFill>
      </dgm:spPr>
      <dgm:t>
        <a:bodyPr/>
        <a:lstStyle/>
        <a:p>
          <a:r>
            <a:rPr lang="en-US" dirty="0"/>
            <a:t>What will the adults do to implement the plan?</a:t>
          </a:r>
        </a:p>
      </dgm:t>
    </dgm:pt>
    <dgm:pt modelId="{3B58ED6A-4759-8745-B0B0-E268E63E3B00}" type="parTrans" cxnId="{F0A79818-E9A5-CC44-939B-B4D477D074EC}">
      <dgm:prSet/>
      <dgm:spPr/>
      <dgm:t>
        <a:bodyPr/>
        <a:lstStyle/>
        <a:p>
          <a:endParaRPr lang="en-US"/>
        </a:p>
      </dgm:t>
    </dgm:pt>
    <dgm:pt modelId="{30B86A2B-A85C-9F43-91E1-BDCD655531A7}" type="sibTrans" cxnId="{F0A79818-E9A5-CC44-939B-B4D477D074EC}">
      <dgm:prSet/>
      <dgm:spPr/>
      <dgm:t>
        <a:bodyPr/>
        <a:lstStyle/>
        <a:p>
          <a:endParaRPr lang="en-US"/>
        </a:p>
      </dgm:t>
    </dgm:pt>
    <dgm:pt modelId="{FE8B38F5-A959-5C45-A88C-7DC5A6B13D09}" type="pres">
      <dgm:prSet presAssocID="{FD4187E0-0BE5-C740-A3BF-09F2EF504441}" presName="linear" presStyleCnt="0">
        <dgm:presLayoutVars>
          <dgm:animLvl val="lvl"/>
          <dgm:resizeHandles val="exact"/>
        </dgm:presLayoutVars>
      </dgm:prSet>
      <dgm:spPr/>
    </dgm:pt>
    <dgm:pt modelId="{58866D62-9651-DD4F-AC42-3C8BAD4ED81B}" type="pres">
      <dgm:prSet presAssocID="{18290EA7-A9D7-C84A-8607-F0262BB0EAE7}" presName="parentText" presStyleLbl="node1" presStyleIdx="0" presStyleCnt="5">
        <dgm:presLayoutVars>
          <dgm:chMax val="0"/>
          <dgm:bulletEnabled val="1"/>
        </dgm:presLayoutVars>
      </dgm:prSet>
      <dgm:spPr/>
    </dgm:pt>
    <dgm:pt modelId="{8E416D10-7DDE-8945-80FD-6EB62F1CD699}" type="pres">
      <dgm:prSet presAssocID="{26FFB5BF-7937-CC40-8E7A-CD04E49C7F45}" presName="spacer" presStyleCnt="0"/>
      <dgm:spPr/>
    </dgm:pt>
    <dgm:pt modelId="{8EA1A142-4975-DF41-BE33-3327210130B9}" type="pres">
      <dgm:prSet presAssocID="{6D8487AE-88B7-5748-BDCD-961023D46D34}" presName="parentText" presStyleLbl="node1" presStyleIdx="1" presStyleCnt="5">
        <dgm:presLayoutVars>
          <dgm:chMax val="0"/>
          <dgm:bulletEnabled val="1"/>
        </dgm:presLayoutVars>
      </dgm:prSet>
      <dgm:spPr/>
    </dgm:pt>
    <dgm:pt modelId="{5A9105D9-4120-DD4C-BAEC-6047BA01D29E}" type="pres">
      <dgm:prSet presAssocID="{2D43D065-6C57-5445-80D4-8C6E89490186}" presName="spacer" presStyleCnt="0"/>
      <dgm:spPr/>
    </dgm:pt>
    <dgm:pt modelId="{F2689665-7144-1E42-8460-9A101F4ADFC0}" type="pres">
      <dgm:prSet presAssocID="{D29E13E0-9CEB-4D42-91FE-DBE4DDB31FA8}" presName="parentText" presStyleLbl="node1" presStyleIdx="2" presStyleCnt="5">
        <dgm:presLayoutVars>
          <dgm:chMax val="0"/>
          <dgm:bulletEnabled val="1"/>
        </dgm:presLayoutVars>
      </dgm:prSet>
      <dgm:spPr/>
    </dgm:pt>
    <dgm:pt modelId="{6743D582-0ADE-8E4C-8CEF-8D89EE1AD823}" type="pres">
      <dgm:prSet presAssocID="{E27AC950-B41A-DD49-920B-644635D86E9E}" presName="spacer" presStyleCnt="0"/>
      <dgm:spPr/>
    </dgm:pt>
    <dgm:pt modelId="{B8813630-23ED-6640-806B-5CBBFB6F7E62}" type="pres">
      <dgm:prSet presAssocID="{C88FC6B9-720C-924E-A1A4-D5C9A954293C}" presName="parentText" presStyleLbl="node1" presStyleIdx="3" presStyleCnt="5">
        <dgm:presLayoutVars>
          <dgm:chMax val="0"/>
          <dgm:bulletEnabled val="1"/>
        </dgm:presLayoutVars>
      </dgm:prSet>
      <dgm:spPr/>
    </dgm:pt>
    <dgm:pt modelId="{F328FDC4-CB7A-1442-BC8A-734B4E072D3D}" type="pres">
      <dgm:prSet presAssocID="{D0994EBD-E4A3-3B49-8FA2-0750E45D648E}" presName="spacer" presStyleCnt="0"/>
      <dgm:spPr/>
    </dgm:pt>
    <dgm:pt modelId="{F6DB4992-8B4A-C445-AD7A-EAE11EA132E5}" type="pres">
      <dgm:prSet presAssocID="{9ACE67C2-23F1-6C4A-A614-1C0A5F722FD7}" presName="parentText" presStyleLbl="node1" presStyleIdx="4" presStyleCnt="5">
        <dgm:presLayoutVars>
          <dgm:chMax val="0"/>
          <dgm:bulletEnabled val="1"/>
        </dgm:presLayoutVars>
      </dgm:prSet>
      <dgm:spPr/>
    </dgm:pt>
  </dgm:ptLst>
  <dgm:cxnLst>
    <dgm:cxn modelId="{F0A79818-E9A5-CC44-939B-B4D477D074EC}" srcId="{FD4187E0-0BE5-C740-A3BF-09F2EF504441}" destId="{9ACE67C2-23F1-6C4A-A614-1C0A5F722FD7}" srcOrd="4" destOrd="0" parTransId="{3B58ED6A-4759-8745-B0B0-E268E63E3B00}" sibTransId="{30B86A2B-A85C-9F43-91E1-BDCD655531A7}"/>
    <dgm:cxn modelId="{FFDD7C19-8F50-094B-B86E-1C53EDD88E1F}" srcId="{FD4187E0-0BE5-C740-A3BF-09F2EF504441}" destId="{C88FC6B9-720C-924E-A1A4-D5C9A954293C}" srcOrd="3" destOrd="0" parTransId="{8C1E878C-8F4E-3A49-ADED-AD4FD9D6F37C}" sibTransId="{D0994EBD-E4A3-3B49-8FA2-0750E45D648E}"/>
    <dgm:cxn modelId="{D7082B33-4CB2-6745-9BFA-9690F3C1360B}" srcId="{FD4187E0-0BE5-C740-A3BF-09F2EF504441}" destId="{D29E13E0-9CEB-4D42-91FE-DBE4DDB31FA8}" srcOrd="2" destOrd="0" parTransId="{3453A1B2-BE8F-9644-B6A9-CB482671EAE1}" sibTransId="{E27AC950-B41A-DD49-920B-644635D86E9E}"/>
    <dgm:cxn modelId="{C86FEC45-B529-2340-AEAF-C31DB5FD082E}" type="presOf" srcId="{18290EA7-A9D7-C84A-8607-F0262BB0EAE7}" destId="{58866D62-9651-DD4F-AC42-3C8BAD4ED81B}" srcOrd="0" destOrd="0" presId="urn:microsoft.com/office/officeart/2005/8/layout/vList2"/>
    <dgm:cxn modelId="{D6F8F164-D5F9-0D42-BBD6-6892B6235FFB}" type="presOf" srcId="{6D8487AE-88B7-5748-BDCD-961023D46D34}" destId="{8EA1A142-4975-DF41-BE33-3327210130B9}" srcOrd="0" destOrd="0" presId="urn:microsoft.com/office/officeart/2005/8/layout/vList2"/>
    <dgm:cxn modelId="{A6C1526A-CE49-A24F-85DB-0BA16C065727}" srcId="{FD4187E0-0BE5-C740-A3BF-09F2EF504441}" destId="{18290EA7-A9D7-C84A-8607-F0262BB0EAE7}" srcOrd="0" destOrd="0" parTransId="{92DDA2D8-D481-BE40-BE89-301809F025EA}" sibTransId="{26FFB5BF-7937-CC40-8E7A-CD04E49C7F45}"/>
    <dgm:cxn modelId="{B90A426D-0B76-304A-A8EB-A278A85A2D14}" type="presOf" srcId="{9ACE67C2-23F1-6C4A-A614-1C0A5F722FD7}" destId="{F6DB4992-8B4A-C445-AD7A-EAE11EA132E5}" srcOrd="0" destOrd="0" presId="urn:microsoft.com/office/officeart/2005/8/layout/vList2"/>
    <dgm:cxn modelId="{B4D2809B-0668-1E42-8060-3A9C581AFD4F}" srcId="{FD4187E0-0BE5-C740-A3BF-09F2EF504441}" destId="{6D8487AE-88B7-5748-BDCD-961023D46D34}" srcOrd="1" destOrd="0" parTransId="{6988FE14-A6FC-B54E-89E5-9BD3E213D47F}" sibTransId="{2D43D065-6C57-5445-80D4-8C6E89490186}"/>
    <dgm:cxn modelId="{F04714BC-3EF4-984B-80EE-D3E2C1FD8C18}" type="presOf" srcId="{FD4187E0-0BE5-C740-A3BF-09F2EF504441}" destId="{FE8B38F5-A959-5C45-A88C-7DC5A6B13D09}" srcOrd="0" destOrd="0" presId="urn:microsoft.com/office/officeart/2005/8/layout/vList2"/>
    <dgm:cxn modelId="{1141C1CD-2DA6-FF40-967A-51B92C13B2A3}" type="presOf" srcId="{C88FC6B9-720C-924E-A1A4-D5C9A954293C}" destId="{B8813630-23ED-6640-806B-5CBBFB6F7E62}" srcOrd="0" destOrd="0" presId="urn:microsoft.com/office/officeart/2005/8/layout/vList2"/>
    <dgm:cxn modelId="{8A6C62DE-DFD2-F344-9776-72E74922C0EC}" type="presOf" srcId="{D29E13E0-9CEB-4D42-91FE-DBE4DDB31FA8}" destId="{F2689665-7144-1E42-8460-9A101F4ADFC0}" srcOrd="0" destOrd="0" presId="urn:microsoft.com/office/officeart/2005/8/layout/vList2"/>
    <dgm:cxn modelId="{5D06B8E8-AA04-9C4D-BAD9-2F47E27657BC}" type="presParOf" srcId="{FE8B38F5-A959-5C45-A88C-7DC5A6B13D09}" destId="{58866D62-9651-DD4F-AC42-3C8BAD4ED81B}" srcOrd="0" destOrd="0" presId="urn:microsoft.com/office/officeart/2005/8/layout/vList2"/>
    <dgm:cxn modelId="{13CA0DB8-E367-4946-9859-AED238DDD6BA}" type="presParOf" srcId="{FE8B38F5-A959-5C45-A88C-7DC5A6B13D09}" destId="{8E416D10-7DDE-8945-80FD-6EB62F1CD699}" srcOrd="1" destOrd="0" presId="urn:microsoft.com/office/officeart/2005/8/layout/vList2"/>
    <dgm:cxn modelId="{9CB4A19D-40DA-554E-88C6-1642AFE73F93}" type="presParOf" srcId="{FE8B38F5-A959-5C45-A88C-7DC5A6B13D09}" destId="{8EA1A142-4975-DF41-BE33-3327210130B9}" srcOrd="2" destOrd="0" presId="urn:microsoft.com/office/officeart/2005/8/layout/vList2"/>
    <dgm:cxn modelId="{A56CE60C-6108-7241-BA71-87490018EE80}" type="presParOf" srcId="{FE8B38F5-A959-5C45-A88C-7DC5A6B13D09}" destId="{5A9105D9-4120-DD4C-BAEC-6047BA01D29E}" srcOrd="3" destOrd="0" presId="urn:microsoft.com/office/officeart/2005/8/layout/vList2"/>
    <dgm:cxn modelId="{31A57C27-D719-BC4E-B09C-CC96D9E6406A}" type="presParOf" srcId="{FE8B38F5-A959-5C45-A88C-7DC5A6B13D09}" destId="{F2689665-7144-1E42-8460-9A101F4ADFC0}" srcOrd="4" destOrd="0" presId="urn:microsoft.com/office/officeart/2005/8/layout/vList2"/>
    <dgm:cxn modelId="{F94A681E-5465-9B48-923F-948452819E48}" type="presParOf" srcId="{FE8B38F5-A959-5C45-A88C-7DC5A6B13D09}" destId="{6743D582-0ADE-8E4C-8CEF-8D89EE1AD823}" srcOrd="5" destOrd="0" presId="urn:microsoft.com/office/officeart/2005/8/layout/vList2"/>
    <dgm:cxn modelId="{4CA7D531-37E5-6C4B-9DD3-95AF09C6A82D}" type="presParOf" srcId="{FE8B38F5-A959-5C45-A88C-7DC5A6B13D09}" destId="{B8813630-23ED-6640-806B-5CBBFB6F7E62}" srcOrd="6" destOrd="0" presId="urn:microsoft.com/office/officeart/2005/8/layout/vList2"/>
    <dgm:cxn modelId="{0C088E98-082B-D041-96FF-35F9C6282C7C}" type="presParOf" srcId="{FE8B38F5-A959-5C45-A88C-7DC5A6B13D09}" destId="{F328FDC4-CB7A-1442-BC8A-734B4E072D3D}" srcOrd="7" destOrd="0" presId="urn:microsoft.com/office/officeart/2005/8/layout/vList2"/>
    <dgm:cxn modelId="{12FC396B-199E-164B-9F7F-8844B2707F3F}" type="presParOf" srcId="{FE8B38F5-A959-5C45-A88C-7DC5A6B13D09}" destId="{F6DB4992-8B4A-C445-AD7A-EAE11EA132E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F45341A-7CBE-E040-8E54-F77D7E103C04}" type="doc">
      <dgm:prSet loTypeId="urn:microsoft.com/office/officeart/2005/8/layout/vList2" loCatId="" qsTypeId="urn:microsoft.com/office/officeart/2005/8/quickstyle/simple1" qsCatId="simple" csTypeId="urn:microsoft.com/office/officeart/2005/8/colors/accent1_2" csCatId="accent1" phldr="1"/>
      <dgm:spPr/>
      <dgm:t>
        <a:bodyPr/>
        <a:lstStyle/>
        <a:p>
          <a:endParaRPr lang="en-US"/>
        </a:p>
      </dgm:t>
    </dgm:pt>
    <dgm:pt modelId="{D6B0429A-C223-7149-B8AA-8C93361EEF83}">
      <dgm:prSet phldrT="[Text]"/>
      <dgm:spPr>
        <a:solidFill>
          <a:schemeClr val="accent6">
            <a:lumMod val="50000"/>
          </a:schemeClr>
        </a:solidFill>
      </dgm:spPr>
      <dgm:t>
        <a:bodyPr/>
        <a:lstStyle/>
        <a:p>
          <a:r>
            <a:rPr lang="en-US" dirty="0"/>
            <a:t>Antecedent Strategies</a:t>
          </a:r>
        </a:p>
      </dgm:t>
    </dgm:pt>
    <dgm:pt modelId="{9DF47FD9-125D-1647-BC00-F4919FEBB717}" type="parTrans" cxnId="{1D5D8951-4BEE-1C4F-B0D8-3B801AB6298B}">
      <dgm:prSet/>
      <dgm:spPr/>
      <dgm:t>
        <a:bodyPr/>
        <a:lstStyle/>
        <a:p>
          <a:endParaRPr lang="en-US"/>
        </a:p>
      </dgm:t>
    </dgm:pt>
    <dgm:pt modelId="{D48DCA37-7A11-F246-B713-51BECDCE32AD}" type="sibTrans" cxnId="{1D5D8951-4BEE-1C4F-B0D8-3B801AB6298B}">
      <dgm:prSet/>
      <dgm:spPr/>
      <dgm:t>
        <a:bodyPr/>
        <a:lstStyle/>
        <a:p>
          <a:endParaRPr lang="en-US"/>
        </a:p>
      </dgm:t>
    </dgm:pt>
    <dgm:pt modelId="{220216AE-84A4-0F4D-B43D-1262E901FDC6}">
      <dgm:prSet phldrT="[Text]"/>
      <dgm:spPr/>
      <dgm:t>
        <a:bodyPr/>
        <a:lstStyle/>
        <a:p>
          <a:r>
            <a:rPr lang="en-US" dirty="0"/>
            <a:t>Prevent the behavior</a:t>
          </a:r>
        </a:p>
      </dgm:t>
    </dgm:pt>
    <dgm:pt modelId="{C6975DC8-745E-B444-AB45-8AD19360D66C}" type="parTrans" cxnId="{F436DDFD-3CD2-2547-9321-024CF2AF6529}">
      <dgm:prSet/>
      <dgm:spPr/>
      <dgm:t>
        <a:bodyPr/>
        <a:lstStyle/>
        <a:p>
          <a:endParaRPr lang="en-US"/>
        </a:p>
      </dgm:t>
    </dgm:pt>
    <dgm:pt modelId="{6D686C6C-AC2C-C247-B9F0-E91B0B048314}" type="sibTrans" cxnId="{F436DDFD-3CD2-2547-9321-024CF2AF6529}">
      <dgm:prSet/>
      <dgm:spPr/>
      <dgm:t>
        <a:bodyPr/>
        <a:lstStyle/>
        <a:p>
          <a:endParaRPr lang="en-US"/>
        </a:p>
      </dgm:t>
    </dgm:pt>
    <dgm:pt modelId="{93790327-FC70-8948-8FAA-A964F78E2EE9}">
      <dgm:prSet phldrT="[Text]"/>
      <dgm:spPr>
        <a:solidFill>
          <a:schemeClr val="accent6">
            <a:lumMod val="50000"/>
          </a:schemeClr>
        </a:solidFill>
      </dgm:spPr>
      <dgm:t>
        <a:bodyPr/>
        <a:lstStyle/>
        <a:p>
          <a:r>
            <a:rPr lang="en-US" dirty="0"/>
            <a:t>Behavior Strategies</a:t>
          </a:r>
        </a:p>
      </dgm:t>
    </dgm:pt>
    <dgm:pt modelId="{17E1E32D-D310-BA4A-A398-6A9B5CD29C9A}" type="parTrans" cxnId="{04D0C955-AA5E-7241-9384-BEAC17D4A79E}">
      <dgm:prSet/>
      <dgm:spPr/>
      <dgm:t>
        <a:bodyPr/>
        <a:lstStyle/>
        <a:p>
          <a:endParaRPr lang="en-US"/>
        </a:p>
      </dgm:t>
    </dgm:pt>
    <dgm:pt modelId="{95A8F0C7-0FCC-2F47-8017-CC369D82DAE3}" type="sibTrans" cxnId="{04D0C955-AA5E-7241-9384-BEAC17D4A79E}">
      <dgm:prSet/>
      <dgm:spPr/>
      <dgm:t>
        <a:bodyPr/>
        <a:lstStyle/>
        <a:p>
          <a:endParaRPr lang="en-US"/>
        </a:p>
      </dgm:t>
    </dgm:pt>
    <dgm:pt modelId="{70AE084A-25DC-4B4D-AF01-DD14FAFA1E7F}">
      <dgm:prSet phldrT="[Text]"/>
      <dgm:spPr/>
      <dgm:t>
        <a:bodyPr/>
        <a:lstStyle/>
        <a:p>
          <a:r>
            <a:rPr lang="en-US" dirty="0"/>
            <a:t>Support teaching behaviors that are wanted</a:t>
          </a:r>
        </a:p>
      </dgm:t>
    </dgm:pt>
    <dgm:pt modelId="{837DB3CE-EF79-424C-A64A-6A2388C36841}" type="parTrans" cxnId="{54632E60-1A05-0E43-B55C-8A38756227ED}">
      <dgm:prSet/>
      <dgm:spPr/>
      <dgm:t>
        <a:bodyPr/>
        <a:lstStyle/>
        <a:p>
          <a:endParaRPr lang="en-US"/>
        </a:p>
      </dgm:t>
    </dgm:pt>
    <dgm:pt modelId="{E94C909B-2D34-9B41-B558-7F13EE3629DB}" type="sibTrans" cxnId="{54632E60-1A05-0E43-B55C-8A38756227ED}">
      <dgm:prSet/>
      <dgm:spPr/>
      <dgm:t>
        <a:bodyPr/>
        <a:lstStyle/>
        <a:p>
          <a:endParaRPr lang="en-US"/>
        </a:p>
      </dgm:t>
    </dgm:pt>
    <dgm:pt modelId="{9D581459-8129-BD4D-8515-D089957DEC0D}">
      <dgm:prSet phldrT="[Text]"/>
      <dgm:spPr/>
      <dgm:t>
        <a:bodyPr/>
        <a:lstStyle/>
        <a:p>
          <a:r>
            <a:rPr lang="en-US" dirty="0"/>
            <a:t>Work with replacing unwanted behaviors</a:t>
          </a:r>
        </a:p>
      </dgm:t>
    </dgm:pt>
    <dgm:pt modelId="{F15D049C-8E36-474D-A8BF-4DA201A570C5}" type="parTrans" cxnId="{5384E27E-8067-8740-B8D3-5401988A8C48}">
      <dgm:prSet/>
      <dgm:spPr/>
      <dgm:t>
        <a:bodyPr/>
        <a:lstStyle/>
        <a:p>
          <a:endParaRPr lang="en-US"/>
        </a:p>
      </dgm:t>
    </dgm:pt>
    <dgm:pt modelId="{B3F6A168-B856-5E4F-8CA5-84B12B6D7913}" type="sibTrans" cxnId="{5384E27E-8067-8740-B8D3-5401988A8C48}">
      <dgm:prSet/>
      <dgm:spPr/>
      <dgm:t>
        <a:bodyPr/>
        <a:lstStyle/>
        <a:p>
          <a:endParaRPr lang="en-US"/>
        </a:p>
      </dgm:t>
    </dgm:pt>
    <dgm:pt modelId="{5BA84C86-C176-4A46-B5F8-41BC6241EB5B}">
      <dgm:prSet phldrT="[Text]"/>
      <dgm:spPr>
        <a:solidFill>
          <a:schemeClr val="accent6">
            <a:lumMod val="50000"/>
          </a:schemeClr>
        </a:solidFill>
      </dgm:spPr>
      <dgm:t>
        <a:bodyPr/>
        <a:lstStyle/>
        <a:p>
          <a:r>
            <a:rPr lang="en-US" dirty="0"/>
            <a:t>Consequence Strategies</a:t>
          </a:r>
        </a:p>
      </dgm:t>
    </dgm:pt>
    <dgm:pt modelId="{AFA9A959-6BA2-AB4B-BC6E-9316FE347EAA}" type="parTrans" cxnId="{3A7CA4E2-629F-3A4E-AA60-2C5B8E997E0B}">
      <dgm:prSet/>
      <dgm:spPr/>
      <dgm:t>
        <a:bodyPr/>
        <a:lstStyle/>
        <a:p>
          <a:endParaRPr lang="en-US"/>
        </a:p>
      </dgm:t>
    </dgm:pt>
    <dgm:pt modelId="{0CB5ECBB-23D7-AA44-AD23-BDC9594E9ADE}" type="sibTrans" cxnId="{3A7CA4E2-629F-3A4E-AA60-2C5B8E997E0B}">
      <dgm:prSet/>
      <dgm:spPr/>
      <dgm:t>
        <a:bodyPr/>
        <a:lstStyle/>
        <a:p>
          <a:endParaRPr lang="en-US"/>
        </a:p>
      </dgm:t>
    </dgm:pt>
    <dgm:pt modelId="{651C94DE-B053-9C42-A453-45D1080800CB}">
      <dgm:prSet phldrT="[Text]"/>
      <dgm:spPr/>
      <dgm:t>
        <a:bodyPr/>
        <a:lstStyle/>
        <a:p>
          <a:r>
            <a:rPr lang="en-US" dirty="0"/>
            <a:t>Strategies used after the behavior occurs</a:t>
          </a:r>
        </a:p>
      </dgm:t>
    </dgm:pt>
    <dgm:pt modelId="{F5A20AF4-85D8-CA44-BB98-BC4FD3067F26}" type="parTrans" cxnId="{B2D2D17A-A2D0-D748-9E25-FD74166F9B78}">
      <dgm:prSet/>
      <dgm:spPr/>
      <dgm:t>
        <a:bodyPr/>
        <a:lstStyle/>
        <a:p>
          <a:endParaRPr lang="en-US"/>
        </a:p>
      </dgm:t>
    </dgm:pt>
    <dgm:pt modelId="{91C88AD8-EB56-E548-AB2D-0CA63A1D7A1D}" type="sibTrans" cxnId="{B2D2D17A-A2D0-D748-9E25-FD74166F9B78}">
      <dgm:prSet/>
      <dgm:spPr/>
      <dgm:t>
        <a:bodyPr/>
        <a:lstStyle/>
        <a:p>
          <a:endParaRPr lang="en-US"/>
        </a:p>
      </dgm:t>
    </dgm:pt>
    <dgm:pt modelId="{6D282A3B-D31E-0B4E-BD2F-4F5E10011A5F}">
      <dgm:prSet phldrT="[Text]"/>
      <dgm:spPr/>
      <dgm:t>
        <a:bodyPr/>
        <a:lstStyle/>
        <a:p>
          <a:r>
            <a:rPr lang="en-US" dirty="0"/>
            <a:t>Adjust the environment/environmental conditions</a:t>
          </a:r>
        </a:p>
      </dgm:t>
    </dgm:pt>
    <dgm:pt modelId="{A9630767-F675-CC4D-B353-5BCB153AD43E}" type="parTrans" cxnId="{3E47D46D-D1DF-8643-A587-A779B82EC942}">
      <dgm:prSet/>
      <dgm:spPr/>
      <dgm:t>
        <a:bodyPr/>
        <a:lstStyle/>
        <a:p>
          <a:endParaRPr lang="en-US"/>
        </a:p>
      </dgm:t>
    </dgm:pt>
    <dgm:pt modelId="{0E37E3E0-1DAC-594B-B873-A576BF006C75}" type="sibTrans" cxnId="{3E47D46D-D1DF-8643-A587-A779B82EC942}">
      <dgm:prSet/>
      <dgm:spPr/>
      <dgm:t>
        <a:bodyPr/>
        <a:lstStyle/>
        <a:p>
          <a:endParaRPr lang="en-US"/>
        </a:p>
      </dgm:t>
    </dgm:pt>
    <dgm:pt modelId="{0A624BA5-0D42-D94E-92FF-C683671F9EF2}">
      <dgm:prSet phldrT="[Text]"/>
      <dgm:spPr/>
      <dgm:t>
        <a:bodyPr/>
        <a:lstStyle/>
        <a:p>
          <a:r>
            <a:rPr lang="en-US" dirty="0"/>
            <a:t>How to reinforce desired behaviors</a:t>
          </a:r>
        </a:p>
      </dgm:t>
    </dgm:pt>
    <dgm:pt modelId="{099B0788-7297-D445-A915-5F5CC42D5E27}" type="parTrans" cxnId="{2FB34996-9129-0845-82DC-258A6F23C56B}">
      <dgm:prSet/>
      <dgm:spPr/>
      <dgm:t>
        <a:bodyPr/>
        <a:lstStyle/>
        <a:p>
          <a:endParaRPr lang="en-US"/>
        </a:p>
      </dgm:t>
    </dgm:pt>
    <dgm:pt modelId="{F88DA2AC-C772-A949-9175-2C8EA2F126C0}" type="sibTrans" cxnId="{2FB34996-9129-0845-82DC-258A6F23C56B}">
      <dgm:prSet/>
      <dgm:spPr/>
      <dgm:t>
        <a:bodyPr/>
        <a:lstStyle/>
        <a:p>
          <a:endParaRPr lang="en-US"/>
        </a:p>
      </dgm:t>
    </dgm:pt>
    <dgm:pt modelId="{62EB3A10-1772-704C-92DF-CBD21D746885}">
      <dgm:prSet phldrT="[Text]"/>
      <dgm:spPr/>
      <dgm:t>
        <a:bodyPr/>
        <a:lstStyle/>
        <a:p>
          <a:r>
            <a:rPr lang="en-US" dirty="0"/>
            <a:t>How to react when undesired behavior occurs</a:t>
          </a:r>
        </a:p>
      </dgm:t>
    </dgm:pt>
    <dgm:pt modelId="{2F4BB6DC-0052-8D49-995E-FBE746D0AAC1}" type="parTrans" cxnId="{03CD9009-58E4-F047-BFBD-DAE2FEF060D2}">
      <dgm:prSet/>
      <dgm:spPr/>
      <dgm:t>
        <a:bodyPr/>
        <a:lstStyle/>
        <a:p>
          <a:endParaRPr lang="en-US"/>
        </a:p>
      </dgm:t>
    </dgm:pt>
    <dgm:pt modelId="{AA8391FB-9CF6-DB48-A532-240E34386C4F}" type="sibTrans" cxnId="{03CD9009-58E4-F047-BFBD-DAE2FEF060D2}">
      <dgm:prSet/>
      <dgm:spPr/>
      <dgm:t>
        <a:bodyPr/>
        <a:lstStyle/>
        <a:p>
          <a:endParaRPr lang="en-US"/>
        </a:p>
      </dgm:t>
    </dgm:pt>
    <dgm:pt modelId="{DFC2B1EF-4ED8-D744-A5A2-A0B91D1530DE}" type="pres">
      <dgm:prSet presAssocID="{AF45341A-7CBE-E040-8E54-F77D7E103C04}" presName="linear" presStyleCnt="0">
        <dgm:presLayoutVars>
          <dgm:animLvl val="lvl"/>
          <dgm:resizeHandles val="exact"/>
        </dgm:presLayoutVars>
      </dgm:prSet>
      <dgm:spPr/>
    </dgm:pt>
    <dgm:pt modelId="{8808C845-1844-914E-9B12-9DA085F24013}" type="pres">
      <dgm:prSet presAssocID="{D6B0429A-C223-7149-B8AA-8C93361EEF83}" presName="parentText" presStyleLbl="node1" presStyleIdx="0" presStyleCnt="3">
        <dgm:presLayoutVars>
          <dgm:chMax val="0"/>
          <dgm:bulletEnabled val="1"/>
        </dgm:presLayoutVars>
      </dgm:prSet>
      <dgm:spPr/>
    </dgm:pt>
    <dgm:pt modelId="{A0A8601A-27A7-324C-8F17-F27FA9D308DF}" type="pres">
      <dgm:prSet presAssocID="{D6B0429A-C223-7149-B8AA-8C93361EEF83}" presName="childText" presStyleLbl="revTx" presStyleIdx="0" presStyleCnt="3">
        <dgm:presLayoutVars>
          <dgm:bulletEnabled val="1"/>
        </dgm:presLayoutVars>
      </dgm:prSet>
      <dgm:spPr/>
    </dgm:pt>
    <dgm:pt modelId="{D04F6BF9-45F8-9349-B998-09E4BD2BAA9E}" type="pres">
      <dgm:prSet presAssocID="{93790327-FC70-8948-8FAA-A964F78E2EE9}" presName="parentText" presStyleLbl="node1" presStyleIdx="1" presStyleCnt="3">
        <dgm:presLayoutVars>
          <dgm:chMax val="0"/>
          <dgm:bulletEnabled val="1"/>
        </dgm:presLayoutVars>
      </dgm:prSet>
      <dgm:spPr/>
    </dgm:pt>
    <dgm:pt modelId="{341C4459-8B1E-BD48-B4B3-001995B59431}" type="pres">
      <dgm:prSet presAssocID="{93790327-FC70-8948-8FAA-A964F78E2EE9}" presName="childText" presStyleLbl="revTx" presStyleIdx="1" presStyleCnt="3">
        <dgm:presLayoutVars>
          <dgm:bulletEnabled val="1"/>
        </dgm:presLayoutVars>
      </dgm:prSet>
      <dgm:spPr/>
    </dgm:pt>
    <dgm:pt modelId="{71940C22-10D9-7140-BEAC-690563BD3324}" type="pres">
      <dgm:prSet presAssocID="{5BA84C86-C176-4A46-B5F8-41BC6241EB5B}" presName="parentText" presStyleLbl="node1" presStyleIdx="2" presStyleCnt="3">
        <dgm:presLayoutVars>
          <dgm:chMax val="0"/>
          <dgm:bulletEnabled val="1"/>
        </dgm:presLayoutVars>
      </dgm:prSet>
      <dgm:spPr/>
    </dgm:pt>
    <dgm:pt modelId="{918EC2D0-D268-1F4A-AC8C-93658FB5B091}" type="pres">
      <dgm:prSet presAssocID="{5BA84C86-C176-4A46-B5F8-41BC6241EB5B}" presName="childText" presStyleLbl="revTx" presStyleIdx="2" presStyleCnt="3">
        <dgm:presLayoutVars>
          <dgm:bulletEnabled val="1"/>
        </dgm:presLayoutVars>
      </dgm:prSet>
      <dgm:spPr/>
    </dgm:pt>
  </dgm:ptLst>
  <dgm:cxnLst>
    <dgm:cxn modelId="{03CD9009-58E4-F047-BFBD-DAE2FEF060D2}" srcId="{5BA84C86-C176-4A46-B5F8-41BC6241EB5B}" destId="{62EB3A10-1772-704C-92DF-CBD21D746885}" srcOrd="2" destOrd="0" parTransId="{2F4BB6DC-0052-8D49-995E-FBE746D0AAC1}" sibTransId="{AA8391FB-9CF6-DB48-A532-240E34386C4F}"/>
    <dgm:cxn modelId="{0DD14610-8EEF-7346-A903-948371F1621F}" type="presOf" srcId="{AF45341A-7CBE-E040-8E54-F77D7E103C04}" destId="{DFC2B1EF-4ED8-D744-A5A2-A0B91D1530DE}" srcOrd="0" destOrd="0" presId="urn:microsoft.com/office/officeart/2005/8/layout/vList2"/>
    <dgm:cxn modelId="{5480AA1C-BEF4-7D46-BEEB-EEFE2996BC81}" type="presOf" srcId="{0A624BA5-0D42-D94E-92FF-C683671F9EF2}" destId="{918EC2D0-D268-1F4A-AC8C-93658FB5B091}" srcOrd="0" destOrd="1" presId="urn:microsoft.com/office/officeart/2005/8/layout/vList2"/>
    <dgm:cxn modelId="{A768A642-8897-7141-8C76-08E8AF435FEF}" type="presOf" srcId="{D6B0429A-C223-7149-B8AA-8C93361EEF83}" destId="{8808C845-1844-914E-9B12-9DA085F24013}" srcOrd="0" destOrd="0" presId="urn:microsoft.com/office/officeart/2005/8/layout/vList2"/>
    <dgm:cxn modelId="{5CA1A345-9841-0A4C-ADDD-62C2907F0055}" type="presOf" srcId="{62EB3A10-1772-704C-92DF-CBD21D746885}" destId="{918EC2D0-D268-1F4A-AC8C-93658FB5B091}" srcOrd="0" destOrd="2" presId="urn:microsoft.com/office/officeart/2005/8/layout/vList2"/>
    <dgm:cxn modelId="{1D5D8951-4BEE-1C4F-B0D8-3B801AB6298B}" srcId="{AF45341A-7CBE-E040-8E54-F77D7E103C04}" destId="{D6B0429A-C223-7149-B8AA-8C93361EEF83}" srcOrd="0" destOrd="0" parTransId="{9DF47FD9-125D-1647-BC00-F4919FEBB717}" sibTransId="{D48DCA37-7A11-F246-B713-51BECDCE32AD}"/>
    <dgm:cxn modelId="{04D0C955-AA5E-7241-9384-BEAC17D4A79E}" srcId="{AF45341A-7CBE-E040-8E54-F77D7E103C04}" destId="{93790327-FC70-8948-8FAA-A964F78E2EE9}" srcOrd="1" destOrd="0" parTransId="{17E1E32D-D310-BA4A-A398-6A9B5CD29C9A}" sibTransId="{95A8F0C7-0FCC-2F47-8017-CC369D82DAE3}"/>
    <dgm:cxn modelId="{CED8D455-3261-8A44-8DB4-4FECA9FA6F8C}" type="presOf" srcId="{70AE084A-25DC-4B4D-AF01-DD14FAFA1E7F}" destId="{341C4459-8B1E-BD48-B4B3-001995B59431}" srcOrd="0" destOrd="0" presId="urn:microsoft.com/office/officeart/2005/8/layout/vList2"/>
    <dgm:cxn modelId="{54632E60-1A05-0E43-B55C-8A38756227ED}" srcId="{93790327-FC70-8948-8FAA-A964F78E2EE9}" destId="{70AE084A-25DC-4B4D-AF01-DD14FAFA1E7F}" srcOrd="0" destOrd="0" parTransId="{837DB3CE-EF79-424C-A64A-6A2388C36841}" sibTransId="{E94C909B-2D34-9B41-B558-7F13EE3629DB}"/>
    <dgm:cxn modelId="{3E47D46D-D1DF-8643-A587-A779B82EC942}" srcId="{D6B0429A-C223-7149-B8AA-8C93361EEF83}" destId="{6D282A3B-D31E-0B4E-BD2F-4F5E10011A5F}" srcOrd="1" destOrd="0" parTransId="{A9630767-F675-CC4D-B353-5BCB153AD43E}" sibTransId="{0E37E3E0-1DAC-594B-B873-A576BF006C75}"/>
    <dgm:cxn modelId="{B2D2D17A-A2D0-D748-9E25-FD74166F9B78}" srcId="{5BA84C86-C176-4A46-B5F8-41BC6241EB5B}" destId="{651C94DE-B053-9C42-A453-45D1080800CB}" srcOrd="0" destOrd="0" parTransId="{F5A20AF4-85D8-CA44-BB98-BC4FD3067F26}" sibTransId="{91C88AD8-EB56-E548-AB2D-0CA63A1D7A1D}"/>
    <dgm:cxn modelId="{5384E27E-8067-8740-B8D3-5401988A8C48}" srcId="{93790327-FC70-8948-8FAA-A964F78E2EE9}" destId="{9D581459-8129-BD4D-8515-D089957DEC0D}" srcOrd="1" destOrd="0" parTransId="{F15D049C-8E36-474D-A8BF-4DA201A570C5}" sibTransId="{B3F6A168-B856-5E4F-8CA5-84B12B6D7913}"/>
    <dgm:cxn modelId="{6177CF7F-7B23-E44C-BCD1-64E601CF2B4D}" type="presOf" srcId="{5BA84C86-C176-4A46-B5F8-41BC6241EB5B}" destId="{71940C22-10D9-7140-BEAC-690563BD3324}" srcOrd="0" destOrd="0" presId="urn:microsoft.com/office/officeart/2005/8/layout/vList2"/>
    <dgm:cxn modelId="{2FB34996-9129-0845-82DC-258A6F23C56B}" srcId="{5BA84C86-C176-4A46-B5F8-41BC6241EB5B}" destId="{0A624BA5-0D42-D94E-92FF-C683671F9EF2}" srcOrd="1" destOrd="0" parTransId="{099B0788-7297-D445-A915-5F5CC42D5E27}" sibTransId="{F88DA2AC-C772-A949-9175-2C8EA2F126C0}"/>
    <dgm:cxn modelId="{9774BABD-9561-3541-AF24-17842C45368B}" type="presOf" srcId="{6D282A3B-D31E-0B4E-BD2F-4F5E10011A5F}" destId="{A0A8601A-27A7-324C-8F17-F27FA9D308DF}" srcOrd="0" destOrd="1" presId="urn:microsoft.com/office/officeart/2005/8/layout/vList2"/>
    <dgm:cxn modelId="{4A8AABD2-0239-7B4C-8664-A94CD359026F}" type="presOf" srcId="{93790327-FC70-8948-8FAA-A964F78E2EE9}" destId="{D04F6BF9-45F8-9349-B998-09E4BD2BAA9E}" srcOrd="0" destOrd="0" presId="urn:microsoft.com/office/officeart/2005/8/layout/vList2"/>
    <dgm:cxn modelId="{3A7CA4E2-629F-3A4E-AA60-2C5B8E997E0B}" srcId="{AF45341A-7CBE-E040-8E54-F77D7E103C04}" destId="{5BA84C86-C176-4A46-B5F8-41BC6241EB5B}" srcOrd="2" destOrd="0" parTransId="{AFA9A959-6BA2-AB4B-BC6E-9316FE347EAA}" sibTransId="{0CB5ECBB-23D7-AA44-AD23-BDC9594E9ADE}"/>
    <dgm:cxn modelId="{B97C8CE3-07BC-A641-B097-8C7DAE6796F2}" type="presOf" srcId="{9D581459-8129-BD4D-8515-D089957DEC0D}" destId="{341C4459-8B1E-BD48-B4B3-001995B59431}" srcOrd="0" destOrd="1" presId="urn:microsoft.com/office/officeart/2005/8/layout/vList2"/>
    <dgm:cxn modelId="{F24B8BEA-0F03-534A-87CB-356F5FF40B2C}" type="presOf" srcId="{651C94DE-B053-9C42-A453-45D1080800CB}" destId="{918EC2D0-D268-1F4A-AC8C-93658FB5B091}" srcOrd="0" destOrd="0" presId="urn:microsoft.com/office/officeart/2005/8/layout/vList2"/>
    <dgm:cxn modelId="{8D1C14F8-2750-E640-AA58-31C1F7EC14D3}" type="presOf" srcId="{220216AE-84A4-0F4D-B43D-1262E901FDC6}" destId="{A0A8601A-27A7-324C-8F17-F27FA9D308DF}" srcOrd="0" destOrd="0" presId="urn:microsoft.com/office/officeart/2005/8/layout/vList2"/>
    <dgm:cxn modelId="{F436DDFD-3CD2-2547-9321-024CF2AF6529}" srcId="{D6B0429A-C223-7149-B8AA-8C93361EEF83}" destId="{220216AE-84A4-0F4D-B43D-1262E901FDC6}" srcOrd="0" destOrd="0" parTransId="{C6975DC8-745E-B444-AB45-8AD19360D66C}" sibTransId="{6D686C6C-AC2C-C247-B9F0-E91B0B048314}"/>
    <dgm:cxn modelId="{0D39AE5D-549D-FE46-8466-13396A6658EA}" type="presParOf" srcId="{DFC2B1EF-4ED8-D744-A5A2-A0B91D1530DE}" destId="{8808C845-1844-914E-9B12-9DA085F24013}" srcOrd="0" destOrd="0" presId="urn:microsoft.com/office/officeart/2005/8/layout/vList2"/>
    <dgm:cxn modelId="{81DE34B9-B23F-4249-AC7D-93724AF2F20E}" type="presParOf" srcId="{DFC2B1EF-4ED8-D744-A5A2-A0B91D1530DE}" destId="{A0A8601A-27A7-324C-8F17-F27FA9D308DF}" srcOrd="1" destOrd="0" presId="urn:microsoft.com/office/officeart/2005/8/layout/vList2"/>
    <dgm:cxn modelId="{6AFADAFC-BA08-3546-B3EA-842330EC0DCB}" type="presParOf" srcId="{DFC2B1EF-4ED8-D744-A5A2-A0B91D1530DE}" destId="{D04F6BF9-45F8-9349-B998-09E4BD2BAA9E}" srcOrd="2" destOrd="0" presId="urn:microsoft.com/office/officeart/2005/8/layout/vList2"/>
    <dgm:cxn modelId="{EB27FCAD-7F33-4B4E-971B-C471D46ECCA1}" type="presParOf" srcId="{DFC2B1EF-4ED8-D744-A5A2-A0B91D1530DE}" destId="{341C4459-8B1E-BD48-B4B3-001995B59431}" srcOrd="3" destOrd="0" presId="urn:microsoft.com/office/officeart/2005/8/layout/vList2"/>
    <dgm:cxn modelId="{ECD6CC2B-259A-B346-8DD1-F8C11B41C02C}" type="presParOf" srcId="{DFC2B1EF-4ED8-D744-A5A2-A0B91D1530DE}" destId="{71940C22-10D9-7140-BEAC-690563BD3324}" srcOrd="4" destOrd="0" presId="urn:microsoft.com/office/officeart/2005/8/layout/vList2"/>
    <dgm:cxn modelId="{ED466457-F4AA-C64B-B0FA-A79553BBEF02}" type="presParOf" srcId="{DFC2B1EF-4ED8-D744-A5A2-A0B91D1530DE}" destId="{918EC2D0-D268-1F4A-AC8C-93658FB5B091}"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38CF3F0-3972-4A3D-8E72-6B3EA69CAB46}" type="doc">
      <dgm:prSet loTypeId="urn:microsoft.com/office/officeart/2016/7/layout/VerticalDownArrowProcess" loCatId="process" qsTypeId="urn:microsoft.com/office/officeart/2005/8/quickstyle/simple1" qsCatId="simple" csTypeId="urn:microsoft.com/office/officeart/2005/8/colors/accent1_2" csCatId="accent1" phldr="1"/>
      <dgm:spPr/>
      <dgm:t>
        <a:bodyPr/>
        <a:lstStyle/>
        <a:p>
          <a:endParaRPr lang="en-US"/>
        </a:p>
      </dgm:t>
    </dgm:pt>
    <dgm:pt modelId="{E5B5104F-4B62-4A7E-B74E-92D40C3B6B86}">
      <dgm:prSet/>
      <dgm:spPr>
        <a:solidFill>
          <a:schemeClr val="accent6">
            <a:lumMod val="50000"/>
          </a:schemeClr>
        </a:solidFill>
      </dgm:spPr>
      <dgm:t>
        <a:bodyPr/>
        <a:lstStyle/>
        <a:p>
          <a:r>
            <a:rPr lang="en-US"/>
            <a:t>Ignore</a:t>
          </a:r>
        </a:p>
      </dgm:t>
    </dgm:pt>
    <dgm:pt modelId="{0078C975-CA06-4494-8BB6-426579F6BACC}" type="parTrans" cxnId="{2603E110-55FC-4FB1-AC36-0FC4DA0078A0}">
      <dgm:prSet/>
      <dgm:spPr/>
      <dgm:t>
        <a:bodyPr/>
        <a:lstStyle/>
        <a:p>
          <a:endParaRPr lang="en-US"/>
        </a:p>
      </dgm:t>
    </dgm:pt>
    <dgm:pt modelId="{AF5CB30A-6456-44FD-9462-13B691BB97FA}" type="sibTrans" cxnId="{2603E110-55FC-4FB1-AC36-0FC4DA0078A0}">
      <dgm:prSet/>
      <dgm:spPr/>
      <dgm:t>
        <a:bodyPr/>
        <a:lstStyle/>
        <a:p>
          <a:endParaRPr lang="en-US"/>
        </a:p>
      </dgm:t>
    </dgm:pt>
    <dgm:pt modelId="{7AA9D366-E773-4939-A303-6124038584E6}">
      <dgm:prSet custT="1"/>
      <dgm:spPr>
        <a:solidFill>
          <a:schemeClr val="bg1">
            <a:alpha val="90000"/>
          </a:schemeClr>
        </a:solidFill>
      </dgm:spPr>
      <dgm:t>
        <a:bodyPr/>
        <a:lstStyle/>
        <a:p>
          <a:r>
            <a:rPr lang="en-US" sz="2400" dirty="0"/>
            <a:t>Ignore behavior</a:t>
          </a:r>
        </a:p>
      </dgm:t>
    </dgm:pt>
    <dgm:pt modelId="{00BB4184-7A0C-45CD-BB7D-BA51FE75BDFD}" type="parTrans" cxnId="{1AC401F8-0119-4ED1-B02A-13B137199FF4}">
      <dgm:prSet/>
      <dgm:spPr/>
      <dgm:t>
        <a:bodyPr/>
        <a:lstStyle/>
        <a:p>
          <a:endParaRPr lang="en-US"/>
        </a:p>
      </dgm:t>
    </dgm:pt>
    <dgm:pt modelId="{D1EE82F0-0F53-43BA-980B-80AA89F77CFD}" type="sibTrans" cxnId="{1AC401F8-0119-4ED1-B02A-13B137199FF4}">
      <dgm:prSet/>
      <dgm:spPr/>
      <dgm:t>
        <a:bodyPr/>
        <a:lstStyle/>
        <a:p>
          <a:endParaRPr lang="en-US"/>
        </a:p>
      </dgm:t>
    </dgm:pt>
    <dgm:pt modelId="{4FCCBE6C-04A0-4653-A099-60FB35A65B20}">
      <dgm:prSet/>
      <dgm:spPr>
        <a:solidFill>
          <a:schemeClr val="tx2">
            <a:lumMod val="75000"/>
          </a:schemeClr>
        </a:solidFill>
      </dgm:spPr>
      <dgm:t>
        <a:bodyPr/>
        <a:lstStyle/>
        <a:p>
          <a:r>
            <a:rPr lang="en-US" dirty="0"/>
            <a:t>Redirect</a:t>
          </a:r>
        </a:p>
      </dgm:t>
    </dgm:pt>
    <dgm:pt modelId="{5B0EA0A2-DB4E-48DA-81A6-BF2E874214E7}" type="parTrans" cxnId="{9E4E51F3-08E4-4276-8166-0C888CD05E40}">
      <dgm:prSet/>
      <dgm:spPr/>
      <dgm:t>
        <a:bodyPr/>
        <a:lstStyle/>
        <a:p>
          <a:endParaRPr lang="en-US"/>
        </a:p>
      </dgm:t>
    </dgm:pt>
    <dgm:pt modelId="{76CAABB3-7A28-486B-9C97-1C3416165786}" type="sibTrans" cxnId="{9E4E51F3-08E4-4276-8166-0C888CD05E40}">
      <dgm:prSet/>
      <dgm:spPr/>
      <dgm:t>
        <a:bodyPr/>
        <a:lstStyle/>
        <a:p>
          <a:endParaRPr lang="en-US"/>
        </a:p>
      </dgm:t>
    </dgm:pt>
    <dgm:pt modelId="{FED62FBB-83EC-41F6-93C0-8BF9B53E71CF}">
      <dgm:prSet custT="1"/>
      <dgm:spPr>
        <a:solidFill>
          <a:schemeClr val="bg1">
            <a:alpha val="90000"/>
          </a:schemeClr>
        </a:solidFill>
      </dgm:spPr>
      <dgm:t>
        <a:bodyPr/>
        <a:lstStyle/>
        <a:p>
          <a:r>
            <a:rPr lang="en-US" sz="2400" dirty="0"/>
            <a:t>Redirect behavior</a:t>
          </a:r>
        </a:p>
      </dgm:t>
    </dgm:pt>
    <dgm:pt modelId="{0F52F5E1-78A8-429D-9EDD-83EC71E5E190}" type="parTrans" cxnId="{3626D0AD-B346-45AB-850E-C2C18319520D}">
      <dgm:prSet/>
      <dgm:spPr/>
      <dgm:t>
        <a:bodyPr/>
        <a:lstStyle/>
        <a:p>
          <a:endParaRPr lang="en-US"/>
        </a:p>
      </dgm:t>
    </dgm:pt>
    <dgm:pt modelId="{9B75EB5D-2D9B-4E81-B2DE-31D1DDCB7EF9}" type="sibTrans" cxnId="{3626D0AD-B346-45AB-850E-C2C18319520D}">
      <dgm:prSet/>
      <dgm:spPr/>
      <dgm:t>
        <a:bodyPr/>
        <a:lstStyle/>
        <a:p>
          <a:endParaRPr lang="en-US"/>
        </a:p>
      </dgm:t>
    </dgm:pt>
    <dgm:pt modelId="{48CABEF7-B203-45CA-BD94-9261BFB2080B}">
      <dgm:prSet/>
      <dgm:spPr>
        <a:solidFill>
          <a:schemeClr val="accent1">
            <a:lumMod val="50000"/>
          </a:schemeClr>
        </a:solidFill>
      </dgm:spPr>
      <dgm:t>
        <a:bodyPr/>
        <a:lstStyle/>
        <a:p>
          <a:r>
            <a:rPr lang="en-US"/>
            <a:t>Prompt</a:t>
          </a:r>
        </a:p>
      </dgm:t>
    </dgm:pt>
    <dgm:pt modelId="{13C71DD1-6CAD-423E-BAC5-62F1B864EEF2}" type="parTrans" cxnId="{477A91E6-B02F-4944-AAE5-6CA404E0CC2D}">
      <dgm:prSet/>
      <dgm:spPr/>
      <dgm:t>
        <a:bodyPr/>
        <a:lstStyle/>
        <a:p>
          <a:endParaRPr lang="en-US"/>
        </a:p>
      </dgm:t>
    </dgm:pt>
    <dgm:pt modelId="{5B8BAAD7-4687-4612-92EC-3C3339BE6B79}" type="sibTrans" cxnId="{477A91E6-B02F-4944-AAE5-6CA404E0CC2D}">
      <dgm:prSet/>
      <dgm:spPr/>
      <dgm:t>
        <a:bodyPr/>
        <a:lstStyle/>
        <a:p>
          <a:endParaRPr lang="en-US"/>
        </a:p>
      </dgm:t>
    </dgm:pt>
    <dgm:pt modelId="{BD1A7A9F-FF0F-43BA-93B6-85DFDF446BE2}">
      <dgm:prSet custT="1"/>
      <dgm:spPr>
        <a:solidFill>
          <a:schemeClr val="bg1">
            <a:alpha val="90000"/>
          </a:schemeClr>
        </a:solidFill>
      </dgm:spPr>
      <dgm:t>
        <a:bodyPr/>
        <a:lstStyle/>
        <a:p>
          <a:r>
            <a:rPr lang="en-US" sz="2400" dirty="0"/>
            <a:t>Prompt a different behavior</a:t>
          </a:r>
        </a:p>
      </dgm:t>
    </dgm:pt>
    <dgm:pt modelId="{31769FDD-2523-46E0-8734-F0FCA9044DC5}" type="parTrans" cxnId="{5D46B3F8-1E5B-48B6-8A19-03477D8E27DE}">
      <dgm:prSet/>
      <dgm:spPr/>
      <dgm:t>
        <a:bodyPr/>
        <a:lstStyle/>
        <a:p>
          <a:endParaRPr lang="en-US"/>
        </a:p>
      </dgm:t>
    </dgm:pt>
    <dgm:pt modelId="{76C42B9E-BB0F-4CAF-ADE7-3D570B030B5F}" type="sibTrans" cxnId="{5D46B3F8-1E5B-48B6-8A19-03477D8E27DE}">
      <dgm:prSet/>
      <dgm:spPr/>
      <dgm:t>
        <a:bodyPr/>
        <a:lstStyle/>
        <a:p>
          <a:endParaRPr lang="en-US"/>
        </a:p>
      </dgm:t>
    </dgm:pt>
    <dgm:pt modelId="{82A2FD5D-367C-4C6C-9CE0-C141A429E34A}">
      <dgm:prSet/>
      <dgm:spPr>
        <a:solidFill>
          <a:schemeClr val="accent6">
            <a:lumMod val="50000"/>
          </a:schemeClr>
        </a:solidFill>
      </dgm:spPr>
      <dgm:t>
        <a:bodyPr/>
        <a:lstStyle/>
        <a:p>
          <a:r>
            <a:rPr lang="en-US"/>
            <a:t>Lose or gain</a:t>
          </a:r>
        </a:p>
      </dgm:t>
    </dgm:pt>
    <dgm:pt modelId="{789150E3-1654-406C-87DB-9C407491F662}" type="parTrans" cxnId="{5C1F5F31-36D8-4BE1-9C6F-3083B9131E7D}">
      <dgm:prSet/>
      <dgm:spPr/>
      <dgm:t>
        <a:bodyPr/>
        <a:lstStyle/>
        <a:p>
          <a:endParaRPr lang="en-US"/>
        </a:p>
      </dgm:t>
    </dgm:pt>
    <dgm:pt modelId="{98B60E3A-CE25-4073-B810-30D84FA67B1B}" type="sibTrans" cxnId="{5C1F5F31-36D8-4BE1-9C6F-3083B9131E7D}">
      <dgm:prSet/>
      <dgm:spPr/>
      <dgm:t>
        <a:bodyPr/>
        <a:lstStyle/>
        <a:p>
          <a:endParaRPr lang="en-US"/>
        </a:p>
      </dgm:t>
    </dgm:pt>
    <dgm:pt modelId="{214BE384-63A3-4CF7-94DB-EAB16A1E90E1}">
      <dgm:prSet custT="1"/>
      <dgm:spPr>
        <a:solidFill>
          <a:schemeClr val="bg1">
            <a:alpha val="90000"/>
          </a:schemeClr>
        </a:solidFill>
      </dgm:spPr>
      <dgm:t>
        <a:bodyPr/>
        <a:lstStyle/>
        <a:p>
          <a:r>
            <a:rPr lang="en-US" sz="2400" dirty="0"/>
            <a:t>Lose or gain a privilege</a:t>
          </a:r>
        </a:p>
      </dgm:t>
    </dgm:pt>
    <dgm:pt modelId="{E9DFFC97-A449-42BB-91EB-D0E2FD82B552}" type="parTrans" cxnId="{6CB45765-DD65-47B2-B3C0-6BB7834F5D8C}">
      <dgm:prSet/>
      <dgm:spPr/>
      <dgm:t>
        <a:bodyPr/>
        <a:lstStyle/>
        <a:p>
          <a:endParaRPr lang="en-US"/>
        </a:p>
      </dgm:t>
    </dgm:pt>
    <dgm:pt modelId="{59C3A84F-044E-4E6A-9471-483EB17AAAD5}" type="sibTrans" cxnId="{6CB45765-DD65-47B2-B3C0-6BB7834F5D8C}">
      <dgm:prSet/>
      <dgm:spPr/>
      <dgm:t>
        <a:bodyPr/>
        <a:lstStyle/>
        <a:p>
          <a:endParaRPr lang="en-US"/>
        </a:p>
      </dgm:t>
    </dgm:pt>
    <dgm:pt modelId="{0A1E7137-5ED5-47EB-B091-EBEF66A63839}">
      <dgm:prSet/>
      <dgm:spPr>
        <a:solidFill>
          <a:schemeClr val="tx2">
            <a:lumMod val="75000"/>
          </a:schemeClr>
        </a:solidFill>
      </dgm:spPr>
      <dgm:t>
        <a:bodyPr/>
        <a:lstStyle/>
        <a:p>
          <a:r>
            <a:rPr lang="en-US" dirty="0"/>
            <a:t>Use</a:t>
          </a:r>
        </a:p>
      </dgm:t>
    </dgm:pt>
    <dgm:pt modelId="{B54BE6F1-9C4F-47FA-961E-FC1A2EC84E64}" type="parTrans" cxnId="{07D4D617-D6B4-4DB6-8F79-9860164DF51F}">
      <dgm:prSet/>
      <dgm:spPr/>
      <dgm:t>
        <a:bodyPr/>
        <a:lstStyle/>
        <a:p>
          <a:endParaRPr lang="en-US"/>
        </a:p>
      </dgm:t>
    </dgm:pt>
    <dgm:pt modelId="{6E249B58-AE36-4F01-AEC0-956F7E45E4D4}" type="sibTrans" cxnId="{07D4D617-D6B4-4DB6-8F79-9860164DF51F}">
      <dgm:prSet/>
      <dgm:spPr/>
      <dgm:t>
        <a:bodyPr/>
        <a:lstStyle/>
        <a:p>
          <a:endParaRPr lang="en-US"/>
        </a:p>
      </dgm:t>
    </dgm:pt>
    <dgm:pt modelId="{AF7D50EE-1821-405A-A3A6-15A6FCD6A704}">
      <dgm:prSet custT="1"/>
      <dgm:spPr>
        <a:solidFill>
          <a:schemeClr val="bg1">
            <a:alpha val="90000"/>
          </a:schemeClr>
        </a:solidFill>
      </dgm:spPr>
      <dgm:t>
        <a:bodyPr/>
        <a:lstStyle/>
        <a:p>
          <a:r>
            <a:rPr lang="en-US" sz="2400" dirty="0"/>
            <a:t>Use common language across contexts</a:t>
          </a:r>
        </a:p>
      </dgm:t>
    </dgm:pt>
    <dgm:pt modelId="{B2F5E7E9-C76D-4E9C-8300-E82D7117607C}" type="parTrans" cxnId="{907B903E-B012-4CF1-99E2-8F570E77183D}">
      <dgm:prSet/>
      <dgm:spPr/>
      <dgm:t>
        <a:bodyPr/>
        <a:lstStyle/>
        <a:p>
          <a:endParaRPr lang="en-US"/>
        </a:p>
      </dgm:t>
    </dgm:pt>
    <dgm:pt modelId="{6888FA0C-C507-4C18-B61E-52FEB22EE140}" type="sibTrans" cxnId="{907B903E-B012-4CF1-99E2-8F570E77183D}">
      <dgm:prSet/>
      <dgm:spPr/>
      <dgm:t>
        <a:bodyPr/>
        <a:lstStyle/>
        <a:p>
          <a:endParaRPr lang="en-US"/>
        </a:p>
      </dgm:t>
    </dgm:pt>
    <dgm:pt modelId="{B3D43306-4D1B-4820-8389-9860D588D4B7}">
      <dgm:prSet/>
      <dgm:spPr>
        <a:solidFill>
          <a:schemeClr val="accent1">
            <a:lumMod val="50000"/>
          </a:schemeClr>
        </a:solidFill>
      </dgm:spPr>
      <dgm:t>
        <a:bodyPr/>
        <a:lstStyle/>
        <a:p>
          <a:r>
            <a:rPr lang="en-US" dirty="0"/>
            <a:t>Involve</a:t>
          </a:r>
        </a:p>
      </dgm:t>
    </dgm:pt>
    <dgm:pt modelId="{482B2671-3D71-4FB5-B451-1911BD605F9F}" type="parTrans" cxnId="{E43C7BFE-0499-4A96-9017-B8C616D34B03}">
      <dgm:prSet/>
      <dgm:spPr/>
      <dgm:t>
        <a:bodyPr/>
        <a:lstStyle/>
        <a:p>
          <a:endParaRPr lang="en-US"/>
        </a:p>
      </dgm:t>
    </dgm:pt>
    <dgm:pt modelId="{84B2CD90-9FD6-41E5-BF8E-847F8B719F1F}" type="sibTrans" cxnId="{E43C7BFE-0499-4A96-9017-B8C616D34B03}">
      <dgm:prSet/>
      <dgm:spPr/>
      <dgm:t>
        <a:bodyPr/>
        <a:lstStyle/>
        <a:p>
          <a:endParaRPr lang="en-US"/>
        </a:p>
      </dgm:t>
    </dgm:pt>
    <dgm:pt modelId="{6B2A0AB8-9D19-47CD-B1A1-765E1C0D969C}">
      <dgm:prSet custT="1"/>
      <dgm:spPr>
        <a:solidFill>
          <a:schemeClr val="bg1">
            <a:alpha val="90000"/>
          </a:schemeClr>
        </a:solidFill>
      </dgm:spPr>
      <dgm:t>
        <a:bodyPr/>
        <a:lstStyle/>
        <a:p>
          <a:r>
            <a:rPr lang="en-US" sz="2400" dirty="0"/>
            <a:t>Involve parents</a:t>
          </a:r>
        </a:p>
      </dgm:t>
    </dgm:pt>
    <dgm:pt modelId="{E0F67280-E602-4F88-BC51-7CB524CDDF67}" type="parTrans" cxnId="{15B1DA63-6DDC-439B-BB7A-3B710F1503A9}">
      <dgm:prSet/>
      <dgm:spPr/>
      <dgm:t>
        <a:bodyPr/>
        <a:lstStyle/>
        <a:p>
          <a:endParaRPr lang="en-US"/>
        </a:p>
      </dgm:t>
    </dgm:pt>
    <dgm:pt modelId="{B045A00B-9466-419C-86F7-49ABE5A5A8E1}" type="sibTrans" cxnId="{15B1DA63-6DDC-439B-BB7A-3B710F1503A9}">
      <dgm:prSet/>
      <dgm:spPr/>
      <dgm:t>
        <a:bodyPr/>
        <a:lstStyle/>
        <a:p>
          <a:endParaRPr lang="en-US"/>
        </a:p>
      </dgm:t>
    </dgm:pt>
    <dgm:pt modelId="{4681E272-8446-0A46-8A4E-87CF0B51A954}" type="pres">
      <dgm:prSet presAssocID="{638CF3F0-3972-4A3D-8E72-6B3EA69CAB46}" presName="Name0" presStyleCnt="0">
        <dgm:presLayoutVars>
          <dgm:dir/>
          <dgm:animLvl val="lvl"/>
          <dgm:resizeHandles val="exact"/>
        </dgm:presLayoutVars>
      </dgm:prSet>
      <dgm:spPr/>
    </dgm:pt>
    <dgm:pt modelId="{B5BD06E4-041D-B54D-8197-FE82BE603F8F}" type="pres">
      <dgm:prSet presAssocID="{B3D43306-4D1B-4820-8389-9860D588D4B7}" presName="boxAndChildren" presStyleCnt="0"/>
      <dgm:spPr/>
    </dgm:pt>
    <dgm:pt modelId="{64AC425C-B15D-0D44-A040-CDE4D8F6C4DC}" type="pres">
      <dgm:prSet presAssocID="{B3D43306-4D1B-4820-8389-9860D588D4B7}" presName="parentTextBox" presStyleLbl="alignNode1" presStyleIdx="0" presStyleCnt="6"/>
      <dgm:spPr/>
    </dgm:pt>
    <dgm:pt modelId="{EC06430F-6F15-014F-AA3F-1953859AC8B8}" type="pres">
      <dgm:prSet presAssocID="{B3D43306-4D1B-4820-8389-9860D588D4B7}" presName="descendantBox" presStyleLbl="bgAccFollowNode1" presStyleIdx="0" presStyleCnt="6"/>
      <dgm:spPr/>
    </dgm:pt>
    <dgm:pt modelId="{5389B20C-E162-1D4C-A233-798A653E558B}" type="pres">
      <dgm:prSet presAssocID="{6E249B58-AE36-4F01-AEC0-956F7E45E4D4}" presName="sp" presStyleCnt="0"/>
      <dgm:spPr/>
    </dgm:pt>
    <dgm:pt modelId="{3EF59B6F-40A8-5C44-81F2-DDC2C4A07634}" type="pres">
      <dgm:prSet presAssocID="{0A1E7137-5ED5-47EB-B091-EBEF66A63839}" presName="arrowAndChildren" presStyleCnt="0"/>
      <dgm:spPr/>
    </dgm:pt>
    <dgm:pt modelId="{D6C1E263-25E3-D246-9640-761CAF51A2F9}" type="pres">
      <dgm:prSet presAssocID="{0A1E7137-5ED5-47EB-B091-EBEF66A63839}" presName="parentTextArrow" presStyleLbl="node1" presStyleIdx="0" presStyleCnt="0"/>
      <dgm:spPr/>
    </dgm:pt>
    <dgm:pt modelId="{06EDE423-3D27-BE40-973D-A48F0D958861}" type="pres">
      <dgm:prSet presAssocID="{0A1E7137-5ED5-47EB-B091-EBEF66A63839}" presName="arrow" presStyleLbl="alignNode1" presStyleIdx="1" presStyleCnt="6"/>
      <dgm:spPr/>
    </dgm:pt>
    <dgm:pt modelId="{FD4E5B6F-FC33-F048-B26C-96B8CDC33E7F}" type="pres">
      <dgm:prSet presAssocID="{0A1E7137-5ED5-47EB-B091-EBEF66A63839}" presName="descendantArrow" presStyleLbl="bgAccFollowNode1" presStyleIdx="1" presStyleCnt="6"/>
      <dgm:spPr/>
    </dgm:pt>
    <dgm:pt modelId="{6D1D4E55-3A5D-BF41-8DAC-8864A21B9530}" type="pres">
      <dgm:prSet presAssocID="{98B60E3A-CE25-4073-B810-30D84FA67B1B}" presName="sp" presStyleCnt="0"/>
      <dgm:spPr/>
    </dgm:pt>
    <dgm:pt modelId="{C734FE29-739F-D64A-ADB3-73E9A3AE90EE}" type="pres">
      <dgm:prSet presAssocID="{82A2FD5D-367C-4C6C-9CE0-C141A429E34A}" presName="arrowAndChildren" presStyleCnt="0"/>
      <dgm:spPr/>
    </dgm:pt>
    <dgm:pt modelId="{AEDE126E-1B13-264D-9A63-466F8622A077}" type="pres">
      <dgm:prSet presAssocID="{82A2FD5D-367C-4C6C-9CE0-C141A429E34A}" presName="parentTextArrow" presStyleLbl="node1" presStyleIdx="0" presStyleCnt="0"/>
      <dgm:spPr/>
    </dgm:pt>
    <dgm:pt modelId="{55F195A4-A21E-7848-90A2-6A04DBCEACC1}" type="pres">
      <dgm:prSet presAssocID="{82A2FD5D-367C-4C6C-9CE0-C141A429E34A}" presName="arrow" presStyleLbl="alignNode1" presStyleIdx="2" presStyleCnt="6"/>
      <dgm:spPr/>
    </dgm:pt>
    <dgm:pt modelId="{19161F70-E6AB-584E-ABA7-1CF7445F2F0B}" type="pres">
      <dgm:prSet presAssocID="{82A2FD5D-367C-4C6C-9CE0-C141A429E34A}" presName="descendantArrow" presStyleLbl="bgAccFollowNode1" presStyleIdx="2" presStyleCnt="6"/>
      <dgm:spPr/>
    </dgm:pt>
    <dgm:pt modelId="{C3BD81FF-4908-9546-AA10-DDFAAD7176D9}" type="pres">
      <dgm:prSet presAssocID="{5B8BAAD7-4687-4612-92EC-3C3339BE6B79}" presName="sp" presStyleCnt="0"/>
      <dgm:spPr/>
    </dgm:pt>
    <dgm:pt modelId="{1EAE3400-B5DE-6D42-829E-51BF6DD9F1A1}" type="pres">
      <dgm:prSet presAssocID="{48CABEF7-B203-45CA-BD94-9261BFB2080B}" presName="arrowAndChildren" presStyleCnt="0"/>
      <dgm:spPr/>
    </dgm:pt>
    <dgm:pt modelId="{6B14B779-00D4-9045-A82D-4ACF06DC9273}" type="pres">
      <dgm:prSet presAssocID="{48CABEF7-B203-45CA-BD94-9261BFB2080B}" presName="parentTextArrow" presStyleLbl="node1" presStyleIdx="0" presStyleCnt="0"/>
      <dgm:spPr/>
    </dgm:pt>
    <dgm:pt modelId="{2383D088-1B83-8643-841B-4AD507D5F44E}" type="pres">
      <dgm:prSet presAssocID="{48CABEF7-B203-45CA-BD94-9261BFB2080B}" presName="arrow" presStyleLbl="alignNode1" presStyleIdx="3" presStyleCnt="6"/>
      <dgm:spPr/>
    </dgm:pt>
    <dgm:pt modelId="{DEADD629-7385-6442-9F7F-AA9D00320CB6}" type="pres">
      <dgm:prSet presAssocID="{48CABEF7-B203-45CA-BD94-9261BFB2080B}" presName="descendantArrow" presStyleLbl="bgAccFollowNode1" presStyleIdx="3" presStyleCnt="6"/>
      <dgm:spPr/>
    </dgm:pt>
    <dgm:pt modelId="{F7696924-F22F-FC45-A92D-24D917409634}" type="pres">
      <dgm:prSet presAssocID="{76CAABB3-7A28-486B-9C97-1C3416165786}" presName="sp" presStyleCnt="0"/>
      <dgm:spPr/>
    </dgm:pt>
    <dgm:pt modelId="{46B96693-B8F7-E74A-ABED-57DC3BA73E16}" type="pres">
      <dgm:prSet presAssocID="{4FCCBE6C-04A0-4653-A099-60FB35A65B20}" presName="arrowAndChildren" presStyleCnt="0"/>
      <dgm:spPr/>
    </dgm:pt>
    <dgm:pt modelId="{C27FA818-5356-1D45-B4EF-8BF2A88E9B73}" type="pres">
      <dgm:prSet presAssocID="{4FCCBE6C-04A0-4653-A099-60FB35A65B20}" presName="parentTextArrow" presStyleLbl="node1" presStyleIdx="0" presStyleCnt="0"/>
      <dgm:spPr/>
    </dgm:pt>
    <dgm:pt modelId="{209E7C42-0F0D-BE46-9C71-F740C44D1A09}" type="pres">
      <dgm:prSet presAssocID="{4FCCBE6C-04A0-4653-A099-60FB35A65B20}" presName="arrow" presStyleLbl="alignNode1" presStyleIdx="4" presStyleCnt="6"/>
      <dgm:spPr/>
    </dgm:pt>
    <dgm:pt modelId="{1C60BFD3-BCA6-1448-8B64-D44F56B39F5A}" type="pres">
      <dgm:prSet presAssocID="{4FCCBE6C-04A0-4653-A099-60FB35A65B20}" presName="descendantArrow" presStyleLbl="bgAccFollowNode1" presStyleIdx="4" presStyleCnt="6"/>
      <dgm:spPr/>
    </dgm:pt>
    <dgm:pt modelId="{C24AE24C-8D4C-024E-B5AC-68C5B25D757F}" type="pres">
      <dgm:prSet presAssocID="{AF5CB30A-6456-44FD-9462-13B691BB97FA}" presName="sp" presStyleCnt="0"/>
      <dgm:spPr/>
    </dgm:pt>
    <dgm:pt modelId="{2CA8E89F-315A-A24E-AE38-88C1E850E0F3}" type="pres">
      <dgm:prSet presAssocID="{E5B5104F-4B62-4A7E-B74E-92D40C3B6B86}" presName="arrowAndChildren" presStyleCnt="0"/>
      <dgm:spPr/>
    </dgm:pt>
    <dgm:pt modelId="{168D3439-49E8-7542-A0EE-11CED7D1E614}" type="pres">
      <dgm:prSet presAssocID="{E5B5104F-4B62-4A7E-B74E-92D40C3B6B86}" presName="parentTextArrow" presStyleLbl="node1" presStyleIdx="0" presStyleCnt="0"/>
      <dgm:spPr/>
    </dgm:pt>
    <dgm:pt modelId="{A97EA843-C443-6E4C-BC06-430A9709D821}" type="pres">
      <dgm:prSet presAssocID="{E5B5104F-4B62-4A7E-B74E-92D40C3B6B86}" presName="arrow" presStyleLbl="alignNode1" presStyleIdx="5" presStyleCnt="6"/>
      <dgm:spPr/>
    </dgm:pt>
    <dgm:pt modelId="{010DFB7A-F62D-724C-B7CB-4E17B84120F5}" type="pres">
      <dgm:prSet presAssocID="{E5B5104F-4B62-4A7E-B74E-92D40C3B6B86}" presName="descendantArrow" presStyleLbl="bgAccFollowNode1" presStyleIdx="5" presStyleCnt="6"/>
      <dgm:spPr/>
    </dgm:pt>
  </dgm:ptLst>
  <dgm:cxnLst>
    <dgm:cxn modelId="{2603E110-55FC-4FB1-AC36-0FC4DA0078A0}" srcId="{638CF3F0-3972-4A3D-8E72-6B3EA69CAB46}" destId="{E5B5104F-4B62-4A7E-B74E-92D40C3B6B86}" srcOrd="0" destOrd="0" parTransId="{0078C975-CA06-4494-8BB6-426579F6BACC}" sibTransId="{AF5CB30A-6456-44FD-9462-13B691BB97FA}"/>
    <dgm:cxn modelId="{847B8D11-D1C7-0847-8CAE-CDE1641E5CBB}" type="presOf" srcId="{B3D43306-4D1B-4820-8389-9860D588D4B7}" destId="{64AC425C-B15D-0D44-A040-CDE4D8F6C4DC}" srcOrd="0" destOrd="0" presId="urn:microsoft.com/office/officeart/2016/7/layout/VerticalDownArrowProcess"/>
    <dgm:cxn modelId="{07D4D617-D6B4-4DB6-8F79-9860164DF51F}" srcId="{638CF3F0-3972-4A3D-8E72-6B3EA69CAB46}" destId="{0A1E7137-5ED5-47EB-B091-EBEF66A63839}" srcOrd="4" destOrd="0" parTransId="{B54BE6F1-9C4F-47FA-961E-FC1A2EC84E64}" sibTransId="{6E249B58-AE36-4F01-AEC0-956F7E45E4D4}"/>
    <dgm:cxn modelId="{A44FC51A-55A0-B94E-A7DA-EF7DD8F8E103}" type="presOf" srcId="{4FCCBE6C-04A0-4653-A099-60FB35A65B20}" destId="{C27FA818-5356-1D45-B4EF-8BF2A88E9B73}" srcOrd="0" destOrd="0" presId="urn:microsoft.com/office/officeart/2016/7/layout/VerticalDownArrowProcess"/>
    <dgm:cxn modelId="{7A497421-13CC-2549-8592-A0DA3B852DFE}" type="presOf" srcId="{BD1A7A9F-FF0F-43BA-93B6-85DFDF446BE2}" destId="{DEADD629-7385-6442-9F7F-AA9D00320CB6}" srcOrd="0" destOrd="0" presId="urn:microsoft.com/office/officeart/2016/7/layout/VerticalDownArrowProcess"/>
    <dgm:cxn modelId="{5C1F5F31-36D8-4BE1-9C6F-3083B9131E7D}" srcId="{638CF3F0-3972-4A3D-8E72-6B3EA69CAB46}" destId="{82A2FD5D-367C-4C6C-9CE0-C141A429E34A}" srcOrd="3" destOrd="0" parTransId="{789150E3-1654-406C-87DB-9C407491F662}" sibTransId="{98B60E3A-CE25-4073-B810-30D84FA67B1B}"/>
    <dgm:cxn modelId="{907B903E-B012-4CF1-99E2-8F570E77183D}" srcId="{0A1E7137-5ED5-47EB-B091-EBEF66A63839}" destId="{AF7D50EE-1821-405A-A3A6-15A6FCD6A704}" srcOrd="0" destOrd="0" parTransId="{B2F5E7E9-C76D-4E9C-8300-E82D7117607C}" sibTransId="{6888FA0C-C507-4C18-B61E-52FEB22EE140}"/>
    <dgm:cxn modelId="{AE32175E-8846-7049-9B09-0E526BF8C7D1}" type="presOf" srcId="{FED62FBB-83EC-41F6-93C0-8BF9B53E71CF}" destId="{1C60BFD3-BCA6-1448-8B64-D44F56B39F5A}" srcOrd="0" destOrd="0" presId="urn:microsoft.com/office/officeart/2016/7/layout/VerticalDownArrowProcess"/>
    <dgm:cxn modelId="{15B1DA63-6DDC-439B-BB7A-3B710F1503A9}" srcId="{B3D43306-4D1B-4820-8389-9860D588D4B7}" destId="{6B2A0AB8-9D19-47CD-B1A1-765E1C0D969C}" srcOrd="0" destOrd="0" parTransId="{E0F67280-E602-4F88-BC51-7CB524CDDF67}" sibTransId="{B045A00B-9466-419C-86F7-49ABE5A5A8E1}"/>
    <dgm:cxn modelId="{4D0C2E64-57A6-D143-9D72-7C1B1B1704F1}" type="presOf" srcId="{48CABEF7-B203-45CA-BD94-9261BFB2080B}" destId="{6B14B779-00D4-9045-A82D-4ACF06DC9273}" srcOrd="0" destOrd="0" presId="urn:microsoft.com/office/officeart/2016/7/layout/VerticalDownArrowProcess"/>
    <dgm:cxn modelId="{6CB45765-DD65-47B2-B3C0-6BB7834F5D8C}" srcId="{82A2FD5D-367C-4C6C-9CE0-C141A429E34A}" destId="{214BE384-63A3-4CF7-94DB-EAB16A1E90E1}" srcOrd="0" destOrd="0" parTransId="{E9DFFC97-A449-42BB-91EB-D0E2FD82B552}" sibTransId="{59C3A84F-044E-4E6A-9471-483EB17AAAD5}"/>
    <dgm:cxn modelId="{CAB43971-BA98-504B-B37F-95D0B4A69F8E}" type="presOf" srcId="{82A2FD5D-367C-4C6C-9CE0-C141A429E34A}" destId="{AEDE126E-1B13-264D-9A63-466F8622A077}" srcOrd="0" destOrd="0" presId="urn:microsoft.com/office/officeart/2016/7/layout/VerticalDownArrowProcess"/>
    <dgm:cxn modelId="{F7224C74-0246-7040-B174-695AF15FBE9F}" type="presOf" srcId="{214BE384-63A3-4CF7-94DB-EAB16A1E90E1}" destId="{19161F70-E6AB-584E-ABA7-1CF7445F2F0B}" srcOrd="0" destOrd="0" presId="urn:microsoft.com/office/officeart/2016/7/layout/VerticalDownArrowProcess"/>
    <dgm:cxn modelId="{37C2B795-A5AC-5145-B822-3E202D95B805}" type="presOf" srcId="{638CF3F0-3972-4A3D-8E72-6B3EA69CAB46}" destId="{4681E272-8446-0A46-8A4E-87CF0B51A954}" srcOrd="0" destOrd="0" presId="urn:microsoft.com/office/officeart/2016/7/layout/VerticalDownArrowProcess"/>
    <dgm:cxn modelId="{B5C1169A-CE1F-6548-A1C0-55075E597248}" type="presOf" srcId="{48CABEF7-B203-45CA-BD94-9261BFB2080B}" destId="{2383D088-1B83-8643-841B-4AD507D5F44E}" srcOrd="1" destOrd="0" presId="urn:microsoft.com/office/officeart/2016/7/layout/VerticalDownArrowProcess"/>
    <dgm:cxn modelId="{F14A0C9D-2064-C24B-AC77-85AFCF18864F}" type="presOf" srcId="{E5B5104F-4B62-4A7E-B74E-92D40C3B6B86}" destId="{A97EA843-C443-6E4C-BC06-430A9709D821}" srcOrd="1" destOrd="0" presId="urn:microsoft.com/office/officeart/2016/7/layout/VerticalDownArrowProcess"/>
    <dgm:cxn modelId="{F589B7A6-C44A-254D-9807-BB7127BF9EE9}" type="presOf" srcId="{6B2A0AB8-9D19-47CD-B1A1-765E1C0D969C}" destId="{EC06430F-6F15-014F-AA3F-1953859AC8B8}" srcOrd="0" destOrd="0" presId="urn:microsoft.com/office/officeart/2016/7/layout/VerticalDownArrowProcess"/>
    <dgm:cxn modelId="{3626D0AD-B346-45AB-850E-C2C18319520D}" srcId="{4FCCBE6C-04A0-4653-A099-60FB35A65B20}" destId="{FED62FBB-83EC-41F6-93C0-8BF9B53E71CF}" srcOrd="0" destOrd="0" parTransId="{0F52F5E1-78A8-429D-9EDD-83EC71E5E190}" sibTransId="{9B75EB5D-2D9B-4E81-B2DE-31D1DDCB7EF9}"/>
    <dgm:cxn modelId="{601370B7-3BEB-A941-83DA-8C3DA369DC2B}" type="presOf" srcId="{7AA9D366-E773-4939-A303-6124038584E6}" destId="{010DFB7A-F62D-724C-B7CB-4E17B84120F5}" srcOrd="0" destOrd="0" presId="urn:microsoft.com/office/officeart/2016/7/layout/VerticalDownArrowProcess"/>
    <dgm:cxn modelId="{525423BE-0600-5647-873D-DA1DD5457E56}" type="presOf" srcId="{AF7D50EE-1821-405A-A3A6-15A6FCD6A704}" destId="{FD4E5B6F-FC33-F048-B26C-96B8CDC33E7F}" srcOrd="0" destOrd="0" presId="urn:microsoft.com/office/officeart/2016/7/layout/VerticalDownArrowProcess"/>
    <dgm:cxn modelId="{1D5B4CC7-6F56-0849-B177-B9241DAAB575}" type="presOf" srcId="{0A1E7137-5ED5-47EB-B091-EBEF66A63839}" destId="{D6C1E263-25E3-D246-9640-761CAF51A2F9}" srcOrd="0" destOrd="0" presId="urn:microsoft.com/office/officeart/2016/7/layout/VerticalDownArrowProcess"/>
    <dgm:cxn modelId="{52963FD3-DC66-8842-AD1A-529ED9B37737}" type="presOf" srcId="{4FCCBE6C-04A0-4653-A099-60FB35A65B20}" destId="{209E7C42-0F0D-BE46-9C71-F740C44D1A09}" srcOrd="1" destOrd="0" presId="urn:microsoft.com/office/officeart/2016/7/layout/VerticalDownArrowProcess"/>
    <dgm:cxn modelId="{D1A843D3-0D26-DE4D-8098-00719B5FC09D}" type="presOf" srcId="{82A2FD5D-367C-4C6C-9CE0-C141A429E34A}" destId="{55F195A4-A21E-7848-90A2-6A04DBCEACC1}" srcOrd="1" destOrd="0" presId="urn:microsoft.com/office/officeart/2016/7/layout/VerticalDownArrowProcess"/>
    <dgm:cxn modelId="{477A91E6-B02F-4944-AAE5-6CA404E0CC2D}" srcId="{638CF3F0-3972-4A3D-8E72-6B3EA69CAB46}" destId="{48CABEF7-B203-45CA-BD94-9261BFB2080B}" srcOrd="2" destOrd="0" parTransId="{13C71DD1-6CAD-423E-BAC5-62F1B864EEF2}" sibTransId="{5B8BAAD7-4687-4612-92EC-3C3339BE6B79}"/>
    <dgm:cxn modelId="{51DC5EEE-6130-1942-95DC-4B58D81D96F1}" type="presOf" srcId="{0A1E7137-5ED5-47EB-B091-EBEF66A63839}" destId="{06EDE423-3D27-BE40-973D-A48F0D958861}" srcOrd="1" destOrd="0" presId="urn:microsoft.com/office/officeart/2016/7/layout/VerticalDownArrowProcess"/>
    <dgm:cxn modelId="{9E4E51F3-08E4-4276-8166-0C888CD05E40}" srcId="{638CF3F0-3972-4A3D-8E72-6B3EA69CAB46}" destId="{4FCCBE6C-04A0-4653-A099-60FB35A65B20}" srcOrd="1" destOrd="0" parTransId="{5B0EA0A2-DB4E-48DA-81A6-BF2E874214E7}" sibTransId="{76CAABB3-7A28-486B-9C97-1C3416165786}"/>
    <dgm:cxn modelId="{77358DF6-B682-884D-9C91-80292BA8657E}" type="presOf" srcId="{E5B5104F-4B62-4A7E-B74E-92D40C3B6B86}" destId="{168D3439-49E8-7542-A0EE-11CED7D1E614}" srcOrd="0" destOrd="0" presId="urn:microsoft.com/office/officeart/2016/7/layout/VerticalDownArrowProcess"/>
    <dgm:cxn modelId="{1AC401F8-0119-4ED1-B02A-13B137199FF4}" srcId="{E5B5104F-4B62-4A7E-B74E-92D40C3B6B86}" destId="{7AA9D366-E773-4939-A303-6124038584E6}" srcOrd="0" destOrd="0" parTransId="{00BB4184-7A0C-45CD-BB7D-BA51FE75BDFD}" sibTransId="{D1EE82F0-0F53-43BA-980B-80AA89F77CFD}"/>
    <dgm:cxn modelId="{5D46B3F8-1E5B-48B6-8A19-03477D8E27DE}" srcId="{48CABEF7-B203-45CA-BD94-9261BFB2080B}" destId="{BD1A7A9F-FF0F-43BA-93B6-85DFDF446BE2}" srcOrd="0" destOrd="0" parTransId="{31769FDD-2523-46E0-8734-F0FCA9044DC5}" sibTransId="{76C42B9E-BB0F-4CAF-ADE7-3D570B030B5F}"/>
    <dgm:cxn modelId="{E43C7BFE-0499-4A96-9017-B8C616D34B03}" srcId="{638CF3F0-3972-4A3D-8E72-6B3EA69CAB46}" destId="{B3D43306-4D1B-4820-8389-9860D588D4B7}" srcOrd="5" destOrd="0" parTransId="{482B2671-3D71-4FB5-B451-1911BD605F9F}" sibTransId="{84B2CD90-9FD6-41E5-BF8E-847F8B719F1F}"/>
    <dgm:cxn modelId="{75D94DF4-E7E4-0C45-A4C7-B05025C29AFA}" type="presParOf" srcId="{4681E272-8446-0A46-8A4E-87CF0B51A954}" destId="{B5BD06E4-041D-B54D-8197-FE82BE603F8F}" srcOrd="0" destOrd="0" presId="urn:microsoft.com/office/officeart/2016/7/layout/VerticalDownArrowProcess"/>
    <dgm:cxn modelId="{B0CC1179-0BF3-F142-A051-AAA6264966CE}" type="presParOf" srcId="{B5BD06E4-041D-B54D-8197-FE82BE603F8F}" destId="{64AC425C-B15D-0D44-A040-CDE4D8F6C4DC}" srcOrd="0" destOrd="0" presId="urn:microsoft.com/office/officeart/2016/7/layout/VerticalDownArrowProcess"/>
    <dgm:cxn modelId="{F7554F6B-FE11-6341-A5F7-816A8FDEA982}" type="presParOf" srcId="{B5BD06E4-041D-B54D-8197-FE82BE603F8F}" destId="{EC06430F-6F15-014F-AA3F-1953859AC8B8}" srcOrd="1" destOrd="0" presId="urn:microsoft.com/office/officeart/2016/7/layout/VerticalDownArrowProcess"/>
    <dgm:cxn modelId="{02D321EE-31A7-E842-B66C-C3CA9CB389CB}" type="presParOf" srcId="{4681E272-8446-0A46-8A4E-87CF0B51A954}" destId="{5389B20C-E162-1D4C-A233-798A653E558B}" srcOrd="1" destOrd="0" presId="urn:microsoft.com/office/officeart/2016/7/layout/VerticalDownArrowProcess"/>
    <dgm:cxn modelId="{6E49021D-4AED-DB44-B86B-8FEC3CCE3306}" type="presParOf" srcId="{4681E272-8446-0A46-8A4E-87CF0B51A954}" destId="{3EF59B6F-40A8-5C44-81F2-DDC2C4A07634}" srcOrd="2" destOrd="0" presId="urn:microsoft.com/office/officeart/2016/7/layout/VerticalDownArrowProcess"/>
    <dgm:cxn modelId="{E0E6075B-25E8-284A-A2E2-CA8DF790C454}" type="presParOf" srcId="{3EF59B6F-40A8-5C44-81F2-DDC2C4A07634}" destId="{D6C1E263-25E3-D246-9640-761CAF51A2F9}" srcOrd="0" destOrd="0" presId="urn:microsoft.com/office/officeart/2016/7/layout/VerticalDownArrowProcess"/>
    <dgm:cxn modelId="{45191CB8-2805-4047-BE75-D7AD2486A2C2}" type="presParOf" srcId="{3EF59B6F-40A8-5C44-81F2-DDC2C4A07634}" destId="{06EDE423-3D27-BE40-973D-A48F0D958861}" srcOrd="1" destOrd="0" presId="urn:microsoft.com/office/officeart/2016/7/layout/VerticalDownArrowProcess"/>
    <dgm:cxn modelId="{8BDCE508-E634-7E45-A268-9BFB1EDF549B}" type="presParOf" srcId="{3EF59B6F-40A8-5C44-81F2-DDC2C4A07634}" destId="{FD4E5B6F-FC33-F048-B26C-96B8CDC33E7F}" srcOrd="2" destOrd="0" presId="urn:microsoft.com/office/officeart/2016/7/layout/VerticalDownArrowProcess"/>
    <dgm:cxn modelId="{CE10464E-186A-E143-914F-65B0B3B67E91}" type="presParOf" srcId="{4681E272-8446-0A46-8A4E-87CF0B51A954}" destId="{6D1D4E55-3A5D-BF41-8DAC-8864A21B9530}" srcOrd="3" destOrd="0" presId="urn:microsoft.com/office/officeart/2016/7/layout/VerticalDownArrowProcess"/>
    <dgm:cxn modelId="{F2C13CF7-A940-7442-8A1B-0D7B748CD9B4}" type="presParOf" srcId="{4681E272-8446-0A46-8A4E-87CF0B51A954}" destId="{C734FE29-739F-D64A-ADB3-73E9A3AE90EE}" srcOrd="4" destOrd="0" presId="urn:microsoft.com/office/officeart/2016/7/layout/VerticalDownArrowProcess"/>
    <dgm:cxn modelId="{9E71F437-7283-A74D-8B94-E0D7AD497345}" type="presParOf" srcId="{C734FE29-739F-D64A-ADB3-73E9A3AE90EE}" destId="{AEDE126E-1B13-264D-9A63-466F8622A077}" srcOrd="0" destOrd="0" presId="urn:microsoft.com/office/officeart/2016/7/layout/VerticalDownArrowProcess"/>
    <dgm:cxn modelId="{E5579650-FE13-2A41-A0A1-8A7D1DE63138}" type="presParOf" srcId="{C734FE29-739F-D64A-ADB3-73E9A3AE90EE}" destId="{55F195A4-A21E-7848-90A2-6A04DBCEACC1}" srcOrd="1" destOrd="0" presId="urn:microsoft.com/office/officeart/2016/7/layout/VerticalDownArrowProcess"/>
    <dgm:cxn modelId="{CBD4F6A1-4533-2641-83A2-996A2DB14DAE}" type="presParOf" srcId="{C734FE29-739F-D64A-ADB3-73E9A3AE90EE}" destId="{19161F70-E6AB-584E-ABA7-1CF7445F2F0B}" srcOrd="2" destOrd="0" presId="urn:microsoft.com/office/officeart/2016/7/layout/VerticalDownArrowProcess"/>
    <dgm:cxn modelId="{363B8021-D48F-7245-96A2-F9205E85A949}" type="presParOf" srcId="{4681E272-8446-0A46-8A4E-87CF0B51A954}" destId="{C3BD81FF-4908-9546-AA10-DDFAAD7176D9}" srcOrd="5" destOrd="0" presId="urn:microsoft.com/office/officeart/2016/7/layout/VerticalDownArrowProcess"/>
    <dgm:cxn modelId="{85A501EC-EFB0-1146-B6E4-4179133C7B2E}" type="presParOf" srcId="{4681E272-8446-0A46-8A4E-87CF0B51A954}" destId="{1EAE3400-B5DE-6D42-829E-51BF6DD9F1A1}" srcOrd="6" destOrd="0" presId="urn:microsoft.com/office/officeart/2016/7/layout/VerticalDownArrowProcess"/>
    <dgm:cxn modelId="{BABF3385-ECB5-9545-8836-FBE865F5C61E}" type="presParOf" srcId="{1EAE3400-B5DE-6D42-829E-51BF6DD9F1A1}" destId="{6B14B779-00D4-9045-A82D-4ACF06DC9273}" srcOrd="0" destOrd="0" presId="urn:microsoft.com/office/officeart/2016/7/layout/VerticalDownArrowProcess"/>
    <dgm:cxn modelId="{D82143C5-294D-384F-9C98-6ED2EB30A683}" type="presParOf" srcId="{1EAE3400-B5DE-6D42-829E-51BF6DD9F1A1}" destId="{2383D088-1B83-8643-841B-4AD507D5F44E}" srcOrd="1" destOrd="0" presId="urn:microsoft.com/office/officeart/2016/7/layout/VerticalDownArrowProcess"/>
    <dgm:cxn modelId="{D51E359C-7B0B-6F40-8872-16590015C563}" type="presParOf" srcId="{1EAE3400-B5DE-6D42-829E-51BF6DD9F1A1}" destId="{DEADD629-7385-6442-9F7F-AA9D00320CB6}" srcOrd="2" destOrd="0" presId="urn:microsoft.com/office/officeart/2016/7/layout/VerticalDownArrowProcess"/>
    <dgm:cxn modelId="{E741884B-0244-F048-927A-5B22FDB85CDF}" type="presParOf" srcId="{4681E272-8446-0A46-8A4E-87CF0B51A954}" destId="{F7696924-F22F-FC45-A92D-24D917409634}" srcOrd="7" destOrd="0" presId="urn:microsoft.com/office/officeart/2016/7/layout/VerticalDownArrowProcess"/>
    <dgm:cxn modelId="{AF3655DA-833B-5D46-ABF0-EA3D0EBCAEF1}" type="presParOf" srcId="{4681E272-8446-0A46-8A4E-87CF0B51A954}" destId="{46B96693-B8F7-E74A-ABED-57DC3BA73E16}" srcOrd="8" destOrd="0" presId="urn:microsoft.com/office/officeart/2016/7/layout/VerticalDownArrowProcess"/>
    <dgm:cxn modelId="{541F58F6-C065-A446-8222-E8E724A1B883}" type="presParOf" srcId="{46B96693-B8F7-E74A-ABED-57DC3BA73E16}" destId="{C27FA818-5356-1D45-B4EF-8BF2A88E9B73}" srcOrd="0" destOrd="0" presId="urn:microsoft.com/office/officeart/2016/7/layout/VerticalDownArrowProcess"/>
    <dgm:cxn modelId="{02C3253F-681B-A54C-AF9B-69DF033962A5}" type="presParOf" srcId="{46B96693-B8F7-E74A-ABED-57DC3BA73E16}" destId="{209E7C42-0F0D-BE46-9C71-F740C44D1A09}" srcOrd="1" destOrd="0" presId="urn:microsoft.com/office/officeart/2016/7/layout/VerticalDownArrowProcess"/>
    <dgm:cxn modelId="{7F87CD39-FE64-624C-B843-61D9BC929B78}" type="presParOf" srcId="{46B96693-B8F7-E74A-ABED-57DC3BA73E16}" destId="{1C60BFD3-BCA6-1448-8B64-D44F56B39F5A}" srcOrd="2" destOrd="0" presId="urn:microsoft.com/office/officeart/2016/7/layout/VerticalDownArrowProcess"/>
    <dgm:cxn modelId="{343EE2FA-D0AA-3F45-9064-A6BBA8DD12B5}" type="presParOf" srcId="{4681E272-8446-0A46-8A4E-87CF0B51A954}" destId="{C24AE24C-8D4C-024E-B5AC-68C5B25D757F}" srcOrd="9" destOrd="0" presId="urn:microsoft.com/office/officeart/2016/7/layout/VerticalDownArrowProcess"/>
    <dgm:cxn modelId="{B4B60DDA-8607-2744-BB3C-FA91B7E60056}" type="presParOf" srcId="{4681E272-8446-0A46-8A4E-87CF0B51A954}" destId="{2CA8E89F-315A-A24E-AE38-88C1E850E0F3}" srcOrd="10" destOrd="0" presId="urn:microsoft.com/office/officeart/2016/7/layout/VerticalDownArrowProcess"/>
    <dgm:cxn modelId="{45143DFF-C365-0147-9FA2-0737677403E4}" type="presParOf" srcId="{2CA8E89F-315A-A24E-AE38-88C1E850E0F3}" destId="{168D3439-49E8-7542-A0EE-11CED7D1E614}" srcOrd="0" destOrd="0" presId="urn:microsoft.com/office/officeart/2016/7/layout/VerticalDownArrowProcess"/>
    <dgm:cxn modelId="{FDC574D7-7742-C246-B03A-2F838CC916A0}" type="presParOf" srcId="{2CA8E89F-315A-A24E-AE38-88C1E850E0F3}" destId="{A97EA843-C443-6E4C-BC06-430A9709D821}" srcOrd="1" destOrd="0" presId="urn:microsoft.com/office/officeart/2016/7/layout/VerticalDownArrowProcess"/>
    <dgm:cxn modelId="{31B486A0-233E-9840-A1AA-099601AAF702}" type="presParOf" srcId="{2CA8E89F-315A-A24E-AE38-88C1E850E0F3}" destId="{010DFB7A-F62D-724C-B7CB-4E17B84120F5}"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9ECE858-B8D0-4E03-ABF0-F4E69CCCD5D1}"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48D9BAD1-5B36-4E4E-A376-48881ADC50D3}">
      <dgm:prSet custT="1"/>
      <dgm:spPr>
        <a:solidFill>
          <a:schemeClr val="accent2">
            <a:lumMod val="50000"/>
          </a:schemeClr>
        </a:solidFill>
      </dgm:spPr>
      <dgm:t>
        <a:bodyPr/>
        <a:lstStyle/>
        <a:p>
          <a:r>
            <a:rPr lang="en-US" sz="2400" dirty="0"/>
            <a:t>Involves restraint and seclusion of students</a:t>
          </a:r>
        </a:p>
      </dgm:t>
    </dgm:pt>
    <dgm:pt modelId="{EB82F9A6-7AED-4DFE-B1A8-89D793A45FCC}" type="parTrans" cxnId="{B5A34AEC-5AC5-4D0A-A3B3-F1CEB882D47B}">
      <dgm:prSet/>
      <dgm:spPr/>
      <dgm:t>
        <a:bodyPr/>
        <a:lstStyle/>
        <a:p>
          <a:endParaRPr lang="en-US"/>
        </a:p>
      </dgm:t>
    </dgm:pt>
    <dgm:pt modelId="{59973A0B-3FE6-4573-B5FF-CA82FBB80710}" type="sibTrans" cxnId="{B5A34AEC-5AC5-4D0A-A3B3-F1CEB882D47B}">
      <dgm:prSet phldrT="01" phldr="0"/>
      <dgm:spPr/>
      <dgm:t>
        <a:bodyPr/>
        <a:lstStyle/>
        <a:p>
          <a:r>
            <a:rPr lang="en-US"/>
            <a:t>01</a:t>
          </a:r>
        </a:p>
      </dgm:t>
    </dgm:pt>
    <dgm:pt modelId="{A99BFC88-9735-4A6F-AF76-CE3D298E623B}">
      <dgm:prSet custT="1"/>
      <dgm:spPr>
        <a:solidFill>
          <a:schemeClr val="accent3">
            <a:lumMod val="75000"/>
          </a:schemeClr>
        </a:solidFill>
      </dgm:spPr>
      <dgm:t>
        <a:bodyPr/>
        <a:lstStyle/>
        <a:p>
          <a:r>
            <a:rPr lang="en-US" sz="2400" dirty="0"/>
            <a:t>Important to document and follow</a:t>
          </a:r>
        </a:p>
      </dgm:t>
    </dgm:pt>
    <dgm:pt modelId="{B228FC17-E7EF-416A-B4BE-61DD0F9D1D2B}" type="parTrans" cxnId="{C5CF0D56-8866-4400-AF7D-170695ED779E}">
      <dgm:prSet/>
      <dgm:spPr/>
      <dgm:t>
        <a:bodyPr/>
        <a:lstStyle/>
        <a:p>
          <a:endParaRPr lang="en-US"/>
        </a:p>
      </dgm:t>
    </dgm:pt>
    <dgm:pt modelId="{C448AEB8-A82B-4D74-91E2-4FE77C1AD297}" type="sibTrans" cxnId="{C5CF0D56-8866-4400-AF7D-170695ED779E}">
      <dgm:prSet phldrT="02" phldr="0"/>
      <dgm:spPr/>
      <dgm:t>
        <a:bodyPr/>
        <a:lstStyle/>
        <a:p>
          <a:r>
            <a:rPr lang="en-US"/>
            <a:t>02</a:t>
          </a:r>
        </a:p>
      </dgm:t>
    </dgm:pt>
    <dgm:pt modelId="{301D5EFE-17D3-4E41-9979-4A8783F76A13}">
      <dgm:prSet custT="1"/>
      <dgm:spPr>
        <a:solidFill>
          <a:schemeClr val="accent4">
            <a:lumMod val="75000"/>
          </a:schemeClr>
        </a:solidFill>
      </dgm:spPr>
      <dgm:t>
        <a:bodyPr/>
        <a:lstStyle/>
        <a:p>
          <a:r>
            <a:rPr lang="en-US" sz="2400" dirty="0"/>
            <a:t>Be specific – include student’s escalation cycle</a:t>
          </a:r>
        </a:p>
      </dgm:t>
    </dgm:pt>
    <dgm:pt modelId="{F6825995-77D9-46D4-95AF-A9AB729C0BBF}" type="parTrans" cxnId="{29AC7718-8BDC-487D-B782-833A0B19E06C}">
      <dgm:prSet/>
      <dgm:spPr/>
      <dgm:t>
        <a:bodyPr/>
        <a:lstStyle/>
        <a:p>
          <a:endParaRPr lang="en-US"/>
        </a:p>
      </dgm:t>
    </dgm:pt>
    <dgm:pt modelId="{A6452331-05F3-408E-9F1C-99FB0D159983}" type="sibTrans" cxnId="{29AC7718-8BDC-487D-B782-833A0B19E06C}">
      <dgm:prSet phldrT="03" phldr="0"/>
      <dgm:spPr/>
      <dgm:t>
        <a:bodyPr/>
        <a:lstStyle/>
        <a:p>
          <a:r>
            <a:rPr lang="en-US"/>
            <a:t>03</a:t>
          </a:r>
        </a:p>
      </dgm:t>
    </dgm:pt>
    <dgm:pt modelId="{74E3E61E-38FE-4CA4-89B0-7472EFFA277D}">
      <dgm:prSet custT="1"/>
      <dgm:spPr>
        <a:solidFill>
          <a:schemeClr val="tx2">
            <a:lumMod val="75000"/>
          </a:schemeClr>
        </a:solidFill>
      </dgm:spPr>
      <dgm:t>
        <a:bodyPr/>
        <a:lstStyle/>
        <a:p>
          <a:r>
            <a:rPr lang="en-US" sz="2400" dirty="0"/>
            <a:t>Used as a last resort</a:t>
          </a:r>
        </a:p>
      </dgm:t>
    </dgm:pt>
    <dgm:pt modelId="{993B8A13-FC4D-43E6-8E88-AE78B2CC3F0E}" type="parTrans" cxnId="{2CDA81C4-82A4-45DC-85DB-FCED5578DAB3}">
      <dgm:prSet/>
      <dgm:spPr/>
      <dgm:t>
        <a:bodyPr/>
        <a:lstStyle/>
        <a:p>
          <a:endParaRPr lang="en-US"/>
        </a:p>
      </dgm:t>
    </dgm:pt>
    <dgm:pt modelId="{4C556FAB-23C7-48AE-99EA-604D4DD960F3}" type="sibTrans" cxnId="{2CDA81C4-82A4-45DC-85DB-FCED5578DAB3}">
      <dgm:prSet phldrT="04" phldr="0"/>
      <dgm:spPr/>
      <dgm:t>
        <a:bodyPr/>
        <a:lstStyle/>
        <a:p>
          <a:r>
            <a:rPr lang="en-US"/>
            <a:t>04</a:t>
          </a:r>
        </a:p>
      </dgm:t>
    </dgm:pt>
    <dgm:pt modelId="{3EB8CB85-B874-2441-9E47-FBCDBB1A201D}" type="pres">
      <dgm:prSet presAssocID="{F9ECE858-B8D0-4E03-ABF0-F4E69CCCD5D1}" presName="Name0" presStyleCnt="0">
        <dgm:presLayoutVars>
          <dgm:animLvl val="lvl"/>
          <dgm:resizeHandles val="exact"/>
        </dgm:presLayoutVars>
      </dgm:prSet>
      <dgm:spPr/>
    </dgm:pt>
    <dgm:pt modelId="{FF8C3B60-4CB1-B64B-AD9E-D9CDB55BEE13}" type="pres">
      <dgm:prSet presAssocID="{48D9BAD1-5B36-4E4E-A376-48881ADC50D3}" presName="compositeNode" presStyleCnt="0">
        <dgm:presLayoutVars>
          <dgm:bulletEnabled val="1"/>
        </dgm:presLayoutVars>
      </dgm:prSet>
      <dgm:spPr/>
    </dgm:pt>
    <dgm:pt modelId="{A31BADAE-55B6-0E49-822C-45D88BB30381}" type="pres">
      <dgm:prSet presAssocID="{48D9BAD1-5B36-4E4E-A376-48881ADC50D3}" presName="bgRect" presStyleLbl="alignNode1" presStyleIdx="0" presStyleCnt="4"/>
      <dgm:spPr/>
    </dgm:pt>
    <dgm:pt modelId="{0FB33CE1-B370-044C-9971-BB47A822A9C0}" type="pres">
      <dgm:prSet presAssocID="{59973A0B-3FE6-4573-B5FF-CA82FBB80710}" presName="sibTransNodeRect" presStyleLbl="alignNode1" presStyleIdx="0" presStyleCnt="4">
        <dgm:presLayoutVars>
          <dgm:chMax val="0"/>
          <dgm:bulletEnabled val="1"/>
        </dgm:presLayoutVars>
      </dgm:prSet>
      <dgm:spPr/>
    </dgm:pt>
    <dgm:pt modelId="{5D4B4C38-25E9-224D-84E5-0D5D2C36576B}" type="pres">
      <dgm:prSet presAssocID="{48D9BAD1-5B36-4E4E-A376-48881ADC50D3}" presName="nodeRect" presStyleLbl="alignNode1" presStyleIdx="0" presStyleCnt="4">
        <dgm:presLayoutVars>
          <dgm:bulletEnabled val="1"/>
        </dgm:presLayoutVars>
      </dgm:prSet>
      <dgm:spPr/>
    </dgm:pt>
    <dgm:pt modelId="{68EDA69C-5AB0-3A4F-99D2-61B05ACC68BF}" type="pres">
      <dgm:prSet presAssocID="{59973A0B-3FE6-4573-B5FF-CA82FBB80710}" presName="sibTrans" presStyleCnt="0"/>
      <dgm:spPr/>
    </dgm:pt>
    <dgm:pt modelId="{27C13B13-B55C-ED4C-B1E7-F6C610E3EF3E}" type="pres">
      <dgm:prSet presAssocID="{A99BFC88-9735-4A6F-AF76-CE3D298E623B}" presName="compositeNode" presStyleCnt="0">
        <dgm:presLayoutVars>
          <dgm:bulletEnabled val="1"/>
        </dgm:presLayoutVars>
      </dgm:prSet>
      <dgm:spPr/>
    </dgm:pt>
    <dgm:pt modelId="{AC07FAC2-6458-FE4B-9FE3-51C1D83CB83C}" type="pres">
      <dgm:prSet presAssocID="{A99BFC88-9735-4A6F-AF76-CE3D298E623B}" presName="bgRect" presStyleLbl="alignNode1" presStyleIdx="1" presStyleCnt="4"/>
      <dgm:spPr/>
    </dgm:pt>
    <dgm:pt modelId="{C4CB676D-BEA0-3B4F-957B-651266662CB0}" type="pres">
      <dgm:prSet presAssocID="{C448AEB8-A82B-4D74-91E2-4FE77C1AD297}" presName="sibTransNodeRect" presStyleLbl="alignNode1" presStyleIdx="1" presStyleCnt="4">
        <dgm:presLayoutVars>
          <dgm:chMax val="0"/>
          <dgm:bulletEnabled val="1"/>
        </dgm:presLayoutVars>
      </dgm:prSet>
      <dgm:spPr/>
    </dgm:pt>
    <dgm:pt modelId="{1CA8FE65-BF44-BC4B-89D1-35C04A0769DF}" type="pres">
      <dgm:prSet presAssocID="{A99BFC88-9735-4A6F-AF76-CE3D298E623B}" presName="nodeRect" presStyleLbl="alignNode1" presStyleIdx="1" presStyleCnt="4">
        <dgm:presLayoutVars>
          <dgm:bulletEnabled val="1"/>
        </dgm:presLayoutVars>
      </dgm:prSet>
      <dgm:spPr/>
    </dgm:pt>
    <dgm:pt modelId="{D8851885-F267-B74E-BE3F-FD6AA809C8E0}" type="pres">
      <dgm:prSet presAssocID="{C448AEB8-A82B-4D74-91E2-4FE77C1AD297}" presName="sibTrans" presStyleCnt="0"/>
      <dgm:spPr/>
    </dgm:pt>
    <dgm:pt modelId="{7BBE76FA-EF87-FD40-83E7-2756F535A58D}" type="pres">
      <dgm:prSet presAssocID="{301D5EFE-17D3-4E41-9979-4A8783F76A13}" presName="compositeNode" presStyleCnt="0">
        <dgm:presLayoutVars>
          <dgm:bulletEnabled val="1"/>
        </dgm:presLayoutVars>
      </dgm:prSet>
      <dgm:spPr/>
    </dgm:pt>
    <dgm:pt modelId="{56356A54-1B90-AD4F-8705-C43F202DE308}" type="pres">
      <dgm:prSet presAssocID="{301D5EFE-17D3-4E41-9979-4A8783F76A13}" presName="bgRect" presStyleLbl="alignNode1" presStyleIdx="2" presStyleCnt="4"/>
      <dgm:spPr/>
    </dgm:pt>
    <dgm:pt modelId="{0897F170-0F9C-E54D-8DA5-BE3060245161}" type="pres">
      <dgm:prSet presAssocID="{A6452331-05F3-408E-9F1C-99FB0D159983}" presName="sibTransNodeRect" presStyleLbl="alignNode1" presStyleIdx="2" presStyleCnt="4">
        <dgm:presLayoutVars>
          <dgm:chMax val="0"/>
          <dgm:bulletEnabled val="1"/>
        </dgm:presLayoutVars>
      </dgm:prSet>
      <dgm:spPr/>
    </dgm:pt>
    <dgm:pt modelId="{3AFADE97-1C49-114E-AF01-3DAB590D68DC}" type="pres">
      <dgm:prSet presAssocID="{301D5EFE-17D3-4E41-9979-4A8783F76A13}" presName="nodeRect" presStyleLbl="alignNode1" presStyleIdx="2" presStyleCnt="4">
        <dgm:presLayoutVars>
          <dgm:bulletEnabled val="1"/>
        </dgm:presLayoutVars>
      </dgm:prSet>
      <dgm:spPr/>
    </dgm:pt>
    <dgm:pt modelId="{C69A4DC1-898A-A544-A5E0-A24C88E988CA}" type="pres">
      <dgm:prSet presAssocID="{A6452331-05F3-408E-9F1C-99FB0D159983}" presName="sibTrans" presStyleCnt="0"/>
      <dgm:spPr/>
    </dgm:pt>
    <dgm:pt modelId="{FB367AEB-4407-5441-96EC-B90527152666}" type="pres">
      <dgm:prSet presAssocID="{74E3E61E-38FE-4CA4-89B0-7472EFFA277D}" presName="compositeNode" presStyleCnt="0">
        <dgm:presLayoutVars>
          <dgm:bulletEnabled val="1"/>
        </dgm:presLayoutVars>
      </dgm:prSet>
      <dgm:spPr/>
    </dgm:pt>
    <dgm:pt modelId="{9C27B852-BC8E-6646-9946-45A637D61E7E}" type="pres">
      <dgm:prSet presAssocID="{74E3E61E-38FE-4CA4-89B0-7472EFFA277D}" presName="bgRect" presStyleLbl="alignNode1" presStyleIdx="3" presStyleCnt="4"/>
      <dgm:spPr/>
    </dgm:pt>
    <dgm:pt modelId="{4BCB7549-1794-0A4E-BD8A-644DE4EFB99F}" type="pres">
      <dgm:prSet presAssocID="{4C556FAB-23C7-48AE-99EA-604D4DD960F3}" presName="sibTransNodeRect" presStyleLbl="alignNode1" presStyleIdx="3" presStyleCnt="4">
        <dgm:presLayoutVars>
          <dgm:chMax val="0"/>
          <dgm:bulletEnabled val="1"/>
        </dgm:presLayoutVars>
      </dgm:prSet>
      <dgm:spPr/>
    </dgm:pt>
    <dgm:pt modelId="{5E66F5CB-C3F4-B946-A843-F7D73735A4D8}" type="pres">
      <dgm:prSet presAssocID="{74E3E61E-38FE-4CA4-89B0-7472EFFA277D}" presName="nodeRect" presStyleLbl="alignNode1" presStyleIdx="3" presStyleCnt="4">
        <dgm:presLayoutVars>
          <dgm:bulletEnabled val="1"/>
        </dgm:presLayoutVars>
      </dgm:prSet>
      <dgm:spPr/>
    </dgm:pt>
  </dgm:ptLst>
  <dgm:cxnLst>
    <dgm:cxn modelId="{29AC7718-8BDC-487D-B782-833A0B19E06C}" srcId="{F9ECE858-B8D0-4E03-ABF0-F4E69CCCD5D1}" destId="{301D5EFE-17D3-4E41-9979-4A8783F76A13}" srcOrd="2" destOrd="0" parTransId="{F6825995-77D9-46D4-95AF-A9AB729C0BBF}" sibTransId="{A6452331-05F3-408E-9F1C-99FB0D159983}"/>
    <dgm:cxn modelId="{D79DC519-7467-A74A-8E2E-C7FEE8DB4F90}" type="presOf" srcId="{301D5EFE-17D3-4E41-9979-4A8783F76A13}" destId="{3AFADE97-1C49-114E-AF01-3DAB590D68DC}" srcOrd="1" destOrd="0" presId="urn:microsoft.com/office/officeart/2016/7/layout/LinearBlockProcessNumbered"/>
    <dgm:cxn modelId="{190CBF21-4E46-8449-9EB8-5A90F633232D}" type="presOf" srcId="{A99BFC88-9735-4A6F-AF76-CE3D298E623B}" destId="{AC07FAC2-6458-FE4B-9FE3-51C1D83CB83C}" srcOrd="0" destOrd="0" presId="urn:microsoft.com/office/officeart/2016/7/layout/LinearBlockProcessNumbered"/>
    <dgm:cxn modelId="{9933002C-9B8C-124C-B906-A6921F9BE13E}" type="presOf" srcId="{301D5EFE-17D3-4E41-9979-4A8783F76A13}" destId="{56356A54-1B90-AD4F-8705-C43F202DE308}" srcOrd="0" destOrd="0" presId="urn:microsoft.com/office/officeart/2016/7/layout/LinearBlockProcessNumbered"/>
    <dgm:cxn modelId="{ED839C40-E95E-CD4E-8725-5133ED063ED7}" type="presOf" srcId="{59973A0B-3FE6-4573-B5FF-CA82FBB80710}" destId="{0FB33CE1-B370-044C-9971-BB47A822A9C0}" srcOrd="0" destOrd="0" presId="urn:microsoft.com/office/officeart/2016/7/layout/LinearBlockProcessNumbered"/>
    <dgm:cxn modelId="{1EB32743-64CF-D34C-BA89-3A25463681AC}" type="presOf" srcId="{74E3E61E-38FE-4CA4-89B0-7472EFFA277D}" destId="{5E66F5CB-C3F4-B946-A843-F7D73735A4D8}" srcOrd="1" destOrd="0" presId="urn:microsoft.com/office/officeart/2016/7/layout/LinearBlockProcessNumbered"/>
    <dgm:cxn modelId="{73FA1B4D-74B1-744E-80E7-05FE11012DF4}" type="presOf" srcId="{48D9BAD1-5B36-4E4E-A376-48881ADC50D3}" destId="{5D4B4C38-25E9-224D-84E5-0D5D2C36576B}" srcOrd="1" destOrd="0" presId="urn:microsoft.com/office/officeart/2016/7/layout/LinearBlockProcessNumbered"/>
    <dgm:cxn modelId="{C5CF0D56-8866-4400-AF7D-170695ED779E}" srcId="{F9ECE858-B8D0-4E03-ABF0-F4E69CCCD5D1}" destId="{A99BFC88-9735-4A6F-AF76-CE3D298E623B}" srcOrd="1" destOrd="0" parTransId="{B228FC17-E7EF-416A-B4BE-61DD0F9D1D2B}" sibTransId="{C448AEB8-A82B-4D74-91E2-4FE77C1AD297}"/>
    <dgm:cxn modelId="{E1EE5F99-583B-8D4C-A6AF-3DCEE6B865B4}" type="presOf" srcId="{4C556FAB-23C7-48AE-99EA-604D4DD960F3}" destId="{4BCB7549-1794-0A4E-BD8A-644DE4EFB99F}" srcOrd="0" destOrd="0" presId="urn:microsoft.com/office/officeart/2016/7/layout/LinearBlockProcessNumbered"/>
    <dgm:cxn modelId="{6AD387A8-BD99-044F-935D-F3E9730D713C}" type="presOf" srcId="{F9ECE858-B8D0-4E03-ABF0-F4E69CCCD5D1}" destId="{3EB8CB85-B874-2441-9E47-FBCDBB1A201D}" srcOrd="0" destOrd="0" presId="urn:microsoft.com/office/officeart/2016/7/layout/LinearBlockProcessNumbered"/>
    <dgm:cxn modelId="{2CDA81C4-82A4-45DC-85DB-FCED5578DAB3}" srcId="{F9ECE858-B8D0-4E03-ABF0-F4E69CCCD5D1}" destId="{74E3E61E-38FE-4CA4-89B0-7472EFFA277D}" srcOrd="3" destOrd="0" parTransId="{993B8A13-FC4D-43E6-8E88-AE78B2CC3F0E}" sibTransId="{4C556FAB-23C7-48AE-99EA-604D4DD960F3}"/>
    <dgm:cxn modelId="{21DFE2C6-67CC-5740-A6EA-AEF8EBE4DCDB}" type="presOf" srcId="{A6452331-05F3-408E-9F1C-99FB0D159983}" destId="{0897F170-0F9C-E54D-8DA5-BE3060245161}" srcOrd="0" destOrd="0" presId="urn:microsoft.com/office/officeart/2016/7/layout/LinearBlockProcessNumbered"/>
    <dgm:cxn modelId="{0D0A33D1-FDCD-CA47-AE93-9C22B624F37C}" type="presOf" srcId="{A99BFC88-9735-4A6F-AF76-CE3D298E623B}" destId="{1CA8FE65-BF44-BC4B-89D1-35C04A0769DF}" srcOrd="1" destOrd="0" presId="urn:microsoft.com/office/officeart/2016/7/layout/LinearBlockProcessNumbered"/>
    <dgm:cxn modelId="{622874DD-7287-544B-BC93-63AC1D0D7773}" type="presOf" srcId="{C448AEB8-A82B-4D74-91E2-4FE77C1AD297}" destId="{C4CB676D-BEA0-3B4F-957B-651266662CB0}" srcOrd="0" destOrd="0" presId="urn:microsoft.com/office/officeart/2016/7/layout/LinearBlockProcessNumbered"/>
    <dgm:cxn modelId="{B5A34AEC-5AC5-4D0A-A3B3-F1CEB882D47B}" srcId="{F9ECE858-B8D0-4E03-ABF0-F4E69CCCD5D1}" destId="{48D9BAD1-5B36-4E4E-A376-48881ADC50D3}" srcOrd="0" destOrd="0" parTransId="{EB82F9A6-7AED-4DFE-B1A8-89D793A45FCC}" sibTransId="{59973A0B-3FE6-4573-B5FF-CA82FBB80710}"/>
    <dgm:cxn modelId="{8F42F4EC-E888-5E48-889F-9C2641CBEFEC}" type="presOf" srcId="{48D9BAD1-5B36-4E4E-A376-48881ADC50D3}" destId="{A31BADAE-55B6-0E49-822C-45D88BB30381}" srcOrd="0" destOrd="0" presId="urn:microsoft.com/office/officeart/2016/7/layout/LinearBlockProcessNumbered"/>
    <dgm:cxn modelId="{FE1324F3-7CFF-5643-8BD7-137CAF821089}" type="presOf" srcId="{74E3E61E-38FE-4CA4-89B0-7472EFFA277D}" destId="{9C27B852-BC8E-6646-9946-45A637D61E7E}" srcOrd="0" destOrd="0" presId="urn:microsoft.com/office/officeart/2016/7/layout/LinearBlockProcessNumbered"/>
    <dgm:cxn modelId="{0CED3688-9E04-E348-84BE-481C6E7C41A7}" type="presParOf" srcId="{3EB8CB85-B874-2441-9E47-FBCDBB1A201D}" destId="{FF8C3B60-4CB1-B64B-AD9E-D9CDB55BEE13}" srcOrd="0" destOrd="0" presId="urn:microsoft.com/office/officeart/2016/7/layout/LinearBlockProcessNumbered"/>
    <dgm:cxn modelId="{889DDAFC-4405-2743-BE8B-4D4EDB69B733}" type="presParOf" srcId="{FF8C3B60-4CB1-B64B-AD9E-D9CDB55BEE13}" destId="{A31BADAE-55B6-0E49-822C-45D88BB30381}" srcOrd="0" destOrd="0" presId="urn:microsoft.com/office/officeart/2016/7/layout/LinearBlockProcessNumbered"/>
    <dgm:cxn modelId="{1506608D-2DE0-694B-A0CE-1E8918DBC8EC}" type="presParOf" srcId="{FF8C3B60-4CB1-B64B-AD9E-D9CDB55BEE13}" destId="{0FB33CE1-B370-044C-9971-BB47A822A9C0}" srcOrd="1" destOrd="0" presId="urn:microsoft.com/office/officeart/2016/7/layout/LinearBlockProcessNumbered"/>
    <dgm:cxn modelId="{3C227F2D-45B1-134F-AB5C-19C9154EB465}" type="presParOf" srcId="{FF8C3B60-4CB1-B64B-AD9E-D9CDB55BEE13}" destId="{5D4B4C38-25E9-224D-84E5-0D5D2C36576B}" srcOrd="2" destOrd="0" presId="urn:microsoft.com/office/officeart/2016/7/layout/LinearBlockProcessNumbered"/>
    <dgm:cxn modelId="{7A139712-202D-FF4B-8B5D-D4DD53724E16}" type="presParOf" srcId="{3EB8CB85-B874-2441-9E47-FBCDBB1A201D}" destId="{68EDA69C-5AB0-3A4F-99D2-61B05ACC68BF}" srcOrd="1" destOrd="0" presId="urn:microsoft.com/office/officeart/2016/7/layout/LinearBlockProcessNumbered"/>
    <dgm:cxn modelId="{C6BA284A-706E-F045-8B17-646AB2923981}" type="presParOf" srcId="{3EB8CB85-B874-2441-9E47-FBCDBB1A201D}" destId="{27C13B13-B55C-ED4C-B1E7-F6C610E3EF3E}" srcOrd="2" destOrd="0" presId="urn:microsoft.com/office/officeart/2016/7/layout/LinearBlockProcessNumbered"/>
    <dgm:cxn modelId="{6CF8F6BC-C4A3-A54B-A9F0-AF073F02DD20}" type="presParOf" srcId="{27C13B13-B55C-ED4C-B1E7-F6C610E3EF3E}" destId="{AC07FAC2-6458-FE4B-9FE3-51C1D83CB83C}" srcOrd="0" destOrd="0" presId="urn:microsoft.com/office/officeart/2016/7/layout/LinearBlockProcessNumbered"/>
    <dgm:cxn modelId="{028E6583-AFF3-9948-BFD4-D8D625D0A057}" type="presParOf" srcId="{27C13B13-B55C-ED4C-B1E7-F6C610E3EF3E}" destId="{C4CB676D-BEA0-3B4F-957B-651266662CB0}" srcOrd="1" destOrd="0" presId="urn:microsoft.com/office/officeart/2016/7/layout/LinearBlockProcessNumbered"/>
    <dgm:cxn modelId="{D55EA627-4EEA-994D-BA78-CA82B26B3B0E}" type="presParOf" srcId="{27C13B13-B55C-ED4C-B1E7-F6C610E3EF3E}" destId="{1CA8FE65-BF44-BC4B-89D1-35C04A0769DF}" srcOrd="2" destOrd="0" presId="urn:microsoft.com/office/officeart/2016/7/layout/LinearBlockProcessNumbered"/>
    <dgm:cxn modelId="{5213F55C-707E-1348-89F8-E5FAD5BF8941}" type="presParOf" srcId="{3EB8CB85-B874-2441-9E47-FBCDBB1A201D}" destId="{D8851885-F267-B74E-BE3F-FD6AA809C8E0}" srcOrd="3" destOrd="0" presId="urn:microsoft.com/office/officeart/2016/7/layout/LinearBlockProcessNumbered"/>
    <dgm:cxn modelId="{CCFC4624-5A86-D144-A457-9E0D44EA4A47}" type="presParOf" srcId="{3EB8CB85-B874-2441-9E47-FBCDBB1A201D}" destId="{7BBE76FA-EF87-FD40-83E7-2756F535A58D}" srcOrd="4" destOrd="0" presId="urn:microsoft.com/office/officeart/2016/7/layout/LinearBlockProcessNumbered"/>
    <dgm:cxn modelId="{D3908D12-ABF4-F540-9E2C-2825C9D8B4C3}" type="presParOf" srcId="{7BBE76FA-EF87-FD40-83E7-2756F535A58D}" destId="{56356A54-1B90-AD4F-8705-C43F202DE308}" srcOrd="0" destOrd="0" presId="urn:microsoft.com/office/officeart/2016/7/layout/LinearBlockProcessNumbered"/>
    <dgm:cxn modelId="{5B028501-E0E3-CF47-8623-5FCFBE46B4B2}" type="presParOf" srcId="{7BBE76FA-EF87-FD40-83E7-2756F535A58D}" destId="{0897F170-0F9C-E54D-8DA5-BE3060245161}" srcOrd="1" destOrd="0" presId="urn:microsoft.com/office/officeart/2016/7/layout/LinearBlockProcessNumbered"/>
    <dgm:cxn modelId="{CC41573F-54F4-F04E-ABE8-9C0E95C88725}" type="presParOf" srcId="{7BBE76FA-EF87-FD40-83E7-2756F535A58D}" destId="{3AFADE97-1C49-114E-AF01-3DAB590D68DC}" srcOrd="2" destOrd="0" presId="urn:microsoft.com/office/officeart/2016/7/layout/LinearBlockProcessNumbered"/>
    <dgm:cxn modelId="{09EE7378-BF7C-CE46-B20A-998198A1998E}" type="presParOf" srcId="{3EB8CB85-B874-2441-9E47-FBCDBB1A201D}" destId="{C69A4DC1-898A-A544-A5E0-A24C88E988CA}" srcOrd="5" destOrd="0" presId="urn:microsoft.com/office/officeart/2016/7/layout/LinearBlockProcessNumbered"/>
    <dgm:cxn modelId="{37F41B02-5324-7444-943B-7CDB75474E73}" type="presParOf" srcId="{3EB8CB85-B874-2441-9E47-FBCDBB1A201D}" destId="{FB367AEB-4407-5441-96EC-B90527152666}" srcOrd="6" destOrd="0" presId="urn:microsoft.com/office/officeart/2016/7/layout/LinearBlockProcessNumbered"/>
    <dgm:cxn modelId="{7C34B60F-5CD0-3340-A077-88B2E794C3B5}" type="presParOf" srcId="{FB367AEB-4407-5441-96EC-B90527152666}" destId="{9C27B852-BC8E-6646-9946-45A637D61E7E}" srcOrd="0" destOrd="0" presId="urn:microsoft.com/office/officeart/2016/7/layout/LinearBlockProcessNumbered"/>
    <dgm:cxn modelId="{42DBA608-47E2-2F4A-BD22-A53AEFBD7F57}" type="presParOf" srcId="{FB367AEB-4407-5441-96EC-B90527152666}" destId="{4BCB7549-1794-0A4E-BD8A-644DE4EFB99F}" srcOrd="1" destOrd="0" presId="urn:microsoft.com/office/officeart/2016/7/layout/LinearBlockProcessNumbered"/>
    <dgm:cxn modelId="{99D2122B-0414-7A48-A224-C1E578B9EB9E}" type="presParOf" srcId="{FB367AEB-4407-5441-96EC-B90527152666}" destId="{5E66F5CB-C3F4-B946-A843-F7D73735A4D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D3F8836-7DF3-4DC5-B75A-33767E17B5F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23352A7-F837-4FAB-BB88-CBB6F248E7D7}">
      <dgm:prSet/>
      <dgm:spPr/>
      <dgm:t>
        <a:bodyPr/>
        <a:lstStyle/>
        <a:p>
          <a:r>
            <a:rPr lang="en-US"/>
            <a:t>Using suspension – will reinforce the function of escape</a:t>
          </a:r>
        </a:p>
      </dgm:t>
    </dgm:pt>
    <dgm:pt modelId="{AA8B6082-1143-42DE-ABFA-473738A3CE59}" type="parTrans" cxnId="{C7DEF8EB-EF0F-4C89-ADC0-0E8AE5D0399E}">
      <dgm:prSet/>
      <dgm:spPr/>
      <dgm:t>
        <a:bodyPr/>
        <a:lstStyle/>
        <a:p>
          <a:endParaRPr lang="en-US"/>
        </a:p>
      </dgm:t>
    </dgm:pt>
    <dgm:pt modelId="{B7638AD4-EAD9-4EA7-A598-BC82813755C6}" type="sibTrans" cxnId="{C7DEF8EB-EF0F-4C89-ADC0-0E8AE5D0399E}">
      <dgm:prSet/>
      <dgm:spPr/>
      <dgm:t>
        <a:bodyPr/>
        <a:lstStyle/>
        <a:p>
          <a:endParaRPr lang="en-US"/>
        </a:p>
      </dgm:t>
    </dgm:pt>
    <dgm:pt modelId="{4C8BEF10-0E92-4235-863B-453B0AFF35CE}">
      <dgm:prSet/>
      <dgm:spPr/>
      <dgm:t>
        <a:bodyPr/>
        <a:lstStyle/>
        <a:p>
          <a:r>
            <a:rPr lang="en-US"/>
            <a:t>Expecting skills based on chronological age without checking for knowledge</a:t>
          </a:r>
        </a:p>
      </dgm:t>
    </dgm:pt>
    <dgm:pt modelId="{C17B569D-AAFB-4D18-96D1-BAC110ECC08A}" type="parTrans" cxnId="{08BB8F91-F774-4FA4-BD6B-C92E73492652}">
      <dgm:prSet/>
      <dgm:spPr/>
      <dgm:t>
        <a:bodyPr/>
        <a:lstStyle/>
        <a:p>
          <a:endParaRPr lang="en-US"/>
        </a:p>
      </dgm:t>
    </dgm:pt>
    <dgm:pt modelId="{D449C1CD-E88A-416D-8358-A6BBC3025CE8}" type="sibTrans" cxnId="{08BB8F91-F774-4FA4-BD6B-C92E73492652}">
      <dgm:prSet/>
      <dgm:spPr/>
      <dgm:t>
        <a:bodyPr/>
        <a:lstStyle/>
        <a:p>
          <a:endParaRPr lang="en-US"/>
        </a:p>
      </dgm:t>
    </dgm:pt>
    <dgm:pt modelId="{CEA9FBE0-58D7-48B5-AE64-450297274373}">
      <dgm:prSet/>
      <dgm:spPr/>
      <dgm:t>
        <a:bodyPr/>
        <a:lstStyle/>
        <a:p>
          <a:r>
            <a:rPr lang="en-US"/>
            <a:t>Reinforcing attention through negative interactions (send to Dean or give reprimand)</a:t>
          </a:r>
        </a:p>
      </dgm:t>
    </dgm:pt>
    <dgm:pt modelId="{582D125F-C05B-4A7E-9F78-DBBC1145D5D2}" type="parTrans" cxnId="{C6B79398-DB69-400B-A89F-451EF362D9D6}">
      <dgm:prSet/>
      <dgm:spPr/>
      <dgm:t>
        <a:bodyPr/>
        <a:lstStyle/>
        <a:p>
          <a:endParaRPr lang="en-US"/>
        </a:p>
      </dgm:t>
    </dgm:pt>
    <dgm:pt modelId="{3E9B7D21-E045-4559-BF2E-5A2F4B776C31}" type="sibTrans" cxnId="{C6B79398-DB69-400B-A89F-451EF362D9D6}">
      <dgm:prSet/>
      <dgm:spPr/>
      <dgm:t>
        <a:bodyPr/>
        <a:lstStyle/>
        <a:p>
          <a:endParaRPr lang="en-US"/>
        </a:p>
      </dgm:t>
    </dgm:pt>
    <dgm:pt modelId="{C7FCFD75-4C44-49BD-B2A1-44FBBC0D29AD}">
      <dgm:prSet/>
      <dgm:spPr/>
      <dgm:t>
        <a:bodyPr/>
        <a:lstStyle/>
        <a:p>
          <a:r>
            <a:rPr lang="en-US"/>
            <a:t>Removing supports as a disciplinary consequence for behavior</a:t>
          </a:r>
        </a:p>
      </dgm:t>
    </dgm:pt>
    <dgm:pt modelId="{45B6C6FF-556C-42D8-A6F9-2A9239F74E56}" type="parTrans" cxnId="{B01F43B8-215C-4D7E-A2EB-B26C249939E1}">
      <dgm:prSet/>
      <dgm:spPr/>
      <dgm:t>
        <a:bodyPr/>
        <a:lstStyle/>
        <a:p>
          <a:endParaRPr lang="en-US"/>
        </a:p>
      </dgm:t>
    </dgm:pt>
    <dgm:pt modelId="{0ECCE243-32FB-4FCC-A712-00A6E786275A}" type="sibTrans" cxnId="{B01F43B8-215C-4D7E-A2EB-B26C249939E1}">
      <dgm:prSet/>
      <dgm:spPr/>
      <dgm:t>
        <a:bodyPr/>
        <a:lstStyle/>
        <a:p>
          <a:endParaRPr lang="en-US"/>
        </a:p>
      </dgm:t>
    </dgm:pt>
    <dgm:pt modelId="{D3BAB749-DAD3-4B68-B753-34ACA3F95548}" type="pres">
      <dgm:prSet presAssocID="{8D3F8836-7DF3-4DC5-B75A-33767E17B5F5}" presName="root" presStyleCnt="0">
        <dgm:presLayoutVars>
          <dgm:dir/>
          <dgm:resizeHandles val="exact"/>
        </dgm:presLayoutVars>
      </dgm:prSet>
      <dgm:spPr/>
    </dgm:pt>
    <dgm:pt modelId="{9DAD23B7-D305-42FF-A5B0-86309FC23C46}" type="pres">
      <dgm:prSet presAssocID="{823352A7-F837-4FAB-BB88-CBB6F248E7D7}" presName="compNode" presStyleCnt="0"/>
      <dgm:spPr/>
    </dgm:pt>
    <dgm:pt modelId="{B6BB2361-7BBD-46ED-8E00-B7B0E4939EB1}" type="pres">
      <dgm:prSet presAssocID="{823352A7-F837-4FAB-BB88-CBB6F248E7D7}" presName="bgRect" presStyleLbl="bgShp" presStyleIdx="0" presStyleCnt="4"/>
      <dgm:spPr/>
    </dgm:pt>
    <dgm:pt modelId="{3D2D8440-1E94-463A-8E42-E251EADFC227}" type="pres">
      <dgm:prSet presAssocID="{823352A7-F837-4FAB-BB88-CBB6F248E7D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3464FBE2-5F98-4169-B43E-C6B8D5FBC8FA}" type="pres">
      <dgm:prSet presAssocID="{823352A7-F837-4FAB-BB88-CBB6F248E7D7}" presName="spaceRect" presStyleCnt="0"/>
      <dgm:spPr/>
    </dgm:pt>
    <dgm:pt modelId="{7C312138-CA79-4D95-8BE8-8CBA4EF821DE}" type="pres">
      <dgm:prSet presAssocID="{823352A7-F837-4FAB-BB88-CBB6F248E7D7}" presName="parTx" presStyleLbl="revTx" presStyleIdx="0" presStyleCnt="4">
        <dgm:presLayoutVars>
          <dgm:chMax val="0"/>
          <dgm:chPref val="0"/>
        </dgm:presLayoutVars>
      </dgm:prSet>
      <dgm:spPr/>
    </dgm:pt>
    <dgm:pt modelId="{40AE8CEC-53FD-40D1-B097-B544A93BFF77}" type="pres">
      <dgm:prSet presAssocID="{B7638AD4-EAD9-4EA7-A598-BC82813755C6}" presName="sibTrans" presStyleCnt="0"/>
      <dgm:spPr/>
    </dgm:pt>
    <dgm:pt modelId="{05B22454-B712-4822-B652-B0195D40D63D}" type="pres">
      <dgm:prSet presAssocID="{4C8BEF10-0E92-4235-863B-453B0AFF35CE}" presName="compNode" presStyleCnt="0"/>
      <dgm:spPr/>
    </dgm:pt>
    <dgm:pt modelId="{F620B61E-2C74-4028-89D7-BAD6168042F5}" type="pres">
      <dgm:prSet presAssocID="{4C8BEF10-0E92-4235-863B-453B0AFF35CE}" presName="bgRect" presStyleLbl="bgShp" presStyleIdx="1" presStyleCnt="4"/>
      <dgm:spPr/>
    </dgm:pt>
    <dgm:pt modelId="{38B3AED6-83D2-4885-B263-1EB412BAD1A3}" type="pres">
      <dgm:prSet presAssocID="{4C8BEF10-0E92-4235-863B-453B0AFF35C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62FD360C-7809-43A9-9E2B-FD5928B736F7}" type="pres">
      <dgm:prSet presAssocID="{4C8BEF10-0E92-4235-863B-453B0AFF35CE}" presName="spaceRect" presStyleCnt="0"/>
      <dgm:spPr/>
    </dgm:pt>
    <dgm:pt modelId="{2A1BBAC9-C442-4E72-89E8-AAB2CB4A0EA6}" type="pres">
      <dgm:prSet presAssocID="{4C8BEF10-0E92-4235-863B-453B0AFF35CE}" presName="parTx" presStyleLbl="revTx" presStyleIdx="1" presStyleCnt="4">
        <dgm:presLayoutVars>
          <dgm:chMax val="0"/>
          <dgm:chPref val="0"/>
        </dgm:presLayoutVars>
      </dgm:prSet>
      <dgm:spPr/>
    </dgm:pt>
    <dgm:pt modelId="{0607747E-5998-4B9B-A847-63A5271F740A}" type="pres">
      <dgm:prSet presAssocID="{D449C1CD-E88A-416D-8358-A6BBC3025CE8}" presName="sibTrans" presStyleCnt="0"/>
      <dgm:spPr/>
    </dgm:pt>
    <dgm:pt modelId="{E16F91EF-ED80-449F-9A8F-D93063B63C43}" type="pres">
      <dgm:prSet presAssocID="{CEA9FBE0-58D7-48B5-AE64-450297274373}" presName="compNode" presStyleCnt="0"/>
      <dgm:spPr/>
    </dgm:pt>
    <dgm:pt modelId="{82224E76-8A4D-4EA7-8E14-7AA89FE02F78}" type="pres">
      <dgm:prSet presAssocID="{CEA9FBE0-58D7-48B5-AE64-450297274373}" presName="bgRect" presStyleLbl="bgShp" presStyleIdx="2" presStyleCnt="4"/>
      <dgm:spPr/>
    </dgm:pt>
    <dgm:pt modelId="{6C6280C7-B70D-4550-AA60-85FF7081EA3D}" type="pres">
      <dgm:prSet presAssocID="{CEA9FBE0-58D7-48B5-AE64-45029727437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nections"/>
        </a:ext>
      </dgm:extLst>
    </dgm:pt>
    <dgm:pt modelId="{38C76A15-764B-462A-BCC0-E622BAA30E70}" type="pres">
      <dgm:prSet presAssocID="{CEA9FBE0-58D7-48B5-AE64-450297274373}" presName="spaceRect" presStyleCnt="0"/>
      <dgm:spPr/>
    </dgm:pt>
    <dgm:pt modelId="{44A7621A-6C79-4428-83A1-592B03AFE142}" type="pres">
      <dgm:prSet presAssocID="{CEA9FBE0-58D7-48B5-AE64-450297274373}" presName="parTx" presStyleLbl="revTx" presStyleIdx="2" presStyleCnt="4">
        <dgm:presLayoutVars>
          <dgm:chMax val="0"/>
          <dgm:chPref val="0"/>
        </dgm:presLayoutVars>
      </dgm:prSet>
      <dgm:spPr/>
    </dgm:pt>
    <dgm:pt modelId="{BBFD8E1B-0C80-4843-80F4-C9FBFA83EBF9}" type="pres">
      <dgm:prSet presAssocID="{3E9B7D21-E045-4559-BF2E-5A2F4B776C31}" presName="sibTrans" presStyleCnt="0"/>
      <dgm:spPr/>
    </dgm:pt>
    <dgm:pt modelId="{E5D3B984-5BDB-4F78-B3F1-65A2596EE8E1}" type="pres">
      <dgm:prSet presAssocID="{C7FCFD75-4C44-49BD-B2A1-44FBBC0D29AD}" presName="compNode" presStyleCnt="0"/>
      <dgm:spPr/>
    </dgm:pt>
    <dgm:pt modelId="{F12B4849-4DF9-4DA6-A1DB-FD32BF16E792}" type="pres">
      <dgm:prSet presAssocID="{C7FCFD75-4C44-49BD-B2A1-44FBBC0D29AD}" presName="bgRect" presStyleLbl="bgShp" presStyleIdx="3" presStyleCnt="4"/>
      <dgm:spPr/>
    </dgm:pt>
    <dgm:pt modelId="{396C5DD6-82CB-46D5-B449-0DAAD76317E9}" type="pres">
      <dgm:prSet presAssocID="{C7FCFD75-4C44-49BD-B2A1-44FBBC0D29A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85263267-BC47-41D2-A960-599BDCC8EBAE}" type="pres">
      <dgm:prSet presAssocID="{C7FCFD75-4C44-49BD-B2A1-44FBBC0D29AD}" presName="spaceRect" presStyleCnt="0"/>
      <dgm:spPr/>
    </dgm:pt>
    <dgm:pt modelId="{103F02CD-2ACE-49E4-9987-B586AF539FD4}" type="pres">
      <dgm:prSet presAssocID="{C7FCFD75-4C44-49BD-B2A1-44FBBC0D29AD}" presName="parTx" presStyleLbl="revTx" presStyleIdx="3" presStyleCnt="4">
        <dgm:presLayoutVars>
          <dgm:chMax val="0"/>
          <dgm:chPref val="0"/>
        </dgm:presLayoutVars>
      </dgm:prSet>
      <dgm:spPr/>
    </dgm:pt>
  </dgm:ptLst>
  <dgm:cxnLst>
    <dgm:cxn modelId="{FE68925E-0867-4C5B-8EC6-90164101BE2C}" type="presOf" srcId="{4C8BEF10-0E92-4235-863B-453B0AFF35CE}" destId="{2A1BBAC9-C442-4E72-89E8-AAB2CB4A0EA6}" srcOrd="0" destOrd="0" presId="urn:microsoft.com/office/officeart/2018/2/layout/IconVerticalSolidList"/>
    <dgm:cxn modelId="{7871EE7A-7E23-4BCD-90B2-5BFB3666E844}" type="presOf" srcId="{8D3F8836-7DF3-4DC5-B75A-33767E17B5F5}" destId="{D3BAB749-DAD3-4B68-B753-34ACA3F95548}" srcOrd="0" destOrd="0" presId="urn:microsoft.com/office/officeart/2018/2/layout/IconVerticalSolidList"/>
    <dgm:cxn modelId="{F3708681-80AE-4E09-9C60-1471C4713185}" type="presOf" srcId="{823352A7-F837-4FAB-BB88-CBB6F248E7D7}" destId="{7C312138-CA79-4D95-8BE8-8CBA4EF821DE}" srcOrd="0" destOrd="0" presId="urn:microsoft.com/office/officeart/2018/2/layout/IconVerticalSolidList"/>
    <dgm:cxn modelId="{08BB8F91-F774-4FA4-BD6B-C92E73492652}" srcId="{8D3F8836-7DF3-4DC5-B75A-33767E17B5F5}" destId="{4C8BEF10-0E92-4235-863B-453B0AFF35CE}" srcOrd="1" destOrd="0" parTransId="{C17B569D-AAFB-4D18-96D1-BAC110ECC08A}" sibTransId="{D449C1CD-E88A-416D-8358-A6BBC3025CE8}"/>
    <dgm:cxn modelId="{1AC97097-90F8-419F-B58C-2A3DD709F0CA}" type="presOf" srcId="{C7FCFD75-4C44-49BD-B2A1-44FBBC0D29AD}" destId="{103F02CD-2ACE-49E4-9987-B586AF539FD4}" srcOrd="0" destOrd="0" presId="urn:microsoft.com/office/officeart/2018/2/layout/IconVerticalSolidList"/>
    <dgm:cxn modelId="{C6B79398-DB69-400B-A89F-451EF362D9D6}" srcId="{8D3F8836-7DF3-4DC5-B75A-33767E17B5F5}" destId="{CEA9FBE0-58D7-48B5-AE64-450297274373}" srcOrd="2" destOrd="0" parTransId="{582D125F-C05B-4A7E-9F78-DBBC1145D5D2}" sibTransId="{3E9B7D21-E045-4559-BF2E-5A2F4B776C31}"/>
    <dgm:cxn modelId="{B01F43B8-215C-4D7E-A2EB-B26C249939E1}" srcId="{8D3F8836-7DF3-4DC5-B75A-33767E17B5F5}" destId="{C7FCFD75-4C44-49BD-B2A1-44FBBC0D29AD}" srcOrd="3" destOrd="0" parTransId="{45B6C6FF-556C-42D8-A6F9-2A9239F74E56}" sibTransId="{0ECCE243-32FB-4FCC-A712-00A6E786275A}"/>
    <dgm:cxn modelId="{13A5B0E7-9972-494F-9108-252CD21B5901}" type="presOf" srcId="{CEA9FBE0-58D7-48B5-AE64-450297274373}" destId="{44A7621A-6C79-4428-83A1-592B03AFE142}" srcOrd="0" destOrd="0" presId="urn:microsoft.com/office/officeart/2018/2/layout/IconVerticalSolidList"/>
    <dgm:cxn modelId="{C7DEF8EB-EF0F-4C89-ADC0-0E8AE5D0399E}" srcId="{8D3F8836-7DF3-4DC5-B75A-33767E17B5F5}" destId="{823352A7-F837-4FAB-BB88-CBB6F248E7D7}" srcOrd="0" destOrd="0" parTransId="{AA8B6082-1143-42DE-ABFA-473738A3CE59}" sibTransId="{B7638AD4-EAD9-4EA7-A598-BC82813755C6}"/>
    <dgm:cxn modelId="{66318B5F-D8D4-4751-93F3-6B0543D08824}" type="presParOf" srcId="{D3BAB749-DAD3-4B68-B753-34ACA3F95548}" destId="{9DAD23B7-D305-42FF-A5B0-86309FC23C46}" srcOrd="0" destOrd="0" presId="urn:microsoft.com/office/officeart/2018/2/layout/IconVerticalSolidList"/>
    <dgm:cxn modelId="{242EB97C-6743-4C9D-9594-65DA97A1CAD2}" type="presParOf" srcId="{9DAD23B7-D305-42FF-A5B0-86309FC23C46}" destId="{B6BB2361-7BBD-46ED-8E00-B7B0E4939EB1}" srcOrd="0" destOrd="0" presId="urn:microsoft.com/office/officeart/2018/2/layout/IconVerticalSolidList"/>
    <dgm:cxn modelId="{14823E3F-2A21-4E48-B328-AA0A53F42918}" type="presParOf" srcId="{9DAD23B7-D305-42FF-A5B0-86309FC23C46}" destId="{3D2D8440-1E94-463A-8E42-E251EADFC227}" srcOrd="1" destOrd="0" presId="urn:microsoft.com/office/officeart/2018/2/layout/IconVerticalSolidList"/>
    <dgm:cxn modelId="{860EC152-8FB9-4273-A877-211E80AF4039}" type="presParOf" srcId="{9DAD23B7-D305-42FF-A5B0-86309FC23C46}" destId="{3464FBE2-5F98-4169-B43E-C6B8D5FBC8FA}" srcOrd="2" destOrd="0" presId="urn:microsoft.com/office/officeart/2018/2/layout/IconVerticalSolidList"/>
    <dgm:cxn modelId="{4C6C5EE1-4732-434B-840A-7370B321C9FF}" type="presParOf" srcId="{9DAD23B7-D305-42FF-A5B0-86309FC23C46}" destId="{7C312138-CA79-4D95-8BE8-8CBA4EF821DE}" srcOrd="3" destOrd="0" presId="urn:microsoft.com/office/officeart/2018/2/layout/IconVerticalSolidList"/>
    <dgm:cxn modelId="{D14B59AC-EF79-48D3-8117-D3D39CD1ABD7}" type="presParOf" srcId="{D3BAB749-DAD3-4B68-B753-34ACA3F95548}" destId="{40AE8CEC-53FD-40D1-B097-B544A93BFF77}" srcOrd="1" destOrd="0" presId="urn:microsoft.com/office/officeart/2018/2/layout/IconVerticalSolidList"/>
    <dgm:cxn modelId="{BFE04EE9-813C-43D7-902F-51F8EC6C7773}" type="presParOf" srcId="{D3BAB749-DAD3-4B68-B753-34ACA3F95548}" destId="{05B22454-B712-4822-B652-B0195D40D63D}" srcOrd="2" destOrd="0" presId="urn:microsoft.com/office/officeart/2018/2/layout/IconVerticalSolidList"/>
    <dgm:cxn modelId="{484E34B2-F82A-451E-B8C0-A1EBACC1FD7C}" type="presParOf" srcId="{05B22454-B712-4822-B652-B0195D40D63D}" destId="{F620B61E-2C74-4028-89D7-BAD6168042F5}" srcOrd="0" destOrd="0" presId="urn:microsoft.com/office/officeart/2018/2/layout/IconVerticalSolidList"/>
    <dgm:cxn modelId="{4A843D86-B4B0-4162-8726-3CA7B1417468}" type="presParOf" srcId="{05B22454-B712-4822-B652-B0195D40D63D}" destId="{38B3AED6-83D2-4885-B263-1EB412BAD1A3}" srcOrd="1" destOrd="0" presId="urn:microsoft.com/office/officeart/2018/2/layout/IconVerticalSolidList"/>
    <dgm:cxn modelId="{48F8BF00-4445-466C-8160-69F4DC5BA91A}" type="presParOf" srcId="{05B22454-B712-4822-B652-B0195D40D63D}" destId="{62FD360C-7809-43A9-9E2B-FD5928B736F7}" srcOrd="2" destOrd="0" presId="urn:microsoft.com/office/officeart/2018/2/layout/IconVerticalSolidList"/>
    <dgm:cxn modelId="{59F84540-E916-40BD-A27C-68FFCF89012A}" type="presParOf" srcId="{05B22454-B712-4822-B652-B0195D40D63D}" destId="{2A1BBAC9-C442-4E72-89E8-AAB2CB4A0EA6}" srcOrd="3" destOrd="0" presId="urn:microsoft.com/office/officeart/2018/2/layout/IconVerticalSolidList"/>
    <dgm:cxn modelId="{9A5496EC-EC03-40B7-92D5-57B0FE38DADB}" type="presParOf" srcId="{D3BAB749-DAD3-4B68-B753-34ACA3F95548}" destId="{0607747E-5998-4B9B-A847-63A5271F740A}" srcOrd="3" destOrd="0" presId="urn:microsoft.com/office/officeart/2018/2/layout/IconVerticalSolidList"/>
    <dgm:cxn modelId="{F7F5A4C2-47F9-467D-8DBF-542F7D6126C0}" type="presParOf" srcId="{D3BAB749-DAD3-4B68-B753-34ACA3F95548}" destId="{E16F91EF-ED80-449F-9A8F-D93063B63C43}" srcOrd="4" destOrd="0" presId="urn:microsoft.com/office/officeart/2018/2/layout/IconVerticalSolidList"/>
    <dgm:cxn modelId="{F2A4E7DD-3048-434D-A78A-39D4D407EEC8}" type="presParOf" srcId="{E16F91EF-ED80-449F-9A8F-D93063B63C43}" destId="{82224E76-8A4D-4EA7-8E14-7AA89FE02F78}" srcOrd="0" destOrd="0" presId="urn:microsoft.com/office/officeart/2018/2/layout/IconVerticalSolidList"/>
    <dgm:cxn modelId="{A21E6560-AAA3-4846-AFBD-F7D1558434E4}" type="presParOf" srcId="{E16F91EF-ED80-449F-9A8F-D93063B63C43}" destId="{6C6280C7-B70D-4550-AA60-85FF7081EA3D}" srcOrd="1" destOrd="0" presId="urn:microsoft.com/office/officeart/2018/2/layout/IconVerticalSolidList"/>
    <dgm:cxn modelId="{6F60A2F8-B93D-4B9E-A93C-25AF103D127A}" type="presParOf" srcId="{E16F91EF-ED80-449F-9A8F-D93063B63C43}" destId="{38C76A15-764B-462A-BCC0-E622BAA30E70}" srcOrd="2" destOrd="0" presId="urn:microsoft.com/office/officeart/2018/2/layout/IconVerticalSolidList"/>
    <dgm:cxn modelId="{F681A5B5-03BA-4AED-87CB-7BB902A3CE7E}" type="presParOf" srcId="{E16F91EF-ED80-449F-9A8F-D93063B63C43}" destId="{44A7621A-6C79-4428-83A1-592B03AFE142}" srcOrd="3" destOrd="0" presId="urn:microsoft.com/office/officeart/2018/2/layout/IconVerticalSolidList"/>
    <dgm:cxn modelId="{86353CA8-9B7A-4574-ABDE-4CE882712141}" type="presParOf" srcId="{D3BAB749-DAD3-4B68-B753-34ACA3F95548}" destId="{BBFD8E1B-0C80-4843-80F4-C9FBFA83EBF9}" srcOrd="5" destOrd="0" presId="urn:microsoft.com/office/officeart/2018/2/layout/IconVerticalSolidList"/>
    <dgm:cxn modelId="{413CFA42-D1C4-4EB7-94CC-12ADC55120A7}" type="presParOf" srcId="{D3BAB749-DAD3-4B68-B753-34ACA3F95548}" destId="{E5D3B984-5BDB-4F78-B3F1-65A2596EE8E1}" srcOrd="6" destOrd="0" presId="urn:microsoft.com/office/officeart/2018/2/layout/IconVerticalSolidList"/>
    <dgm:cxn modelId="{5E06D8D9-8A66-479E-9730-32AD28B2D15A}" type="presParOf" srcId="{E5D3B984-5BDB-4F78-B3F1-65A2596EE8E1}" destId="{F12B4849-4DF9-4DA6-A1DB-FD32BF16E792}" srcOrd="0" destOrd="0" presId="urn:microsoft.com/office/officeart/2018/2/layout/IconVerticalSolidList"/>
    <dgm:cxn modelId="{5419A727-2561-4D13-B2A9-7176CF7AB325}" type="presParOf" srcId="{E5D3B984-5BDB-4F78-B3F1-65A2596EE8E1}" destId="{396C5DD6-82CB-46D5-B449-0DAAD76317E9}" srcOrd="1" destOrd="0" presId="urn:microsoft.com/office/officeart/2018/2/layout/IconVerticalSolidList"/>
    <dgm:cxn modelId="{25CF3FA8-98F8-42ED-9151-ACC70A290939}" type="presParOf" srcId="{E5D3B984-5BDB-4F78-B3F1-65A2596EE8E1}" destId="{85263267-BC47-41D2-A960-599BDCC8EBAE}" srcOrd="2" destOrd="0" presId="urn:microsoft.com/office/officeart/2018/2/layout/IconVerticalSolidList"/>
    <dgm:cxn modelId="{4ED449D7-E443-4491-81D5-036676ABF235}" type="presParOf" srcId="{E5D3B984-5BDB-4F78-B3F1-65A2596EE8E1}" destId="{103F02CD-2ACE-49E4-9987-B586AF539FD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9DA453D-9A71-0148-85C3-889406BD4C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88BD033-D943-0145-8E7C-45A859101C85}">
      <dgm:prSet/>
      <dgm:spPr>
        <a:solidFill>
          <a:schemeClr val="accent4">
            <a:lumMod val="50000"/>
          </a:schemeClr>
        </a:solidFill>
      </dgm:spPr>
      <dgm:t>
        <a:bodyPr/>
        <a:lstStyle/>
        <a:p>
          <a:r>
            <a:rPr lang="en-US" dirty="0"/>
            <a:t>Behavior does not change just because we make a plan.  Behavior changes through a combination of factors that includes professional collaboration.</a:t>
          </a:r>
        </a:p>
      </dgm:t>
    </dgm:pt>
    <dgm:pt modelId="{C87DB861-6E67-3D42-B810-25AA34D4D0BD}" type="parTrans" cxnId="{4E01EB8B-4F39-2543-B7C8-7E58B6E51A28}">
      <dgm:prSet/>
      <dgm:spPr/>
      <dgm:t>
        <a:bodyPr/>
        <a:lstStyle/>
        <a:p>
          <a:endParaRPr lang="en-US"/>
        </a:p>
      </dgm:t>
    </dgm:pt>
    <dgm:pt modelId="{4CD3089C-B4D4-094D-8F64-6F3BE731BC89}" type="sibTrans" cxnId="{4E01EB8B-4F39-2543-B7C8-7E58B6E51A28}">
      <dgm:prSet/>
      <dgm:spPr/>
      <dgm:t>
        <a:bodyPr/>
        <a:lstStyle/>
        <a:p>
          <a:endParaRPr lang="en-US"/>
        </a:p>
      </dgm:t>
    </dgm:pt>
    <dgm:pt modelId="{7926461D-90FC-9044-9F83-363C21EC23D7}" type="pres">
      <dgm:prSet presAssocID="{19DA453D-9A71-0148-85C3-889406BD4CC8}" presName="linear" presStyleCnt="0">
        <dgm:presLayoutVars>
          <dgm:animLvl val="lvl"/>
          <dgm:resizeHandles val="exact"/>
        </dgm:presLayoutVars>
      </dgm:prSet>
      <dgm:spPr/>
    </dgm:pt>
    <dgm:pt modelId="{DBB467C8-B222-114E-AD49-5AAEAFAF8AF8}" type="pres">
      <dgm:prSet presAssocID="{288BD033-D943-0145-8E7C-45A859101C85}" presName="parentText" presStyleLbl="node1" presStyleIdx="0" presStyleCnt="1">
        <dgm:presLayoutVars>
          <dgm:chMax val="0"/>
          <dgm:bulletEnabled val="1"/>
        </dgm:presLayoutVars>
      </dgm:prSet>
      <dgm:spPr/>
    </dgm:pt>
  </dgm:ptLst>
  <dgm:cxnLst>
    <dgm:cxn modelId="{4E01EB8B-4F39-2543-B7C8-7E58B6E51A28}" srcId="{19DA453D-9A71-0148-85C3-889406BD4CC8}" destId="{288BD033-D943-0145-8E7C-45A859101C85}" srcOrd="0" destOrd="0" parTransId="{C87DB861-6E67-3D42-B810-25AA34D4D0BD}" sibTransId="{4CD3089C-B4D4-094D-8F64-6F3BE731BC89}"/>
    <dgm:cxn modelId="{450D9BDA-F7D3-154E-AF00-6F6CBFBB27F6}" type="presOf" srcId="{19DA453D-9A71-0148-85C3-889406BD4CC8}" destId="{7926461D-90FC-9044-9F83-363C21EC23D7}" srcOrd="0" destOrd="0" presId="urn:microsoft.com/office/officeart/2005/8/layout/vList2"/>
    <dgm:cxn modelId="{47917DFC-9A4E-B647-A922-510B03D55DD8}" type="presOf" srcId="{288BD033-D943-0145-8E7C-45A859101C85}" destId="{DBB467C8-B222-114E-AD49-5AAEAFAF8AF8}" srcOrd="0" destOrd="0" presId="urn:microsoft.com/office/officeart/2005/8/layout/vList2"/>
    <dgm:cxn modelId="{E0DA6768-19C5-BF48-96C0-9FE157D6A7F6}" type="presParOf" srcId="{7926461D-90FC-9044-9F83-363C21EC23D7}" destId="{DBB467C8-B222-114E-AD49-5AAEAFAF8AF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06D76AE-011C-428A-A6E1-349B115119A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185D08D-76B9-4D9B-A665-80AB142C4E94}">
      <dgm:prSet/>
      <dgm:spPr/>
      <dgm:t>
        <a:bodyPr/>
        <a:lstStyle/>
        <a:p>
          <a:r>
            <a:rPr lang="en-US" b="0" i="0"/>
            <a:t>What data do you have to suggest problem behaviors?</a:t>
          </a:r>
          <a:endParaRPr lang="en-US"/>
        </a:p>
      </dgm:t>
    </dgm:pt>
    <dgm:pt modelId="{0324384E-C755-4DA8-89FD-0B9FCAA12DAA}" type="parTrans" cxnId="{E51A486D-C2C7-472B-8395-B086E3F7F391}">
      <dgm:prSet/>
      <dgm:spPr/>
      <dgm:t>
        <a:bodyPr/>
        <a:lstStyle/>
        <a:p>
          <a:endParaRPr lang="en-US"/>
        </a:p>
      </dgm:t>
    </dgm:pt>
    <dgm:pt modelId="{7B1E2D00-4BE2-4DFA-AF01-88A61DB0830E}" type="sibTrans" cxnId="{E51A486D-C2C7-472B-8395-B086E3F7F391}">
      <dgm:prSet/>
      <dgm:spPr/>
      <dgm:t>
        <a:bodyPr/>
        <a:lstStyle/>
        <a:p>
          <a:endParaRPr lang="en-US"/>
        </a:p>
      </dgm:t>
    </dgm:pt>
    <dgm:pt modelId="{2D525A2F-F992-4092-AEE3-BCCFB6DA017E}">
      <dgm:prSet/>
      <dgm:spPr/>
      <dgm:t>
        <a:bodyPr/>
        <a:lstStyle/>
        <a:p>
          <a:r>
            <a:rPr lang="en-US" b="0" i="0"/>
            <a:t>What do you note are the antecedents to the behaviors?</a:t>
          </a:r>
          <a:endParaRPr lang="en-US"/>
        </a:p>
      </dgm:t>
    </dgm:pt>
    <dgm:pt modelId="{1A82F788-0391-4A52-9D82-AF0A2759C995}" type="parTrans" cxnId="{BFFE542D-C99F-4AC3-802D-0CB9CE92FF6A}">
      <dgm:prSet/>
      <dgm:spPr/>
      <dgm:t>
        <a:bodyPr/>
        <a:lstStyle/>
        <a:p>
          <a:endParaRPr lang="en-US"/>
        </a:p>
      </dgm:t>
    </dgm:pt>
    <dgm:pt modelId="{5F0AC52F-CD20-4ABB-8A0A-CB7EF1F586B4}" type="sibTrans" cxnId="{BFFE542D-C99F-4AC3-802D-0CB9CE92FF6A}">
      <dgm:prSet/>
      <dgm:spPr/>
      <dgm:t>
        <a:bodyPr/>
        <a:lstStyle/>
        <a:p>
          <a:endParaRPr lang="en-US"/>
        </a:p>
      </dgm:t>
    </dgm:pt>
    <dgm:pt modelId="{5EB5E08C-B86E-4B46-8E55-6639E5E0F984}">
      <dgm:prSet/>
      <dgm:spPr/>
      <dgm:t>
        <a:bodyPr/>
        <a:lstStyle/>
        <a:p>
          <a:r>
            <a:rPr lang="en-US" b="0" i="0"/>
            <a:t>What are the consequences for the student (what does the student get) from the behaviors?</a:t>
          </a:r>
          <a:endParaRPr lang="en-US"/>
        </a:p>
      </dgm:t>
    </dgm:pt>
    <dgm:pt modelId="{8B9C0AAC-34D4-433F-A166-4355A3AB62A1}" type="parTrans" cxnId="{F1E36F32-5EDA-475C-A52B-EC918C1EA754}">
      <dgm:prSet/>
      <dgm:spPr/>
      <dgm:t>
        <a:bodyPr/>
        <a:lstStyle/>
        <a:p>
          <a:endParaRPr lang="en-US"/>
        </a:p>
      </dgm:t>
    </dgm:pt>
    <dgm:pt modelId="{D013D33B-8D93-443D-8D70-FB08064275C1}" type="sibTrans" cxnId="{F1E36F32-5EDA-475C-A52B-EC918C1EA754}">
      <dgm:prSet/>
      <dgm:spPr/>
      <dgm:t>
        <a:bodyPr/>
        <a:lstStyle/>
        <a:p>
          <a:endParaRPr lang="en-US"/>
        </a:p>
      </dgm:t>
    </dgm:pt>
    <dgm:pt modelId="{256098C4-78F9-4C64-BE13-8A8CDD2D6F0F}">
      <dgm:prSet/>
      <dgm:spPr/>
      <dgm:t>
        <a:bodyPr/>
        <a:lstStyle/>
        <a:p>
          <a:r>
            <a:rPr lang="en-US" b="0" i="0"/>
            <a:t>What would you hypothesize to be the functions of the behavior?</a:t>
          </a:r>
          <a:endParaRPr lang="en-US"/>
        </a:p>
      </dgm:t>
    </dgm:pt>
    <dgm:pt modelId="{BD0309A9-4A86-424D-BDEC-021A96E76228}" type="parTrans" cxnId="{EA37A6E6-8808-4732-BCFC-E2A3EC6994B0}">
      <dgm:prSet/>
      <dgm:spPr/>
      <dgm:t>
        <a:bodyPr/>
        <a:lstStyle/>
        <a:p>
          <a:endParaRPr lang="en-US"/>
        </a:p>
      </dgm:t>
    </dgm:pt>
    <dgm:pt modelId="{167DA3C4-B8C9-43D7-939F-48AF410FF1E3}" type="sibTrans" cxnId="{EA37A6E6-8808-4732-BCFC-E2A3EC6994B0}">
      <dgm:prSet/>
      <dgm:spPr/>
      <dgm:t>
        <a:bodyPr/>
        <a:lstStyle/>
        <a:p>
          <a:endParaRPr lang="en-US"/>
        </a:p>
      </dgm:t>
    </dgm:pt>
    <dgm:pt modelId="{F2B526B9-E643-463E-80A6-D3A466B0402B}" type="pres">
      <dgm:prSet presAssocID="{E06D76AE-011C-428A-A6E1-349B115119AB}" presName="root" presStyleCnt="0">
        <dgm:presLayoutVars>
          <dgm:dir/>
          <dgm:resizeHandles val="exact"/>
        </dgm:presLayoutVars>
      </dgm:prSet>
      <dgm:spPr/>
    </dgm:pt>
    <dgm:pt modelId="{C51C8578-4B4E-4DDF-8709-9874FC445424}" type="pres">
      <dgm:prSet presAssocID="{7185D08D-76B9-4D9B-A665-80AB142C4E94}" presName="compNode" presStyleCnt="0"/>
      <dgm:spPr/>
    </dgm:pt>
    <dgm:pt modelId="{715224DD-369F-4C79-836C-50F0232B9017}" type="pres">
      <dgm:prSet presAssocID="{7185D08D-76B9-4D9B-A665-80AB142C4E94}" presName="bgRect" presStyleLbl="bgShp" presStyleIdx="0" presStyleCnt="4"/>
      <dgm:spPr/>
    </dgm:pt>
    <dgm:pt modelId="{BB4940D7-6CD4-4E7B-9828-90C980DCE9B5}" type="pres">
      <dgm:prSet presAssocID="{7185D08D-76B9-4D9B-A665-80AB142C4E9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6F6E7676-B582-4CFE-8E12-9C8DBE7CEB52}" type="pres">
      <dgm:prSet presAssocID="{7185D08D-76B9-4D9B-A665-80AB142C4E94}" presName="spaceRect" presStyleCnt="0"/>
      <dgm:spPr/>
    </dgm:pt>
    <dgm:pt modelId="{63BA43B5-6B5A-47D0-B08A-52EE4056FCE5}" type="pres">
      <dgm:prSet presAssocID="{7185D08D-76B9-4D9B-A665-80AB142C4E94}" presName="parTx" presStyleLbl="revTx" presStyleIdx="0" presStyleCnt="4">
        <dgm:presLayoutVars>
          <dgm:chMax val="0"/>
          <dgm:chPref val="0"/>
        </dgm:presLayoutVars>
      </dgm:prSet>
      <dgm:spPr/>
    </dgm:pt>
    <dgm:pt modelId="{DDD5CF58-1306-4C8E-988E-BEDD4AC51E00}" type="pres">
      <dgm:prSet presAssocID="{7B1E2D00-4BE2-4DFA-AF01-88A61DB0830E}" presName="sibTrans" presStyleCnt="0"/>
      <dgm:spPr/>
    </dgm:pt>
    <dgm:pt modelId="{7EC0AFDD-A5ED-472E-8D68-F7FA0BD440F7}" type="pres">
      <dgm:prSet presAssocID="{2D525A2F-F992-4092-AEE3-BCCFB6DA017E}" presName="compNode" presStyleCnt="0"/>
      <dgm:spPr/>
    </dgm:pt>
    <dgm:pt modelId="{80890591-5F67-47C1-BF91-846E159EBF64}" type="pres">
      <dgm:prSet presAssocID="{2D525A2F-F992-4092-AEE3-BCCFB6DA017E}" presName="bgRect" presStyleLbl="bgShp" presStyleIdx="1" presStyleCnt="4"/>
      <dgm:spPr/>
    </dgm:pt>
    <dgm:pt modelId="{E8B84448-E5BF-4204-8803-C849FDC1C9D6}" type="pres">
      <dgm:prSet presAssocID="{2D525A2F-F992-4092-AEE3-BCCFB6DA01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ought bubble"/>
        </a:ext>
      </dgm:extLst>
    </dgm:pt>
    <dgm:pt modelId="{C00818F6-4446-476D-BDDB-94A05649ABF9}" type="pres">
      <dgm:prSet presAssocID="{2D525A2F-F992-4092-AEE3-BCCFB6DA017E}" presName="spaceRect" presStyleCnt="0"/>
      <dgm:spPr/>
    </dgm:pt>
    <dgm:pt modelId="{B99279C3-D042-478B-A077-F9BA039F7390}" type="pres">
      <dgm:prSet presAssocID="{2D525A2F-F992-4092-AEE3-BCCFB6DA017E}" presName="parTx" presStyleLbl="revTx" presStyleIdx="1" presStyleCnt="4">
        <dgm:presLayoutVars>
          <dgm:chMax val="0"/>
          <dgm:chPref val="0"/>
        </dgm:presLayoutVars>
      </dgm:prSet>
      <dgm:spPr/>
    </dgm:pt>
    <dgm:pt modelId="{18FF544A-7595-4518-9536-92639D75DFDB}" type="pres">
      <dgm:prSet presAssocID="{5F0AC52F-CD20-4ABB-8A0A-CB7EF1F586B4}" presName="sibTrans" presStyleCnt="0"/>
      <dgm:spPr/>
    </dgm:pt>
    <dgm:pt modelId="{9AD821B0-031A-4DD7-AAB5-BEFBA4351DAC}" type="pres">
      <dgm:prSet presAssocID="{5EB5E08C-B86E-4B46-8E55-6639E5E0F984}" presName="compNode" presStyleCnt="0"/>
      <dgm:spPr/>
    </dgm:pt>
    <dgm:pt modelId="{59174E12-33E6-418A-A88B-907CDD1C796F}" type="pres">
      <dgm:prSet presAssocID="{5EB5E08C-B86E-4B46-8E55-6639E5E0F984}" presName="bgRect" presStyleLbl="bgShp" presStyleIdx="2" presStyleCnt="4"/>
      <dgm:spPr/>
    </dgm:pt>
    <dgm:pt modelId="{DAAB7338-DE78-4087-909E-E0BBC30BE1CD}" type="pres">
      <dgm:prSet presAssocID="{5EB5E08C-B86E-4B46-8E55-6639E5E0F98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B3FA50BC-591B-4F4A-B600-A347C83199DB}" type="pres">
      <dgm:prSet presAssocID="{5EB5E08C-B86E-4B46-8E55-6639E5E0F984}" presName="spaceRect" presStyleCnt="0"/>
      <dgm:spPr/>
    </dgm:pt>
    <dgm:pt modelId="{B5D8842A-1FDE-44F5-8577-69CD655176EB}" type="pres">
      <dgm:prSet presAssocID="{5EB5E08C-B86E-4B46-8E55-6639E5E0F984}" presName="parTx" presStyleLbl="revTx" presStyleIdx="2" presStyleCnt="4">
        <dgm:presLayoutVars>
          <dgm:chMax val="0"/>
          <dgm:chPref val="0"/>
        </dgm:presLayoutVars>
      </dgm:prSet>
      <dgm:spPr/>
    </dgm:pt>
    <dgm:pt modelId="{50BC9672-61E6-4AA9-98E2-20B6274BB122}" type="pres">
      <dgm:prSet presAssocID="{D013D33B-8D93-443D-8D70-FB08064275C1}" presName="sibTrans" presStyleCnt="0"/>
      <dgm:spPr/>
    </dgm:pt>
    <dgm:pt modelId="{98FAD598-1DFA-447F-AF1C-1A26AB88DC1B}" type="pres">
      <dgm:prSet presAssocID="{256098C4-78F9-4C64-BE13-8A8CDD2D6F0F}" presName="compNode" presStyleCnt="0"/>
      <dgm:spPr/>
    </dgm:pt>
    <dgm:pt modelId="{C46F546C-BA26-4013-B31C-B161019FFFF1}" type="pres">
      <dgm:prSet presAssocID="{256098C4-78F9-4C64-BE13-8A8CDD2D6F0F}" presName="bgRect" presStyleLbl="bgShp" presStyleIdx="3" presStyleCnt="4"/>
      <dgm:spPr/>
    </dgm:pt>
    <dgm:pt modelId="{37F67514-A50A-4238-8DD3-45C166AE7932}" type="pres">
      <dgm:prSet presAssocID="{256098C4-78F9-4C64-BE13-8A8CDD2D6F0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w Temperature"/>
        </a:ext>
      </dgm:extLst>
    </dgm:pt>
    <dgm:pt modelId="{5EDD7575-AE2E-4212-A08F-B0C46E0BA096}" type="pres">
      <dgm:prSet presAssocID="{256098C4-78F9-4C64-BE13-8A8CDD2D6F0F}" presName="spaceRect" presStyleCnt="0"/>
      <dgm:spPr/>
    </dgm:pt>
    <dgm:pt modelId="{058CDBB1-4099-4080-88B7-051C0433D05D}" type="pres">
      <dgm:prSet presAssocID="{256098C4-78F9-4C64-BE13-8A8CDD2D6F0F}" presName="parTx" presStyleLbl="revTx" presStyleIdx="3" presStyleCnt="4">
        <dgm:presLayoutVars>
          <dgm:chMax val="0"/>
          <dgm:chPref val="0"/>
        </dgm:presLayoutVars>
      </dgm:prSet>
      <dgm:spPr/>
    </dgm:pt>
  </dgm:ptLst>
  <dgm:cxnLst>
    <dgm:cxn modelId="{3E7BF713-E56C-479D-ADBB-EEA652B16F93}" type="presOf" srcId="{2D525A2F-F992-4092-AEE3-BCCFB6DA017E}" destId="{B99279C3-D042-478B-A077-F9BA039F7390}" srcOrd="0" destOrd="0" presId="urn:microsoft.com/office/officeart/2018/2/layout/IconVerticalSolidList"/>
    <dgm:cxn modelId="{60280026-7844-496F-8604-5569276AC63F}" type="presOf" srcId="{7185D08D-76B9-4D9B-A665-80AB142C4E94}" destId="{63BA43B5-6B5A-47D0-B08A-52EE4056FCE5}" srcOrd="0" destOrd="0" presId="urn:microsoft.com/office/officeart/2018/2/layout/IconVerticalSolidList"/>
    <dgm:cxn modelId="{BFFE542D-C99F-4AC3-802D-0CB9CE92FF6A}" srcId="{E06D76AE-011C-428A-A6E1-349B115119AB}" destId="{2D525A2F-F992-4092-AEE3-BCCFB6DA017E}" srcOrd="1" destOrd="0" parTransId="{1A82F788-0391-4A52-9D82-AF0A2759C995}" sibTransId="{5F0AC52F-CD20-4ABB-8A0A-CB7EF1F586B4}"/>
    <dgm:cxn modelId="{F1E36F32-5EDA-475C-A52B-EC918C1EA754}" srcId="{E06D76AE-011C-428A-A6E1-349B115119AB}" destId="{5EB5E08C-B86E-4B46-8E55-6639E5E0F984}" srcOrd="2" destOrd="0" parTransId="{8B9C0AAC-34D4-433F-A166-4355A3AB62A1}" sibTransId="{D013D33B-8D93-443D-8D70-FB08064275C1}"/>
    <dgm:cxn modelId="{2D455947-EED0-4142-B8A4-DF9E3CFE7E19}" type="presOf" srcId="{5EB5E08C-B86E-4B46-8E55-6639E5E0F984}" destId="{B5D8842A-1FDE-44F5-8577-69CD655176EB}" srcOrd="0" destOrd="0" presId="urn:microsoft.com/office/officeart/2018/2/layout/IconVerticalSolidList"/>
    <dgm:cxn modelId="{E51A486D-C2C7-472B-8395-B086E3F7F391}" srcId="{E06D76AE-011C-428A-A6E1-349B115119AB}" destId="{7185D08D-76B9-4D9B-A665-80AB142C4E94}" srcOrd="0" destOrd="0" parTransId="{0324384E-C755-4DA8-89FD-0B9FCAA12DAA}" sibTransId="{7B1E2D00-4BE2-4DFA-AF01-88A61DB0830E}"/>
    <dgm:cxn modelId="{0040FAB3-C74B-4DBA-8355-0F84279BCE42}" type="presOf" srcId="{256098C4-78F9-4C64-BE13-8A8CDD2D6F0F}" destId="{058CDBB1-4099-4080-88B7-051C0433D05D}" srcOrd="0" destOrd="0" presId="urn:microsoft.com/office/officeart/2018/2/layout/IconVerticalSolidList"/>
    <dgm:cxn modelId="{EA37A6E6-8808-4732-BCFC-E2A3EC6994B0}" srcId="{E06D76AE-011C-428A-A6E1-349B115119AB}" destId="{256098C4-78F9-4C64-BE13-8A8CDD2D6F0F}" srcOrd="3" destOrd="0" parTransId="{BD0309A9-4A86-424D-BDEC-021A96E76228}" sibTransId="{167DA3C4-B8C9-43D7-939F-48AF410FF1E3}"/>
    <dgm:cxn modelId="{865CF1FA-C922-47FC-B63D-AA3D319BA9F1}" type="presOf" srcId="{E06D76AE-011C-428A-A6E1-349B115119AB}" destId="{F2B526B9-E643-463E-80A6-D3A466B0402B}" srcOrd="0" destOrd="0" presId="urn:microsoft.com/office/officeart/2018/2/layout/IconVerticalSolidList"/>
    <dgm:cxn modelId="{8F74D0A6-5B14-4CD1-B8E1-F00DFEF2CB91}" type="presParOf" srcId="{F2B526B9-E643-463E-80A6-D3A466B0402B}" destId="{C51C8578-4B4E-4DDF-8709-9874FC445424}" srcOrd="0" destOrd="0" presId="urn:microsoft.com/office/officeart/2018/2/layout/IconVerticalSolidList"/>
    <dgm:cxn modelId="{B1E07589-E820-432B-9FD4-F05F16FB561A}" type="presParOf" srcId="{C51C8578-4B4E-4DDF-8709-9874FC445424}" destId="{715224DD-369F-4C79-836C-50F0232B9017}" srcOrd="0" destOrd="0" presId="urn:microsoft.com/office/officeart/2018/2/layout/IconVerticalSolidList"/>
    <dgm:cxn modelId="{527103EF-9E6E-47CE-AA37-E32F740E1874}" type="presParOf" srcId="{C51C8578-4B4E-4DDF-8709-9874FC445424}" destId="{BB4940D7-6CD4-4E7B-9828-90C980DCE9B5}" srcOrd="1" destOrd="0" presId="urn:microsoft.com/office/officeart/2018/2/layout/IconVerticalSolidList"/>
    <dgm:cxn modelId="{6D88875A-A86D-4F8E-98DD-809BB2331DA0}" type="presParOf" srcId="{C51C8578-4B4E-4DDF-8709-9874FC445424}" destId="{6F6E7676-B582-4CFE-8E12-9C8DBE7CEB52}" srcOrd="2" destOrd="0" presId="urn:microsoft.com/office/officeart/2018/2/layout/IconVerticalSolidList"/>
    <dgm:cxn modelId="{7435F2FB-44D6-45D5-B21E-E80886247AFE}" type="presParOf" srcId="{C51C8578-4B4E-4DDF-8709-9874FC445424}" destId="{63BA43B5-6B5A-47D0-B08A-52EE4056FCE5}" srcOrd="3" destOrd="0" presId="urn:microsoft.com/office/officeart/2018/2/layout/IconVerticalSolidList"/>
    <dgm:cxn modelId="{4E60820E-BB9E-4E2E-9303-11A51B84F641}" type="presParOf" srcId="{F2B526B9-E643-463E-80A6-D3A466B0402B}" destId="{DDD5CF58-1306-4C8E-988E-BEDD4AC51E00}" srcOrd="1" destOrd="0" presId="urn:microsoft.com/office/officeart/2018/2/layout/IconVerticalSolidList"/>
    <dgm:cxn modelId="{35CA43C3-1D2A-46D0-96A9-46CD4F6669B5}" type="presParOf" srcId="{F2B526B9-E643-463E-80A6-D3A466B0402B}" destId="{7EC0AFDD-A5ED-472E-8D68-F7FA0BD440F7}" srcOrd="2" destOrd="0" presId="urn:microsoft.com/office/officeart/2018/2/layout/IconVerticalSolidList"/>
    <dgm:cxn modelId="{7274D1BC-3060-4609-B910-15785EB39D0B}" type="presParOf" srcId="{7EC0AFDD-A5ED-472E-8D68-F7FA0BD440F7}" destId="{80890591-5F67-47C1-BF91-846E159EBF64}" srcOrd="0" destOrd="0" presId="urn:microsoft.com/office/officeart/2018/2/layout/IconVerticalSolidList"/>
    <dgm:cxn modelId="{AA60AAD5-630A-4A8D-BB79-1CCDC05B92B7}" type="presParOf" srcId="{7EC0AFDD-A5ED-472E-8D68-F7FA0BD440F7}" destId="{E8B84448-E5BF-4204-8803-C849FDC1C9D6}" srcOrd="1" destOrd="0" presId="urn:microsoft.com/office/officeart/2018/2/layout/IconVerticalSolidList"/>
    <dgm:cxn modelId="{EEAD8FDA-B84F-47A9-999A-80277DE98F2F}" type="presParOf" srcId="{7EC0AFDD-A5ED-472E-8D68-F7FA0BD440F7}" destId="{C00818F6-4446-476D-BDDB-94A05649ABF9}" srcOrd="2" destOrd="0" presId="urn:microsoft.com/office/officeart/2018/2/layout/IconVerticalSolidList"/>
    <dgm:cxn modelId="{E4E410DE-5BEB-476B-8B31-B3F420E9680D}" type="presParOf" srcId="{7EC0AFDD-A5ED-472E-8D68-F7FA0BD440F7}" destId="{B99279C3-D042-478B-A077-F9BA039F7390}" srcOrd="3" destOrd="0" presId="urn:microsoft.com/office/officeart/2018/2/layout/IconVerticalSolidList"/>
    <dgm:cxn modelId="{953B7D61-1759-4376-BA39-1D264072855B}" type="presParOf" srcId="{F2B526B9-E643-463E-80A6-D3A466B0402B}" destId="{18FF544A-7595-4518-9536-92639D75DFDB}" srcOrd="3" destOrd="0" presId="urn:microsoft.com/office/officeart/2018/2/layout/IconVerticalSolidList"/>
    <dgm:cxn modelId="{531E2324-10E2-4ADA-9F32-C1D1E8421741}" type="presParOf" srcId="{F2B526B9-E643-463E-80A6-D3A466B0402B}" destId="{9AD821B0-031A-4DD7-AAB5-BEFBA4351DAC}" srcOrd="4" destOrd="0" presId="urn:microsoft.com/office/officeart/2018/2/layout/IconVerticalSolidList"/>
    <dgm:cxn modelId="{C751C9ED-3FC6-4DD0-830B-DAFF5123D7F1}" type="presParOf" srcId="{9AD821B0-031A-4DD7-AAB5-BEFBA4351DAC}" destId="{59174E12-33E6-418A-A88B-907CDD1C796F}" srcOrd="0" destOrd="0" presId="urn:microsoft.com/office/officeart/2018/2/layout/IconVerticalSolidList"/>
    <dgm:cxn modelId="{9BAE6A49-3538-466E-9169-A05D62CCAB1B}" type="presParOf" srcId="{9AD821B0-031A-4DD7-AAB5-BEFBA4351DAC}" destId="{DAAB7338-DE78-4087-909E-E0BBC30BE1CD}" srcOrd="1" destOrd="0" presId="urn:microsoft.com/office/officeart/2018/2/layout/IconVerticalSolidList"/>
    <dgm:cxn modelId="{FA757C2C-5899-42A3-9566-2CCDF72343D9}" type="presParOf" srcId="{9AD821B0-031A-4DD7-AAB5-BEFBA4351DAC}" destId="{B3FA50BC-591B-4F4A-B600-A347C83199DB}" srcOrd="2" destOrd="0" presId="urn:microsoft.com/office/officeart/2018/2/layout/IconVerticalSolidList"/>
    <dgm:cxn modelId="{BC820D66-1F7C-4B36-B4F5-1EA14117FDFA}" type="presParOf" srcId="{9AD821B0-031A-4DD7-AAB5-BEFBA4351DAC}" destId="{B5D8842A-1FDE-44F5-8577-69CD655176EB}" srcOrd="3" destOrd="0" presId="urn:microsoft.com/office/officeart/2018/2/layout/IconVerticalSolidList"/>
    <dgm:cxn modelId="{4D438E43-D9A1-4236-9A29-DE18AF3F7D4D}" type="presParOf" srcId="{F2B526B9-E643-463E-80A6-D3A466B0402B}" destId="{50BC9672-61E6-4AA9-98E2-20B6274BB122}" srcOrd="5" destOrd="0" presId="urn:microsoft.com/office/officeart/2018/2/layout/IconVerticalSolidList"/>
    <dgm:cxn modelId="{E7779A1C-1E72-41AC-8EE1-8BD83A7C684A}" type="presParOf" srcId="{F2B526B9-E643-463E-80A6-D3A466B0402B}" destId="{98FAD598-1DFA-447F-AF1C-1A26AB88DC1B}" srcOrd="6" destOrd="0" presId="urn:microsoft.com/office/officeart/2018/2/layout/IconVerticalSolidList"/>
    <dgm:cxn modelId="{0BB165F0-7F4E-48EE-A474-89B759B739D8}" type="presParOf" srcId="{98FAD598-1DFA-447F-AF1C-1A26AB88DC1B}" destId="{C46F546C-BA26-4013-B31C-B161019FFFF1}" srcOrd="0" destOrd="0" presId="urn:microsoft.com/office/officeart/2018/2/layout/IconVerticalSolidList"/>
    <dgm:cxn modelId="{DCA4788C-DC66-4C83-8060-4735921DD2F6}" type="presParOf" srcId="{98FAD598-1DFA-447F-AF1C-1A26AB88DC1B}" destId="{37F67514-A50A-4238-8DD3-45C166AE7932}" srcOrd="1" destOrd="0" presId="urn:microsoft.com/office/officeart/2018/2/layout/IconVerticalSolidList"/>
    <dgm:cxn modelId="{855AC59C-33AF-4391-8D4C-9F25F2D632CC}" type="presParOf" srcId="{98FAD598-1DFA-447F-AF1C-1A26AB88DC1B}" destId="{5EDD7575-AE2E-4212-A08F-B0C46E0BA096}" srcOrd="2" destOrd="0" presId="urn:microsoft.com/office/officeart/2018/2/layout/IconVerticalSolidList"/>
    <dgm:cxn modelId="{9931878E-E78E-4E49-9F46-9D6A0610442C}" type="presParOf" srcId="{98FAD598-1DFA-447F-AF1C-1A26AB88DC1B}" destId="{058CDBB1-4099-4080-88B7-051C0433D05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0D06DF-275B-4246-BF8C-E25E631D2A21}">
      <dsp:nvSpPr>
        <dsp:cNvPr id="0" name=""/>
        <dsp:cNvSpPr/>
      </dsp:nvSpPr>
      <dsp:spPr>
        <a:xfrm>
          <a:off x="0" y="21824"/>
          <a:ext cx="10869248" cy="1511640"/>
        </a:xfrm>
        <a:prstGeom prst="round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What are common mistakes adults make when interpreting a child’s behavior?</a:t>
          </a:r>
        </a:p>
      </dsp:txBody>
      <dsp:txXfrm>
        <a:off x="73792" y="95616"/>
        <a:ext cx="10721664" cy="1364056"/>
      </dsp:txXfrm>
    </dsp:sp>
    <dsp:sp modelId="{923B175D-D3D9-9943-9BFF-559336AA182A}">
      <dsp:nvSpPr>
        <dsp:cNvPr id="0" name=""/>
        <dsp:cNvSpPr/>
      </dsp:nvSpPr>
      <dsp:spPr>
        <a:xfrm>
          <a:off x="0" y="1533465"/>
          <a:ext cx="10869248" cy="2045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099" tIns="48260" rIns="270256" bIns="48260" numCol="1" spcCol="1270" anchor="t" anchorCtr="0">
          <a:noAutofit/>
        </a:bodyPr>
        <a:lstStyle/>
        <a:p>
          <a:pPr marL="285750" lvl="1" indent="-285750" algn="l" defTabSz="1333500">
            <a:lnSpc>
              <a:spcPct val="90000"/>
            </a:lnSpc>
            <a:spcBef>
              <a:spcPct val="0"/>
            </a:spcBef>
            <a:spcAft>
              <a:spcPct val="20000"/>
            </a:spcAft>
            <a:buChar char="•"/>
          </a:pPr>
          <a:r>
            <a:rPr lang="en-US" sz="3000" kern="1200"/>
            <a:t>Misunderstanding intent</a:t>
          </a:r>
        </a:p>
        <a:p>
          <a:pPr marL="285750" lvl="1" indent="-285750" algn="l" defTabSz="1333500">
            <a:lnSpc>
              <a:spcPct val="90000"/>
            </a:lnSpc>
            <a:spcBef>
              <a:spcPct val="0"/>
            </a:spcBef>
            <a:spcAft>
              <a:spcPct val="20000"/>
            </a:spcAft>
            <a:buChar char="•"/>
          </a:pPr>
          <a:r>
            <a:rPr lang="en-US" sz="3000" kern="1200"/>
            <a:t>Ignoring context</a:t>
          </a:r>
        </a:p>
        <a:p>
          <a:pPr marL="285750" lvl="1" indent="-285750" algn="l" defTabSz="1333500">
            <a:lnSpc>
              <a:spcPct val="90000"/>
            </a:lnSpc>
            <a:spcBef>
              <a:spcPct val="0"/>
            </a:spcBef>
            <a:spcAft>
              <a:spcPct val="20000"/>
            </a:spcAft>
            <a:buChar char="•"/>
          </a:pPr>
          <a:r>
            <a:rPr lang="en-US" sz="3000" kern="1200" dirty="0"/>
            <a:t>Assuming motivation</a:t>
          </a:r>
        </a:p>
        <a:p>
          <a:pPr marL="285750" lvl="1" indent="-285750" algn="l" defTabSz="1333500">
            <a:lnSpc>
              <a:spcPct val="90000"/>
            </a:lnSpc>
            <a:spcBef>
              <a:spcPct val="0"/>
            </a:spcBef>
            <a:spcAft>
              <a:spcPct val="20000"/>
            </a:spcAft>
            <a:buChar char="•"/>
          </a:pPr>
          <a:r>
            <a:rPr lang="en-US" sz="3000" kern="1200"/>
            <a:t>Confusing form with purpose</a:t>
          </a:r>
        </a:p>
      </dsp:txBody>
      <dsp:txXfrm>
        <a:off x="0" y="1533465"/>
        <a:ext cx="10869248" cy="2045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EC882C-5A1C-4484-91C4-73592E80D856}">
      <dsp:nvSpPr>
        <dsp:cNvPr id="0" name=""/>
        <dsp:cNvSpPr/>
      </dsp:nvSpPr>
      <dsp:spPr>
        <a:xfrm>
          <a:off x="0" y="7137"/>
          <a:ext cx="7742583" cy="9068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8DB039-53C8-4B6D-9171-4839583E9A0A}">
      <dsp:nvSpPr>
        <dsp:cNvPr id="0" name=""/>
        <dsp:cNvSpPr/>
      </dsp:nvSpPr>
      <dsp:spPr>
        <a:xfrm>
          <a:off x="274318" y="211176"/>
          <a:ext cx="499249" cy="4987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E689D8-7721-405B-B127-89FFDD82B020}">
      <dsp:nvSpPr>
        <dsp:cNvPr id="0" name=""/>
        <dsp:cNvSpPr/>
      </dsp:nvSpPr>
      <dsp:spPr>
        <a:xfrm>
          <a:off x="1047886" y="7137"/>
          <a:ext cx="6678558" cy="935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73" tIns="98973" rIns="98973" bIns="98973" numCol="1" spcCol="1270" anchor="ctr" anchorCtr="0">
          <a:noAutofit/>
        </a:bodyPr>
        <a:lstStyle/>
        <a:p>
          <a:pPr marL="0" lvl="0" indent="0" algn="l" defTabSz="1066800">
            <a:lnSpc>
              <a:spcPct val="100000"/>
            </a:lnSpc>
            <a:spcBef>
              <a:spcPct val="0"/>
            </a:spcBef>
            <a:spcAft>
              <a:spcPct val="35000"/>
            </a:spcAft>
            <a:buNone/>
          </a:pPr>
          <a:r>
            <a:rPr lang="en-US" sz="2400" b="0" i="0" kern="1200" dirty="0"/>
            <a:t>A process for identifying and dealing with problematic behavior</a:t>
          </a:r>
          <a:endParaRPr lang="en-US" sz="2400" kern="1200" dirty="0"/>
        </a:p>
      </dsp:txBody>
      <dsp:txXfrm>
        <a:off x="1047886" y="7137"/>
        <a:ext cx="6678558" cy="935177"/>
      </dsp:txXfrm>
    </dsp:sp>
    <dsp:sp modelId="{46869686-D0B0-4A08-A531-4F6B14A8C389}">
      <dsp:nvSpPr>
        <dsp:cNvPr id="0" name=""/>
        <dsp:cNvSpPr/>
      </dsp:nvSpPr>
      <dsp:spPr>
        <a:xfrm>
          <a:off x="0" y="1176109"/>
          <a:ext cx="7742583" cy="9068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55945E-E41E-4E55-9F22-DEDABBC0D129}">
      <dsp:nvSpPr>
        <dsp:cNvPr id="0" name=""/>
        <dsp:cNvSpPr/>
      </dsp:nvSpPr>
      <dsp:spPr>
        <a:xfrm>
          <a:off x="274318" y="1380148"/>
          <a:ext cx="499249" cy="4987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BFF9A3-CF86-402C-8E73-7CA742417352}">
      <dsp:nvSpPr>
        <dsp:cNvPr id="0" name=""/>
        <dsp:cNvSpPr/>
      </dsp:nvSpPr>
      <dsp:spPr>
        <a:xfrm>
          <a:off x="1047886" y="1176109"/>
          <a:ext cx="6678558" cy="935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73" tIns="98973" rIns="98973" bIns="98973" numCol="1" spcCol="1270" anchor="ctr" anchorCtr="0">
          <a:noAutofit/>
        </a:bodyPr>
        <a:lstStyle/>
        <a:p>
          <a:pPr marL="0" lvl="0" indent="0" algn="l" defTabSz="1066800">
            <a:lnSpc>
              <a:spcPct val="100000"/>
            </a:lnSpc>
            <a:spcBef>
              <a:spcPct val="0"/>
            </a:spcBef>
            <a:spcAft>
              <a:spcPct val="35000"/>
            </a:spcAft>
            <a:buNone/>
          </a:pPr>
          <a:r>
            <a:rPr lang="en-US" sz="2400" b="0" i="0" kern="1200" dirty="0"/>
            <a:t>Individualized formal Tier 3 process</a:t>
          </a:r>
          <a:endParaRPr lang="en-US" sz="2400" kern="1200" dirty="0"/>
        </a:p>
      </dsp:txBody>
      <dsp:txXfrm>
        <a:off x="1047886" y="1176109"/>
        <a:ext cx="6678558" cy="935177"/>
      </dsp:txXfrm>
    </dsp:sp>
    <dsp:sp modelId="{8D9384D6-672D-44C9-8151-63A6BA7440C3}">
      <dsp:nvSpPr>
        <dsp:cNvPr id="0" name=""/>
        <dsp:cNvSpPr/>
      </dsp:nvSpPr>
      <dsp:spPr>
        <a:xfrm>
          <a:off x="0" y="2345081"/>
          <a:ext cx="7742583" cy="9068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B65A6F-0FFD-42F1-B56C-4ED19EDE91EB}">
      <dsp:nvSpPr>
        <dsp:cNvPr id="0" name=""/>
        <dsp:cNvSpPr/>
      </dsp:nvSpPr>
      <dsp:spPr>
        <a:xfrm>
          <a:off x="274318" y="2549120"/>
          <a:ext cx="499249" cy="49876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88E7F1-7A6C-42FF-9294-8E4BFD4DA3D2}">
      <dsp:nvSpPr>
        <dsp:cNvPr id="0" name=""/>
        <dsp:cNvSpPr/>
      </dsp:nvSpPr>
      <dsp:spPr>
        <a:xfrm>
          <a:off x="1047886" y="2345081"/>
          <a:ext cx="6678558" cy="935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73" tIns="98973" rIns="98973" bIns="98973" numCol="1" spcCol="1270" anchor="ctr" anchorCtr="0">
          <a:noAutofit/>
        </a:bodyPr>
        <a:lstStyle/>
        <a:p>
          <a:pPr marL="0" lvl="0" indent="0" algn="l" defTabSz="1066800">
            <a:lnSpc>
              <a:spcPct val="100000"/>
            </a:lnSpc>
            <a:spcBef>
              <a:spcPct val="0"/>
            </a:spcBef>
            <a:spcAft>
              <a:spcPct val="35000"/>
            </a:spcAft>
            <a:buNone/>
          </a:pPr>
          <a:r>
            <a:rPr lang="en-US" sz="2400" b="0" i="0" kern="1200" dirty="0"/>
            <a:t>Team-based</a:t>
          </a:r>
          <a:endParaRPr lang="en-US" sz="2400" kern="1200" dirty="0"/>
        </a:p>
      </dsp:txBody>
      <dsp:txXfrm>
        <a:off x="1047886" y="2345081"/>
        <a:ext cx="6678558" cy="935177"/>
      </dsp:txXfrm>
    </dsp:sp>
    <dsp:sp modelId="{3F2C5690-93EE-4D49-AC9D-08B0D1CD7A72}">
      <dsp:nvSpPr>
        <dsp:cNvPr id="0" name=""/>
        <dsp:cNvSpPr/>
      </dsp:nvSpPr>
      <dsp:spPr>
        <a:xfrm>
          <a:off x="0" y="3514053"/>
          <a:ext cx="7742583" cy="9068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8ECFFB-CBFE-4848-814F-A966A121912D}">
      <dsp:nvSpPr>
        <dsp:cNvPr id="0" name=""/>
        <dsp:cNvSpPr/>
      </dsp:nvSpPr>
      <dsp:spPr>
        <a:xfrm>
          <a:off x="274318" y="3718092"/>
          <a:ext cx="499249" cy="49876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01F957-18F7-460F-AD73-8F230F3B72B7}">
      <dsp:nvSpPr>
        <dsp:cNvPr id="0" name=""/>
        <dsp:cNvSpPr/>
      </dsp:nvSpPr>
      <dsp:spPr>
        <a:xfrm>
          <a:off x="1047886" y="3514053"/>
          <a:ext cx="6678558" cy="935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73" tIns="98973" rIns="98973" bIns="98973" numCol="1" spcCol="1270" anchor="ctr" anchorCtr="0">
          <a:noAutofit/>
        </a:bodyPr>
        <a:lstStyle/>
        <a:p>
          <a:pPr marL="0" lvl="0" indent="0" algn="l" defTabSz="1066800">
            <a:lnSpc>
              <a:spcPct val="100000"/>
            </a:lnSpc>
            <a:spcBef>
              <a:spcPct val="0"/>
            </a:spcBef>
            <a:spcAft>
              <a:spcPct val="35000"/>
            </a:spcAft>
            <a:buNone/>
          </a:pPr>
          <a:r>
            <a:rPr lang="en-US" sz="2400" b="0" i="0" kern="1200" dirty="0"/>
            <a:t>Time intensive</a:t>
          </a:r>
          <a:endParaRPr lang="en-US" sz="2400" kern="1200" dirty="0"/>
        </a:p>
      </dsp:txBody>
      <dsp:txXfrm>
        <a:off x="1047886" y="3514053"/>
        <a:ext cx="6678558" cy="935177"/>
      </dsp:txXfrm>
    </dsp:sp>
    <dsp:sp modelId="{2745E1EF-4C0A-498B-98C6-D5A3F4C5D805}">
      <dsp:nvSpPr>
        <dsp:cNvPr id="0" name=""/>
        <dsp:cNvSpPr/>
      </dsp:nvSpPr>
      <dsp:spPr>
        <a:xfrm>
          <a:off x="0" y="4683025"/>
          <a:ext cx="7742583" cy="9068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46DBF6-CF01-4669-83E5-E5492C558817}">
      <dsp:nvSpPr>
        <dsp:cNvPr id="0" name=""/>
        <dsp:cNvSpPr/>
      </dsp:nvSpPr>
      <dsp:spPr>
        <a:xfrm>
          <a:off x="274318" y="4887064"/>
          <a:ext cx="499249" cy="49876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19520B-3863-4FD2-A09A-5B290936C314}">
      <dsp:nvSpPr>
        <dsp:cNvPr id="0" name=""/>
        <dsp:cNvSpPr/>
      </dsp:nvSpPr>
      <dsp:spPr>
        <a:xfrm>
          <a:off x="1047886" y="4683025"/>
          <a:ext cx="6678558" cy="935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73" tIns="98973" rIns="98973" bIns="98973" numCol="1" spcCol="1270" anchor="ctr" anchorCtr="0">
          <a:noAutofit/>
        </a:bodyPr>
        <a:lstStyle/>
        <a:p>
          <a:pPr marL="0" lvl="0" indent="0" algn="l" defTabSz="1066800">
            <a:lnSpc>
              <a:spcPct val="100000"/>
            </a:lnSpc>
            <a:spcBef>
              <a:spcPct val="0"/>
            </a:spcBef>
            <a:spcAft>
              <a:spcPct val="35000"/>
            </a:spcAft>
            <a:buNone/>
          </a:pPr>
          <a:r>
            <a:rPr lang="en-US" sz="2400" b="0" i="0" kern="1200" dirty="0"/>
            <a:t>Objective</a:t>
          </a:r>
          <a:endParaRPr lang="en-US" sz="2400" kern="1200" dirty="0"/>
        </a:p>
      </dsp:txBody>
      <dsp:txXfrm>
        <a:off x="1047886" y="4683025"/>
        <a:ext cx="6678558" cy="9351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D94275-8A06-1949-A554-E9582046022E}">
      <dsp:nvSpPr>
        <dsp:cNvPr id="0" name=""/>
        <dsp:cNvSpPr/>
      </dsp:nvSpPr>
      <dsp:spPr>
        <a:xfrm>
          <a:off x="0" y="393113"/>
          <a:ext cx="2419557" cy="1451734"/>
        </a:xfrm>
        <a:prstGeom prst="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Setting – Setting Event</a:t>
          </a:r>
        </a:p>
      </dsp:txBody>
      <dsp:txXfrm>
        <a:off x="0" y="393113"/>
        <a:ext cx="2419557" cy="1451734"/>
      </dsp:txXfrm>
    </dsp:sp>
    <dsp:sp modelId="{8C800ED1-1ADE-9941-A4D7-CBF53DD75A03}">
      <dsp:nvSpPr>
        <dsp:cNvPr id="0" name=""/>
        <dsp:cNvSpPr/>
      </dsp:nvSpPr>
      <dsp:spPr>
        <a:xfrm>
          <a:off x="2661512" y="393113"/>
          <a:ext cx="2419557" cy="1451734"/>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Antecedent – antecedent strategies</a:t>
          </a:r>
        </a:p>
      </dsp:txBody>
      <dsp:txXfrm>
        <a:off x="2661512" y="393113"/>
        <a:ext cx="2419557" cy="1451734"/>
      </dsp:txXfrm>
    </dsp:sp>
    <dsp:sp modelId="{CD9DB644-C1C3-2947-AFC3-F78D5B717664}">
      <dsp:nvSpPr>
        <dsp:cNvPr id="0" name=""/>
        <dsp:cNvSpPr/>
      </dsp:nvSpPr>
      <dsp:spPr>
        <a:xfrm>
          <a:off x="5323025" y="393113"/>
          <a:ext cx="2419557" cy="1451734"/>
        </a:xfrm>
        <a:prstGeom prst="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Consequence</a:t>
          </a:r>
        </a:p>
      </dsp:txBody>
      <dsp:txXfrm>
        <a:off x="5323025" y="393113"/>
        <a:ext cx="2419557" cy="1451734"/>
      </dsp:txXfrm>
    </dsp:sp>
    <dsp:sp modelId="{701C366F-EFF9-4745-9753-C9088291753D}">
      <dsp:nvSpPr>
        <dsp:cNvPr id="0" name=""/>
        <dsp:cNvSpPr/>
      </dsp:nvSpPr>
      <dsp:spPr>
        <a:xfrm>
          <a:off x="0" y="2086803"/>
          <a:ext cx="2419557" cy="1451734"/>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Target Behavior</a:t>
          </a:r>
        </a:p>
      </dsp:txBody>
      <dsp:txXfrm>
        <a:off x="0" y="2086803"/>
        <a:ext cx="2419557" cy="1451734"/>
      </dsp:txXfrm>
    </dsp:sp>
    <dsp:sp modelId="{935CECBB-21B4-7A45-BF14-36CB15E6F534}">
      <dsp:nvSpPr>
        <dsp:cNvPr id="0" name=""/>
        <dsp:cNvSpPr/>
      </dsp:nvSpPr>
      <dsp:spPr>
        <a:xfrm>
          <a:off x="2661512" y="2086803"/>
          <a:ext cx="2419557" cy="1451734"/>
        </a:xfrm>
        <a:prstGeom prst="rect">
          <a:avLst/>
        </a:prstGeom>
        <a:solidFill>
          <a:schemeClr val="bg2">
            <a:lumMod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Replacement behavior</a:t>
          </a:r>
        </a:p>
      </dsp:txBody>
      <dsp:txXfrm>
        <a:off x="2661512" y="2086803"/>
        <a:ext cx="2419557" cy="1451734"/>
      </dsp:txXfrm>
    </dsp:sp>
    <dsp:sp modelId="{8C6E6C89-00CB-3B42-8400-519EB33397D5}">
      <dsp:nvSpPr>
        <dsp:cNvPr id="0" name=""/>
        <dsp:cNvSpPr/>
      </dsp:nvSpPr>
      <dsp:spPr>
        <a:xfrm>
          <a:off x="5323025" y="2086803"/>
          <a:ext cx="2419557" cy="1451734"/>
        </a:xfrm>
        <a:prstGeom prst="rect">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Functions of behaviors</a:t>
          </a:r>
        </a:p>
      </dsp:txBody>
      <dsp:txXfrm>
        <a:off x="5323025" y="2086803"/>
        <a:ext cx="2419557" cy="1451734"/>
      </dsp:txXfrm>
    </dsp:sp>
    <dsp:sp modelId="{4DF98873-C41B-C146-82A2-91B0935767D3}">
      <dsp:nvSpPr>
        <dsp:cNvPr id="0" name=""/>
        <dsp:cNvSpPr/>
      </dsp:nvSpPr>
      <dsp:spPr>
        <a:xfrm>
          <a:off x="2661512" y="3780493"/>
          <a:ext cx="2419557" cy="1451734"/>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Hypothesis</a:t>
          </a:r>
        </a:p>
      </dsp:txBody>
      <dsp:txXfrm>
        <a:off x="2661512" y="3780493"/>
        <a:ext cx="2419557" cy="14517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80D9C-DC79-2740-B76A-72292296D774}">
      <dsp:nvSpPr>
        <dsp:cNvPr id="0" name=""/>
        <dsp:cNvSpPr/>
      </dsp:nvSpPr>
      <dsp:spPr>
        <a:xfrm>
          <a:off x="3184" y="202742"/>
          <a:ext cx="3194964" cy="3194964"/>
        </a:xfrm>
        <a:prstGeom prst="ellipse">
          <a:avLst/>
        </a:prstGeom>
        <a:solidFill>
          <a:schemeClr val="accent2">
            <a:lumMod val="60000"/>
            <a:lumOff val="4000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5830" tIns="44450" rIns="175830" bIns="44450" numCol="1" spcCol="1270" anchor="ctr" anchorCtr="0">
          <a:noAutofit/>
        </a:bodyPr>
        <a:lstStyle/>
        <a:p>
          <a:pPr marL="0" lvl="0" indent="0" algn="ctr" defTabSz="1555750">
            <a:lnSpc>
              <a:spcPct val="90000"/>
            </a:lnSpc>
            <a:spcBef>
              <a:spcPct val="0"/>
            </a:spcBef>
            <a:spcAft>
              <a:spcPct val="35000"/>
            </a:spcAft>
            <a:buNone/>
          </a:pPr>
          <a:r>
            <a:rPr lang="en-US" sz="3500" b="1" kern="1200" dirty="0"/>
            <a:t>Anxious</a:t>
          </a:r>
        </a:p>
      </dsp:txBody>
      <dsp:txXfrm>
        <a:off x="471076" y="670634"/>
        <a:ext cx="2259180" cy="2259180"/>
      </dsp:txXfrm>
    </dsp:sp>
    <dsp:sp modelId="{49179EF1-F411-074E-AA47-F2C58D2A65DC}">
      <dsp:nvSpPr>
        <dsp:cNvPr id="0" name=""/>
        <dsp:cNvSpPr/>
      </dsp:nvSpPr>
      <dsp:spPr>
        <a:xfrm>
          <a:off x="2559155" y="202742"/>
          <a:ext cx="3194964" cy="3194964"/>
        </a:xfrm>
        <a:prstGeom prst="ellipse">
          <a:avLst/>
        </a:prstGeom>
        <a:solidFill>
          <a:schemeClr val="accent3">
            <a:lumMod val="40000"/>
            <a:lumOff val="6000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5830" tIns="44450" rIns="175830" bIns="44450" numCol="1" spcCol="1270" anchor="ctr" anchorCtr="0">
          <a:noAutofit/>
        </a:bodyPr>
        <a:lstStyle/>
        <a:p>
          <a:pPr marL="0" lvl="0" indent="0" algn="ctr" defTabSz="1555750">
            <a:lnSpc>
              <a:spcPct val="90000"/>
            </a:lnSpc>
            <a:spcBef>
              <a:spcPct val="0"/>
            </a:spcBef>
            <a:spcAft>
              <a:spcPct val="35000"/>
            </a:spcAft>
            <a:buNone/>
          </a:pPr>
          <a:r>
            <a:rPr lang="en-US" sz="3500" b="1" kern="1200" dirty="0"/>
            <a:t>Lazy</a:t>
          </a:r>
        </a:p>
      </dsp:txBody>
      <dsp:txXfrm>
        <a:off x="3027047" y="670634"/>
        <a:ext cx="2259180" cy="2259180"/>
      </dsp:txXfrm>
    </dsp:sp>
    <dsp:sp modelId="{90B43CCC-BDD8-8F42-B720-D36DFA44EECC}">
      <dsp:nvSpPr>
        <dsp:cNvPr id="0" name=""/>
        <dsp:cNvSpPr/>
      </dsp:nvSpPr>
      <dsp:spPr>
        <a:xfrm>
          <a:off x="5115127" y="202742"/>
          <a:ext cx="3194964" cy="3194964"/>
        </a:xfrm>
        <a:prstGeom prst="ellipse">
          <a:avLst/>
        </a:prstGeom>
        <a:solidFill>
          <a:schemeClr val="accent1">
            <a:lumMod val="40000"/>
            <a:lumOff val="6000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5830" tIns="44450" rIns="175830" bIns="44450" numCol="1" spcCol="1270" anchor="ctr" anchorCtr="0">
          <a:noAutofit/>
        </a:bodyPr>
        <a:lstStyle/>
        <a:p>
          <a:pPr marL="0" lvl="0" indent="0" algn="ctr" defTabSz="1555750">
            <a:lnSpc>
              <a:spcPct val="90000"/>
            </a:lnSpc>
            <a:spcBef>
              <a:spcPct val="0"/>
            </a:spcBef>
            <a:spcAft>
              <a:spcPct val="35000"/>
            </a:spcAft>
            <a:buNone/>
          </a:pPr>
          <a:r>
            <a:rPr lang="en-US" sz="3500" b="1" kern="1200" dirty="0"/>
            <a:t>Studious</a:t>
          </a:r>
        </a:p>
      </dsp:txBody>
      <dsp:txXfrm>
        <a:off x="5583019" y="670634"/>
        <a:ext cx="2259180" cy="2259180"/>
      </dsp:txXfrm>
    </dsp:sp>
    <dsp:sp modelId="{2BFCB50D-9895-A64F-BD85-907B03F419D9}">
      <dsp:nvSpPr>
        <dsp:cNvPr id="0" name=""/>
        <dsp:cNvSpPr/>
      </dsp:nvSpPr>
      <dsp:spPr>
        <a:xfrm>
          <a:off x="7671099" y="202742"/>
          <a:ext cx="3194964" cy="3194964"/>
        </a:xfrm>
        <a:prstGeom prst="ellipse">
          <a:avLst/>
        </a:prstGeom>
        <a:solidFill>
          <a:schemeClr val="accent6">
            <a:lumMod val="40000"/>
            <a:lumOff val="6000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5830" tIns="44450" rIns="175830" bIns="44450" numCol="1" spcCol="1270" anchor="ctr" anchorCtr="0">
          <a:noAutofit/>
        </a:bodyPr>
        <a:lstStyle/>
        <a:p>
          <a:pPr marL="0" lvl="0" indent="0" algn="ctr" defTabSz="1555750">
            <a:lnSpc>
              <a:spcPct val="90000"/>
            </a:lnSpc>
            <a:spcBef>
              <a:spcPct val="0"/>
            </a:spcBef>
            <a:spcAft>
              <a:spcPct val="35000"/>
            </a:spcAft>
            <a:buNone/>
          </a:pPr>
          <a:r>
            <a:rPr lang="en-US" sz="3500" b="1" kern="1200" dirty="0"/>
            <a:t>Silly</a:t>
          </a:r>
        </a:p>
      </dsp:txBody>
      <dsp:txXfrm>
        <a:off x="8138991" y="670634"/>
        <a:ext cx="2259180" cy="22591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ED03B3-0EB4-ED42-AAD3-863C65715AFA}">
      <dsp:nvSpPr>
        <dsp:cNvPr id="0" name=""/>
        <dsp:cNvSpPr/>
      </dsp:nvSpPr>
      <dsp:spPr>
        <a:xfrm>
          <a:off x="3051985" y="372"/>
          <a:ext cx="2387092" cy="954836"/>
        </a:xfrm>
        <a:prstGeom prst="chevron">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a:lnSpc>
              <a:spcPct val="90000"/>
            </a:lnSpc>
            <a:spcBef>
              <a:spcPct val="0"/>
            </a:spcBef>
            <a:spcAft>
              <a:spcPct val="35000"/>
            </a:spcAft>
            <a:buNone/>
          </a:pPr>
          <a:r>
            <a:rPr lang="en-US" sz="1700" kern="1200" dirty="0"/>
            <a:t>Setting Event</a:t>
          </a:r>
        </a:p>
      </dsp:txBody>
      <dsp:txXfrm>
        <a:off x="3529403" y="372"/>
        <a:ext cx="1432256" cy="954836"/>
      </dsp:txXfrm>
    </dsp:sp>
    <dsp:sp modelId="{0BEB2AA5-78D0-D548-BD25-4C39F22748BC}">
      <dsp:nvSpPr>
        <dsp:cNvPr id="0" name=""/>
        <dsp:cNvSpPr/>
      </dsp:nvSpPr>
      <dsp:spPr>
        <a:xfrm>
          <a:off x="5128756" y="81533"/>
          <a:ext cx="1981286" cy="792514"/>
        </a:xfrm>
        <a:prstGeom prst="chevron">
          <a:avLst/>
        </a:prstGeom>
        <a:solidFill>
          <a:schemeClr val="accent6">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kern="1200" dirty="0"/>
            <a:t>Increases likelihood that a trigger will emerge</a:t>
          </a:r>
        </a:p>
      </dsp:txBody>
      <dsp:txXfrm>
        <a:off x="5525013" y="81533"/>
        <a:ext cx="1188772" cy="792514"/>
      </dsp:txXfrm>
    </dsp:sp>
    <dsp:sp modelId="{E4EE9841-DE67-0641-8D73-3F746A41F57F}">
      <dsp:nvSpPr>
        <dsp:cNvPr id="0" name=""/>
        <dsp:cNvSpPr/>
      </dsp:nvSpPr>
      <dsp:spPr>
        <a:xfrm>
          <a:off x="6832662" y="81533"/>
          <a:ext cx="1981286" cy="792514"/>
        </a:xfrm>
        <a:prstGeom prst="chevron">
          <a:avLst/>
        </a:prstGeom>
        <a:solidFill>
          <a:schemeClr val="accent1">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kern="1200" dirty="0"/>
            <a:t>Lighter fluid</a:t>
          </a:r>
        </a:p>
      </dsp:txBody>
      <dsp:txXfrm>
        <a:off x="7228919" y="81533"/>
        <a:ext cx="1188772" cy="792514"/>
      </dsp:txXfrm>
    </dsp:sp>
    <dsp:sp modelId="{27038B03-42F3-2A4D-A17C-43A21E1E7883}">
      <dsp:nvSpPr>
        <dsp:cNvPr id="0" name=""/>
        <dsp:cNvSpPr/>
      </dsp:nvSpPr>
      <dsp:spPr>
        <a:xfrm>
          <a:off x="3051985" y="1088886"/>
          <a:ext cx="2387092" cy="954836"/>
        </a:xfrm>
        <a:prstGeom prst="chevron">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a:lnSpc>
              <a:spcPct val="90000"/>
            </a:lnSpc>
            <a:spcBef>
              <a:spcPct val="0"/>
            </a:spcBef>
            <a:spcAft>
              <a:spcPct val="35000"/>
            </a:spcAft>
            <a:buNone/>
          </a:pPr>
          <a:r>
            <a:rPr lang="en-US" sz="1700" kern="1200" dirty="0"/>
            <a:t>Trigger</a:t>
          </a:r>
        </a:p>
      </dsp:txBody>
      <dsp:txXfrm>
        <a:off x="3529403" y="1088886"/>
        <a:ext cx="1432256" cy="954836"/>
      </dsp:txXfrm>
    </dsp:sp>
    <dsp:sp modelId="{8B8C05E4-1B3A-ED47-8CB8-80F84E152912}">
      <dsp:nvSpPr>
        <dsp:cNvPr id="0" name=""/>
        <dsp:cNvSpPr/>
      </dsp:nvSpPr>
      <dsp:spPr>
        <a:xfrm>
          <a:off x="5128756" y="1170048"/>
          <a:ext cx="1981286" cy="792514"/>
        </a:xfrm>
        <a:prstGeom prst="chevron">
          <a:avLst/>
        </a:prstGeom>
        <a:solidFill>
          <a:schemeClr val="accent6">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kern="1200" dirty="0"/>
            <a:t>What immediately provokes behavior</a:t>
          </a:r>
        </a:p>
      </dsp:txBody>
      <dsp:txXfrm>
        <a:off x="5525013" y="1170048"/>
        <a:ext cx="1188772" cy="792514"/>
      </dsp:txXfrm>
    </dsp:sp>
    <dsp:sp modelId="{8F6A46C1-3B8A-D849-9E56-D9D4A3526F68}">
      <dsp:nvSpPr>
        <dsp:cNvPr id="0" name=""/>
        <dsp:cNvSpPr/>
      </dsp:nvSpPr>
      <dsp:spPr>
        <a:xfrm>
          <a:off x="6832662" y="1170048"/>
          <a:ext cx="1981286" cy="792514"/>
        </a:xfrm>
        <a:prstGeom prst="chevron">
          <a:avLst/>
        </a:prstGeom>
        <a:solidFill>
          <a:schemeClr val="accent1">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kern="1200" dirty="0"/>
            <a:t>Match</a:t>
          </a:r>
        </a:p>
      </dsp:txBody>
      <dsp:txXfrm>
        <a:off x="7228919" y="1170048"/>
        <a:ext cx="1188772" cy="792514"/>
      </dsp:txXfrm>
    </dsp:sp>
    <dsp:sp modelId="{A8AE5E5A-1061-8840-B253-CD55D740007C}">
      <dsp:nvSpPr>
        <dsp:cNvPr id="0" name=""/>
        <dsp:cNvSpPr/>
      </dsp:nvSpPr>
      <dsp:spPr>
        <a:xfrm>
          <a:off x="3051985" y="2177401"/>
          <a:ext cx="2387092" cy="954836"/>
        </a:xfrm>
        <a:prstGeom prst="chevron">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a:lnSpc>
              <a:spcPct val="90000"/>
            </a:lnSpc>
            <a:spcBef>
              <a:spcPct val="0"/>
            </a:spcBef>
            <a:spcAft>
              <a:spcPct val="35000"/>
            </a:spcAft>
            <a:buNone/>
          </a:pPr>
          <a:r>
            <a:rPr lang="en-US" sz="1700" kern="1200" dirty="0"/>
            <a:t>Behavior</a:t>
          </a:r>
        </a:p>
      </dsp:txBody>
      <dsp:txXfrm>
        <a:off x="3529403" y="2177401"/>
        <a:ext cx="1432256" cy="954836"/>
      </dsp:txXfrm>
    </dsp:sp>
    <dsp:sp modelId="{24F7ECA8-17A0-3541-B7F8-12A5078FE71A}">
      <dsp:nvSpPr>
        <dsp:cNvPr id="0" name=""/>
        <dsp:cNvSpPr/>
      </dsp:nvSpPr>
      <dsp:spPr>
        <a:xfrm>
          <a:off x="5128756" y="2258562"/>
          <a:ext cx="1981286" cy="792514"/>
        </a:xfrm>
        <a:prstGeom prst="chevron">
          <a:avLst/>
        </a:prstGeom>
        <a:solidFill>
          <a:schemeClr val="accent6">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kern="1200" dirty="0"/>
            <a:t>The “problem”</a:t>
          </a:r>
        </a:p>
      </dsp:txBody>
      <dsp:txXfrm>
        <a:off x="5525013" y="2258562"/>
        <a:ext cx="1188772" cy="792514"/>
      </dsp:txXfrm>
    </dsp:sp>
    <dsp:sp modelId="{822E7B1D-C223-574F-ACD9-87927FC23BB2}">
      <dsp:nvSpPr>
        <dsp:cNvPr id="0" name=""/>
        <dsp:cNvSpPr/>
      </dsp:nvSpPr>
      <dsp:spPr>
        <a:xfrm>
          <a:off x="6832662" y="2258562"/>
          <a:ext cx="1981286" cy="792514"/>
        </a:xfrm>
        <a:prstGeom prst="chevron">
          <a:avLst/>
        </a:prstGeom>
        <a:solidFill>
          <a:schemeClr val="accent1">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kern="1200" dirty="0"/>
            <a:t>Fire is set</a:t>
          </a:r>
        </a:p>
      </dsp:txBody>
      <dsp:txXfrm>
        <a:off x="7228919" y="2258562"/>
        <a:ext cx="1188772" cy="792514"/>
      </dsp:txXfrm>
    </dsp:sp>
    <dsp:sp modelId="{904C7BB9-C6A9-C942-94F9-DAA4673AE16E}">
      <dsp:nvSpPr>
        <dsp:cNvPr id="0" name=""/>
        <dsp:cNvSpPr/>
      </dsp:nvSpPr>
      <dsp:spPr>
        <a:xfrm>
          <a:off x="3051985" y="3265915"/>
          <a:ext cx="2387092" cy="954836"/>
        </a:xfrm>
        <a:prstGeom prst="chevron">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a:lnSpc>
              <a:spcPct val="90000"/>
            </a:lnSpc>
            <a:spcBef>
              <a:spcPct val="0"/>
            </a:spcBef>
            <a:spcAft>
              <a:spcPct val="35000"/>
            </a:spcAft>
            <a:buNone/>
          </a:pPr>
          <a:r>
            <a:rPr lang="en-US" sz="1700" kern="1200" dirty="0"/>
            <a:t>Consequence</a:t>
          </a:r>
        </a:p>
      </dsp:txBody>
      <dsp:txXfrm>
        <a:off x="3529403" y="3265915"/>
        <a:ext cx="1432256" cy="954836"/>
      </dsp:txXfrm>
    </dsp:sp>
    <dsp:sp modelId="{CB452132-80F4-1F42-8842-82DDDA8407D1}">
      <dsp:nvSpPr>
        <dsp:cNvPr id="0" name=""/>
        <dsp:cNvSpPr/>
      </dsp:nvSpPr>
      <dsp:spPr>
        <a:xfrm>
          <a:off x="5128756" y="3347076"/>
          <a:ext cx="1981286" cy="792514"/>
        </a:xfrm>
        <a:prstGeom prst="chevron">
          <a:avLst/>
        </a:prstGeom>
        <a:solidFill>
          <a:schemeClr val="accent6">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kern="1200" dirty="0"/>
            <a:t>What happens because of the behavior</a:t>
          </a:r>
        </a:p>
      </dsp:txBody>
      <dsp:txXfrm>
        <a:off x="5525013" y="3347076"/>
        <a:ext cx="1188772" cy="792514"/>
      </dsp:txXfrm>
    </dsp:sp>
    <dsp:sp modelId="{2AFAE391-209F-B04A-B53C-4C3EEB7E162C}">
      <dsp:nvSpPr>
        <dsp:cNvPr id="0" name=""/>
        <dsp:cNvSpPr/>
      </dsp:nvSpPr>
      <dsp:spPr>
        <a:xfrm>
          <a:off x="6832662" y="3347076"/>
          <a:ext cx="1981286" cy="792514"/>
        </a:xfrm>
        <a:prstGeom prst="chevron">
          <a:avLst/>
        </a:prstGeom>
        <a:solidFill>
          <a:schemeClr val="accent1">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kern="1200" dirty="0"/>
            <a:t>We can grill food</a:t>
          </a:r>
        </a:p>
      </dsp:txBody>
      <dsp:txXfrm>
        <a:off x="7228919" y="3347076"/>
        <a:ext cx="1188772" cy="7925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CF6ED-D3B1-1047-B62E-F8986F5BD57E}">
      <dsp:nvSpPr>
        <dsp:cNvPr id="0" name=""/>
        <dsp:cNvSpPr/>
      </dsp:nvSpPr>
      <dsp:spPr>
        <a:xfrm>
          <a:off x="3334" y="825588"/>
          <a:ext cx="2380528" cy="1511635"/>
        </a:xfrm>
        <a:prstGeom prst="roundRect">
          <a:avLst>
            <a:gd name="adj" fmla="val 10000"/>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1448E1-DAD8-744D-80FA-96E74EA2796C}">
      <dsp:nvSpPr>
        <dsp:cNvPr id="0" name=""/>
        <dsp:cNvSpPr/>
      </dsp:nvSpPr>
      <dsp:spPr>
        <a:xfrm>
          <a:off x="267837" y="1076866"/>
          <a:ext cx="2380528" cy="15116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dirty="0"/>
            <a:t>Teacher and Academic Factors</a:t>
          </a:r>
          <a:endParaRPr lang="en-US" sz="2500" kern="1200" dirty="0"/>
        </a:p>
      </dsp:txBody>
      <dsp:txXfrm>
        <a:off x="312111" y="1121140"/>
        <a:ext cx="2291980" cy="1423087"/>
      </dsp:txXfrm>
    </dsp:sp>
    <dsp:sp modelId="{6125BF89-1D7F-CF48-95AB-4ED3E341D3AD}">
      <dsp:nvSpPr>
        <dsp:cNvPr id="0" name=""/>
        <dsp:cNvSpPr/>
      </dsp:nvSpPr>
      <dsp:spPr>
        <a:xfrm>
          <a:off x="2912868" y="825588"/>
          <a:ext cx="2380528" cy="1511635"/>
        </a:xfrm>
        <a:prstGeom prst="roundRect">
          <a:avLst>
            <a:gd name="adj" fmla="val 10000"/>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7B54AB-DADB-F14A-A46E-8A9BE055E73E}">
      <dsp:nvSpPr>
        <dsp:cNvPr id="0" name=""/>
        <dsp:cNvSpPr/>
      </dsp:nvSpPr>
      <dsp:spPr>
        <a:xfrm>
          <a:off x="3177371" y="1076866"/>
          <a:ext cx="2380528" cy="15116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dirty="0"/>
            <a:t>Peer and Social Factors</a:t>
          </a:r>
          <a:endParaRPr lang="en-US" sz="2500" kern="1200" dirty="0"/>
        </a:p>
      </dsp:txBody>
      <dsp:txXfrm>
        <a:off x="3221645" y="1121140"/>
        <a:ext cx="2291980" cy="1423087"/>
      </dsp:txXfrm>
    </dsp:sp>
    <dsp:sp modelId="{683147C2-0913-7A41-A469-54DD63D58883}">
      <dsp:nvSpPr>
        <dsp:cNvPr id="0" name=""/>
        <dsp:cNvSpPr/>
      </dsp:nvSpPr>
      <dsp:spPr>
        <a:xfrm>
          <a:off x="5822403" y="825588"/>
          <a:ext cx="2380528" cy="1511635"/>
        </a:xfrm>
        <a:prstGeom prst="roundRect">
          <a:avLst>
            <a:gd name="adj" fmla="val 10000"/>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799BA3-B5C7-0D45-A519-B7F96B9912A6}">
      <dsp:nvSpPr>
        <dsp:cNvPr id="0" name=""/>
        <dsp:cNvSpPr/>
      </dsp:nvSpPr>
      <dsp:spPr>
        <a:xfrm>
          <a:off x="6086906" y="1076866"/>
          <a:ext cx="2380528" cy="15116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dirty="0"/>
            <a:t>Environmental Factors</a:t>
          </a:r>
          <a:endParaRPr lang="en-US" sz="2500" kern="1200" dirty="0"/>
        </a:p>
      </dsp:txBody>
      <dsp:txXfrm>
        <a:off x="6131180" y="1121140"/>
        <a:ext cx="2291980" cy="1423087"/>
      </dsp:txXfrm>
    </dsp:sp>
    <dsp:sp modelId="{9FA82FA2-5AF1-9C40-960A-FC6B4818EAA1}">
      <dsp:nvSpPr>
        <dsp:cNvPr id="0" name=""/>
        <dsp:cNvSpPr/>
      </dsp:nvSpPr>
      <dsp:spPr>
        <a:xfrm>
          <a:off x="8731938" y="825588"/>
          <a:ext cx="2380528" cy="1511635"/>
        </a:xfrm>
        <a:prstGeom prst="roundRect">
          <a:avLst>
            <a:gd name="adj" fmla="val 10000"/>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E1D7EC-ACD1-9049-9E8B-3F5BECA52841}">
      <dsp:nvSpPr>
        <dsp:cNvPr id="0" name=""/>
        <dsp:cNvSpPr/>
      </dsp:nvSpPr>
      <dsp:spPr>
        <a:xfrm>
          <a:off x="8996441" y="1076866"/>
          <a:ext cx="2380528" cy="15116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a:t>Student Factors</a:t>
          </a:r>
          <a:endParaRPr lang="en-US" sz="2500" kern="1200"/>
        </a:p>
      </dsp:txBody>
      <dsp:txXfrm>
        <a:off x="9040715" y="1121140"/>
        <a:ext cx="2291980" cy="14230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5E60C-2BCA-4A42-B6E5-6A36431126BB}">
      <dsp:nvSpPr>
        <dsp:cNvPr id="0" name=""/>
        <dsp:cNvSpPr/>
      </dsp:nvSpPr>
      <dsp:spPr>
        <a:xfrm>
          <a:off x="2794" y="723265"/>
          <a:ext cx="2216858" cy="1330115"/>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a:t>Task removal or avoidance</a:t>
          </a:r>
          <a:endParaRPr lang="en-US" sz="2200" kern="1200"/>
        </a:p>
      </dsp:txBody>
      <dsp:txXfrm>
        <a:off x="2794" y="723265"/>
        <a:ext cx="2216858" cy="1330115"/>
      </dsp:txXfrm>
    </dsp:sp>
    <dsp:sp modelId="{3E55053C-EBCA-6D41-800A-C4F8F1145FCE}">
      <dsp:nvSpPr>
        <dsp:cNvPr id="0" name=""/>
        <dsp:cNvSpPr/>
      </dsp:nvSpPr>
      <dsp:spPr>
        <a:xfrm>
          <a:off x="2441339" y="723265"/>
          <a:ext cx="2216858" cy="1330115"/>
        </a:xfrm>
        <a:prstGeom prst="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dirty="0"/>
            <a:t>Teacher redirect for behavior</a:t>
          </a:r>
          <a:endParaRPr lang="en-US" sz="2200" kern="1200" dirty="0"/>
        </a:p>
      </dsp:txBody>
      <dsp:txXfrm>
        <a:off x="2441339" y="723265"/>
        <a:ext cx="2216858" cy="1330115"/>
      </dsp:txXfrm>
    </dsp:sp>
    <dsp:sp modelId="{83C088CC-D7B6-3845-8D59-A0B7EA4C446A}">
      <dsp:nvSpPr>
        <dsp:cNvPr id="0" name=""/>
        <dsp:cNvSpPr/>
      </dsp:nvSpPr>
      <dsp:spPr>
        <a:xfrm>
          <a:off x="4879883" y="723265"/>
          <a:ext cx="2216858" cy="1330115"/>
        </a:xfrm>
        <a:prstGeom prst="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dirty="0"/>
            <a:t>Teacher reprimand</a:t>
          </a:r>
          <a:endParaRPr lang="en-US" sz="2200" kern="1200" dirty="0"/>
        </a:p>
      </dsp:txBody>
      <dsp:txXfrm>
        <a:off x="4879883" y="723265"/>
        <a:ext cx="2216858" cy="1330115"/>
      </dsp:txXfrm>
    </dsp:sp>
    <dsp:sp modelId="{8CA70EC9-B9BD-9E4F-BAC2-F9489DA42237}">
      <dsp:nvSpPr>
        <dsp:cNvPr id="0" name=""/>
        <dsp:cNvSpPr/>
      </dsp:nvSpPr>
      <dsp:spPr>
        <a:xfrm>
          <a:off x="7318428" y="723265"/>
          <a:ext cx="2216858" cy="1330115"/>
        </a:xfrm>
        <a:prstGeom prst="rect">
          <a:avLst/>
        </a:prstGeom>
        <a:solidFill>
          <a:schemeClr val="accent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a:t>Peer attention</a:t>
          </a:r>
          <a:endParaRPr lang="en-US" sz="2200" kern="1200"/>
        </a:p>
      </dsp:txBody>
      <dsp:txXfrm>
        <a:off x="7318428" y="723265"/>
        <a:ext cx="2216858" cy="1330115"/>
      </dsp:txXfrm>
    </dsp:sp>
    <dsp:sp modelId="{98714C47-02CB-EF44-B370-7AC94495C6E4}">
      <dsp:nvSpPr>
        <dsp:cNvPr id="0" name=""/>
        <dsp:cNvSpPr/>
      </dsp:nvSpPr>
      <dsp:spPr>
        <a:xfrm>
          <a:off x="2794" y="2275066"/>
          <a:ext cx="2216858" cy="1330115"/>
        </a:xfrm>
        <a:prstGeom prst="rect">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dirty="0"/>
            <a:t>Withdrawal of attention</a:t>
          </a:r>
          <a:endParaRPr lang="en-US" sz="2200" kern="1200" dirty="0"/>
        </a:p>
      </dsp:txBody>
      <dsp:txXfrm>
        <a:off x="2794" y="2275066"/>
        <a:ext cx="2216858" cy="1330115"/>
      </dsp:txXfrm>
    </dsp:sp>
    <dsp:sp modelId="{6590F4A9-43A1-DD4B-9F48-D3A4C8C4ABBE}">
      <dsp:nvSpPr>
        <dsp:cNvPr id="0" name=""/>
        <dsp:cNvSpPr/>
      </dsp:nvSpPr>
      <dsp:spPr>
        <a:xfrm>
          <a:off x="2441339" y="2275066"/>
          <a:ext cx="2216858" cy="1330115"/>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a:t>Praise</a:t>
          </a:r>
          <a:endParaRPr lang="en-US" sz="2200" kern="1200"/>
        </a:p>
      </dsp:txBody>
      <dsp:txXfrm>
        <a:off x="2441339" y="2275066"/>
        <a:ext cx="2216858" cy="1330115"/>
      </dsp:txXfrm>
    </dsp:sp>
    <dsp:sp modelId="{DD985254-B9E2-F548-80EF-3DDF06C8A6E7}">
      <dsp:nvSpPr>
        <dsp:cNvPr id="0" name=""/>
        <dsp:cNvSpPr/>
      </dsp:nvSpPr>
      <dsp:spPr>
        <a:xfrm>
          <a:off x="4879883" y="2275066"/>
          <a:ext cx="2216858" cy="1330115"/>
        </a:xfrm>
        <a:prstGeom prst="rect">
          <a:avLst/>
        </a:prstGeom>
        <a:solidFill>
          <a:schemeClr val="bg2">
            <a:lumMod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a:t>Time-out</a:t>
          </a:r>
          <a:endParaRPr lang="en-US" sz="2200" kern="1200"/>
        </a:p>
      </dsp:txBody>
      <dsp:txXfrm>
        <a:off x="4879883" y="2275066"/>
        <a:ext cx="2216858" cy="1330115"/>
      </dsp:txXfrm>
    </dsp:sp>
    <dsp:sp modelId="{C59A6DD0-9795-4940-AC31-545163D95E04}">
      <dsp:nvSpPr>
        <dsp:cNvPr id="0" name=""/>
        <dsp:cNvSpPr/>
      </dsp:nvSpPr>
      <dsp:spPr>
        <a:xfrm>
          <a:off x="7318428" y="2275066"/>
          <a:ext cx="2216858" cy="1330115"/>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dirty="0"/>
            <a:t>Able to engage in a preferred activity</a:t>
          </a:r>
          <a:endParaRPr lang="en-US" sz="2200" kern="1200" dirty="0"/>
        </a:p>
      </dsp:txBody>
      <dsp:txXfrm>
        <a:off x="7318428" y="2275066"/>
        <a:ext cx="2216858" cy="133011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84A57-DF9F-934A-A764-407E736DDFD9}">
      <dsp:nvSpPr>
        <dsp:cNvPr id="0" name=""/>
        <dsp:cNvSpPr/>
      </dsp:nvSpPr>
      <dsp:spPr>
        <a:xfrm>
          <a:off x="4086" y="18927"/>
          <a:ext cx="2457339" cy="604800"/>
        </a:xfrm>
        <a:prstGeom prst="rect">
          <a:avLst/>
        </a:prstGeom>
        <a:solidFill>
          <a:schemeClr val="accent1">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Attention</a:t>
          </a:r>
        </a:p>
      </dsp:txBody>
      <dsp:txXfrm>
        <a:off x="4086" y="18927"/>
        <a:ext cx="2457339" cy="604800"/>
      </dsp:txXfrm>
    </dsp:sp>
    <dsp:sp modelId="{399544F7-2C3A-A34F-9B58-B969AF8DA11B}">
      <dsp:nvSpPr>
        <dsp:cNvPr id="0" name=""/>
        <dsp:cNvSpPr/>
      </dsp:nvSpPr>
      <dsp:spPr>
        <a:xfrm>
          <a:off x="4086" y="623727"/>
          <a:ext cx="2457339" cy="3631635"/>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Eye contact prior to behavior</a:t>
          </a:r>
        </a:p>
        <a:p>
          <a:pPr marL="228600" lvl="1" indent="-228600" algn="l" defTabSz="933450">
            <a:lnSpc>
              <a:spcPct val="90000"/>
            </a:lnSpc>
            <a:spcBef>
              <a:spcPct val="0"/>
            </a:spcBef>
            <a:spcAft>
              <a:spcPct val="15000"/>
            </a:spcAft>
            <a:buChar char="•"/>
          </a:pPr>
          <a:r>
            <a:rPr lang="en-US" sz="2100" kern="1200" dirty="0"/>
            <a:t>Does not care if reprimanded</a:t>
          </a:r>
        </a:p>
        <a:p>
          <a:pPr marL="228600" lvl="1" indent="-228600" algn="l" defTabSz="933450">
            <a:lnSpc>
              <a:spcPct val="90000"/>
            </a:lnSpc>
            <a:spcBef>
              <a:spcPct val="0"/>
            </a:spcBef>
            <a:spcAft>
              <a:spcPct val="15000"/>
            </a:spcAft>
            <a:buChar char="•"/>
          </a:pPr>
          <a:r>
            <a:rPr lang="en-US" sz="2100" kern="1200" dirty="0"/>
            <a:t>Engages in power struggle</a:t>
          </a:r>
        </a:p>
        <a:p>
          <a:pPr marL="228600" lvl="1" indent="-228600" algn="l" defTabSz="933450">
            <a:lnSpc>
              <a:spcPct val="90000"/>
            </a:lnSpc>
            <a:spcBef>
              <a:spcPct val="0"/>
            </a:spcBef>
            <a:spcAft>
              <a:spcPct val="15000"/>
            </a:spcAft>
            <a:buChar char="•"/>
          </a:pPr>
          <a:endParaRPr lang="en-US" sz="2100" kern="1200" dirty="0"/>
        </a:p>
      </dsp:txBody>
      <dsp:txXfrm>
        <a:off x="4086" y="623727"/>
        <a:ext cx="2457339" cy="3631635"/>
      </dsp:txXfrm>
    </dsp:sp>
    <dsp:sp modelId="{6D806BA5-735D-4246-9A6C-09AAC4775429}">
      <dsp:nvSpPr>
        <dsp:cNvPr id="0" name=""/>
        <dsp:cNvSpPr/>
      </dsp:nvSpPr>
      <dsp:spPr>
        <a:xfrm>
          <a:off x="2805453" y="18927"/>
          <a:ext cx="2457339" cy="604800"/>
        </a:xfrm>
        <a:prstGeom prst="rect">
          <a:avLst/>
        </a:prstGeom>
        <a:solidFill>
          <a:schemeClr val="accent1">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Escape or Avoid</a:t>
          </a:r>
        </a:p>
      </dsp:txBody>
      <dsp:txXfrm>
        <a:off x="2805453" y="18927"/>
        <a:ext cx="2457339" cy="604800"/>
      </dsp:txXfrm>
    </dsp:sp>
    <dsp:sp modelId="{2ED8FAC6-5CA7-FD43-89A4-D411966BB83A}">
      <dsp:nvSpPr>
        <dsp:cNvPr id="0" name=""/>
        <dsp:cNvSpPr/>
      </dsp:nvSpPr>
      <dsp:spPr>
        <a:xfrm>
          <a:off x="2805453" y="623727"/>
          <a:ext cx="2457339" cy="3631635"/>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Behavior is preceded by a demand or request for work</a:t>
          </a:r>
        </a:p>
        <a:p>
          <a:pPr marL="228600" lvl="1" indent="-228600" algn="l" defTabSz="933450">
            <a:lnSpc>
              <a:spcPct val="90000"/>
            </a:lnSpc>
            <a:spcBef>
              <a:spcPct val="0"/>
            </a:spcBef>
            <a:spcAft>
              <a:spcPct val="15000"/>
            </a:spcAft>
            <a:buChar char="•"/>
          </a:pPr>
          <a:r>
            <a:rPr lang="en-US" sz="2100" kern="1200" dirty="0"/>
            <a:t>Behavior ceases when demand is removed</a:t>
          </a:r>
        </a:p>
        <a:p>
          <a:pPr marL="228600" lvl="1" indent="-228600" algn="l" defTabSz="933450">
            <a:lnSpc>
              <a:spcPct val="90000"/>
            </a:lnSpc>
            <a:spcBef>
              <a:spcPct val="0"/>
            </a:spcBef>
            <a:spcAft>
              <a:spcPct val="15000"/>
            </a:spcAft>
            <a:buChar char="•"/>
          </a:pPr>
          <a:r>
            <a:rPr lang="en-US" sz="2100" kern="1200" dirty="0"/>
            <a:t>Transition to a different activity is difficult</a:t>
          </a:r>
        </a:p>
      </dsp:txBody>
      <dsp:txXfrm>
        <a:off x="2805453" y="623727"/>
        <a:ext cx="2457339" cy="3631635"/>
      </dsp:txXfrm>
    </dsp:sp>
    <dsp:sp modelId="{689CA4BB-55B9-214C-B94E-74C80736EFD3}">
      <dsp:nvSpPr>
        <dsp:cNvPr id="0" name=""/>
        <dsp:cNvSpPr/>
      </dsp:nvSpPr>
      <dsp:spPr>
        <a:xfrm>
          <a:off x="5606819" y="18927"/>
          <a:ext cx="2457339" cy="604800"/>
        </a:xfrm>
        <a:prstGeom prst="rect">
          <a:avLst/>
        </a:prstGeom>
        <a:solidFill>
          <a:schemeClr val="accent1">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Tangible Reward</a:t>
          </a:r>
        </a:p>
      </dsp:txBody>
      <dsp:txXfrm>
        <a:off x="5606819" y="18927"/>
        <a:ext cx="2457339" cy="604800"/>
      </dsp:txXfrm>
    </dsp:sp>
    <dsp:sp modelId="{6BF22B54-55EF-DD4E-A986-71455C3BAAC9}">
      <dsp:nvSpPr>
        <dsp:cNvPr id="0" name=""/>
        <dsp:cNvSpPr/>
      </dsp:nvSpPr>
      <dsp:spPr>
        <a:xfrm>
          <a:off x="5606819" y="623727"/>
          <a:ext cx="2457339" cy="3631635"/>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When student gets item they want the behavior stops</a:t>
          </a:r>
        </a:p>
        <a:p>
          <a:pPr marL="228600" lvl="1" indent="-228600" algn="l" defTabSz="933450">
            <a:lnSpc>
              <a:spcPct val="90000"/>
            </a:lnSpc>
            <a:spcBef>
              <a:spcPct val="0"/>
            </a:spcBef>
            <a:spcAft>
              <a:spcPct val="15000"/>
            </a:spcAft>
            <a:buChar char="•"/>
          </a:pPr>
          <a:r>
            <a:rPr lang="en-US" sz="2100" kern="1200" dirty="0"/>
            <a:t>Behavior occurs when there is lack of access to item</a:t>
          </a:r>
        </a:p>
        <a:p>
          <a:pPr marL="228600" lvl="1" indent="-228600" algn="l" defTabSz="933450">
            <a:lnSpc>
              <a:spcPct val="90000"/>
            </a:lnSpc>
            <a:spcBef>
              <a:spcPct val="0"/>
            </a:spcBef>
            <a:spcAft>
              <a:spcPct val="15000"/>
            </a:spcAft>
            <a:buChar char="•"/>
          </a:pPr>
          <a:r>
            <a:rPr lang="en-US" sz="2100" kern="1200" dirty="0"/>
            <a:t>Reward is given to calm student down</a:t>
          </a:r>
        </a:p>
      </dsp:txBody>
      <dsp:txXfrm>
        <a:off x="5606819" y="623727"/>
        <a:ext cx="2457339" cy="3631635"/>
      </dsp:txXfrm>
    </dsp:sp>
    <dsp:sp modelId="{A362302E-0B67-3644-A5A5-0E4D8B9857E0}">
      <dsp:nvSpPr>
        <dsp:cNvPr id="0" name=""/>
        <dsp:cNvSpPr/>
      </dsp:nvSpPr>
      <dsp:spPr>
        <a:xfrm>
          <a:off x="8408186" y="18927"/>
          <a:ext cx="2457339" cy="604800"/>
        </a:xfrm>
        <a:prstGeom prst="rect">
          <a:avLst/>
        </a:prstGeom>
        <a:solidFill>
          <a:schemeClr val="accent1">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Sensory</a:t>
          </a:r>
        </a:p>
      </dsp:txBody>
      <dsp:txXfrm>
        <a:off x="8408186" y="18927"/>
        <a:ext cx="2457339" cy="604800"/>
      </dsp:txXfrm>
    </dsp:sp>
    <dsp:sp modelId="{01E0A990-0046-6140-B0C4-957CFD55B795}">
      <dsp:nvSpPr>
        <dsp:cNvPr id="0" name=""/>
        <dsp:cNvSpPr/>
      </dsp:nvSpPr>
      <dsp:spPr>
        <a:xfrm>
          <a:off x="8408186" y="623727"/>
          <a:ext cx="2457339" cy="3631635"/>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Physical discomfort precedes behavior</a:t>
          </a:r>
        </a:p>
        <a:p>
          <a:pPr marL="228600" lvl="1" indent="-228600" algn="l" defTabSz="933450">
            <a:lnSpc>
              <a:spcPct val="90000"/>
            </a:lnSpc>
            <a:spcBef>
              <a:spcPct val="0"/>
            </a:spcBef>
            <a:spcAft>
              <a:spcPct val="15000"/>
            </a:spcAft>
            <a:buChar char="•"/>
          </a:pPr>
          <a:r>
            <a:rPr lang="en-US" sz="2100" kern="1200" dirty="0"/>
            <a:t>Engages in behavior even when student is alone</a:t>
          </a:r>
        </a:p>
        <a:p>
          <a:pPr marL="228600" lvl="1" indent="-228600" algn="l" defTabSz="933450">
            <a:lnSpc>
              <a:spcPct val="90000"/>
            </a:lnSpc>
            <a:spcBef>
              <a:spcPct val="0"/>
            </a:spcBef>
            <a:spcAft>
              <a:spcPct val="15000"/>
            </a:spcAft>
            <a:buChar char="•"/>
          </a:pPr>
          <a:r>
            <a:rPr lang="en-US" sz="2100" kern="1200" dirty="0"/>
            <a:t>Student lacks awareness of surroundings</a:t>
          </a:r>
        </a:p>
      </dsp:txBody>
      <dsp:txXfrm>
        <a:off x="8408186" y="623727"/>
        <a:ext cx="2457339" cy="36316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A07A10-6623-FB44-B0FE-41C277CF05BF}">
      <dsp:nvSpPr>
        <dsp:cNvPr id="0" name=""/>
        <dsp:cNvSpPr/>
      </dsp:nvSpPr>
      <dsp:spPr>
        <a:xfrm>
          <a:off x="0" y="3615351"/>
          <a:ext cx="10869248" cy="593128"/>
        </a:xfrm>
        <a:prstGeom prst="rec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Is the student motivated to use the replacement behavior</a:t>
          </a:r>
        </a:p>
      </dsp:txBody>
      <dsp:txXfrm>
        <a:off x="0" y="3615351"/>
        <a:ext cx="10869248" cy="593128"/>
      </dsp:txXfrm>
    </dsp:sp>
    <dsp:sp modelId="{8FEC8128-FB46-DA4F-9F73-63495EEE5F9A}">
      <dsp:nvSpPr>
        <dsp:cNvPr id="0" name=""/>
        <dsp:cNvSpPr/>
      </dsp:nvSpPr>
      <dsp:spPr>
        <a:xfrm rot="10800000">
          <a:off x="0" y="2712016"/>
          <a:ext cx="10869248" cy="912231"/>
        </a:xfrm>
        <a:prstGeom prst="upArrowCallou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Does the student have the requisite skill to use the replacement behavior?</a:t>
          </a:r>
        </a:p>
      </dsp:txBody>
      <dsp:txXfrm rot="10800000">
        <a:off x="0" y="2712016"/>
        <a:ext cx="10869248" cy="592740"/>
      </dsp:txXfrm>
    </dsp:sp>
    <dsp:sp modelId="{4F64F372-4407-5C40-9260-148CB906E26D}">
      <dsp:nvSpPr>
        <dsp:cNvPr id="0" name=""/>
        <dsp:cNvSpPr/>
      </dsp:nvSpPr>
      <dsp:spPr>
        <a:xfrm rot="10800000">
          <a:off x="0" y="1808682"/>
          <a:ext cx="10869248" cy="912231"/>
        </a:xfrm>
        <a:prstGeom prst="upArrowCallou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What is the response effort needed?</a:t>
          </a:r>
        </a:p>
      </dsp:txBody>
      <dsp:txXfrm rot="10800000">
        <a:off x="0" y="1808682"/>
        <a:ext cx="10869248" cy="592740"/>
      </dsp:txXfrm>
    </dsp:sp>
    <dsp:sp modelId="{F2460274-C7A8-F644-9D8A-D5FA7ABEA871}">
      <dsp:nvSpPr>
        <dsp:cNvPr id="0" name=""/>
        <dsp:cNvSpPr/>
      </dsp:nvSpPr>
      <dsp:spPr>
        <a:xfrm rot="10800000">
          <a:off x="0" y="905347"/>
          <a:ext cx="10869248" cy="912231"/>
        </a:xfrm>
        <a:prstGeom prst="upArrowCallou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What will serve as a functional replacement?</a:t>
          </a:r>
        </a:p>
      </dsp:txBody>
      <dsp:txXfrm rot="10800000">
        <a:off x="0" y="905347"/>
        <a:ext cx="10869248" cy="592740"/>
      </dsp:txXfrm>
    </dsp:sp>
    <dsp:sp modelId="{9A1AC080-B68B-FF4D-8272-32EFA2DA4660}">
      <dsp:nvSpPr>
        <dsp:cNvPr id="0" name=""/>
        <dsp:cNvSpPr/>
      </dsp:nvSpPr>
      <dsp:spPr>
        <a:xfrm rot="10800000">
          <a:off x="0" y="2012"/>
          <a:ext cx="10869248" cy="912231"/>
        </a:xfrm>
        <a:prstGeom prst="upArrowCallou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What is the function of the behavior?</a:t>
          </a:r>
        </a:p>
      </dsp:txBody>
      <dsp:txXfrm rot="10800000">
        <a:off x="0" y="2012"/>
        <a:ext cx="10869248" cy="59274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9A2EA1-FB6E-B043-A4E9-B8E11835E5AC}">
      <dsp:nvSpPr>
        <dsp:cNvPr id="0" name=""/>
        <dsp:cNvSpPr/>
      </dsp:nvSpPr>
      <dsp:spPr>
        <a:xfrm>
          <a:off x="2620" y="0"/>
          <a:ext cx="2571448" cy="36004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Escape</a:t>
          </a:r>
        </a:p>
      </dsp:txBody>
      <dsp:txXfrm>
        <a:off x="2620" y="0"/>
        <a:ext cx="2571448" cy="1080135"/>
      </dsp:txXfrm>
    </dsp:sp>
    <dsp:sp modelId="{E2372446-3CDE-CE46-9929-9B91FC50C7D6}">
      <dsp:nvSpPr>
        <dsp:cNvPr id="0" name=""/>
        <dsp:cNvSpPr/>
      </dsp:nvSpPr>
      <dsp:spPr>
        <a:xfrm>
          <a:off x="259765" y="1081189"/>
          <a:ext cx="2057158" cy="1085584"/>
        </a:xfrm>
        <a:prstGeom prst="roundRect">
          <a:avLst>
            <a:gd name="adj" fmla="val 10000"/>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Modify task difficulty</a:t>
          </a:r>
        </a:p>
      </dsp:txBody>
      <dsp:txXfrm>
        <a:off x="291561" y="1112985"/>
        <a:ext cx="1993566" cy="1021992"/>
      </dsp:txXfrm>
    </dsp:sp>
    <dsp:sp modelId="{9267FC99-591A-7341-83B1-DE2E5F08E5C5}">
      <dsp:nvSpPr>
        <dsp:cNvPr id="0" name=""/>
        <dsp:cNvSpPr/>
      </dsp:nvSpPr>
      <dsp:spPr>
        <a:xfrm>
          <a:off x="259765" y="2333787"/>
          <a:ext cx="2057158" cy="1085584"/>
        </a:xfrm>
        <a:prstGeom prst="roundRect">
          <a:avLst>
            <a:gd name="adj" fmla="val 10000"/>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Provide breaks</a:t>
          </a:r>
        </a:p>
      </dsp:txBody>
      <dsp:txXfrm>
        <a:off x="291561" y="2365583"/>
        <a:ext cx="1993566" cy="1021992"/>
      </dsp:txXfrm>
    </dsp:sp>
    <dsp:sp modelId="{580DF9A1-B590-1A47-B5C5-53E138985EE0}">
      <dsp:nvSpPr>
        <dsp:cNvPr id="0" name=""/>
        <dsp:cNvSpPr/>
      </dsp:nvSpPr>
      <dsp:spPr>
        <a:xfrm>
          <a:off x="2766927" y="0"/>
          <a:ext cx="2571448" cy="36004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Attention</a:t>
          </a:r>
        </a:p>
      </dsp:txBody>
      <dsp:txXfrm>
        <a:off x="2766927" y="0"/>
        <a:ext cx="2571448" cy="1080135"/>
      </dsp:txXfrm>
    </dsp:sp>
    <dsp:sp modelId="{1334DA5C-031A-6F4C-8DCB-9B894C75BCB8}">
      <dsp:nvSpPr>
        <dsp:cNvPr id="0" name=""/>
        <dsp:cNvSpPr/>
      </dsp:nvSpPr>
      <dsp:spPr>
        <a:xfrm>
          <a:off x="3024072" y="1081189"/>
          <a:ext cx="2057158" cy="1085584"/>
        </a:xfrm>
        <a:prstGeom prst="roundRect">
          <a:avLst>
            <a:gd name="adj" fmla="val 10000"/>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Planned ignoring</a:t>
          </a:r>
        </a:p>
      </dsp:txBody>
      <dsp:txXfrm>
        <a:off x="3055868" y="1112985"/>
        <a:ext cx="1993566" cy="1021992"/>
      </dsp:txXfrm>
    </dsp:sp>
    <dsp:sp modelId="{84F447AE-D40C-8246-B9A4-7BE6127329EA}">
      <dsp:nvSpPr>
        <dsp:cNvPr id="0" name=""/>
        <dsp:cNvSpPr/>
      </dsp:nvSpPr>
      <dsp:spPr>
        <a:xfrm>
          <a:off x="3024072" y="2333787"/>
          <a:ext cx="2057158" cy="1085584"/>
        </a:xfrm>
        <a:prstGeom prst="roundRect">
          <a:avLst>
            <a:gd name="adj" fmla="val 10000"/>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Provide attention proactively</a:t>
          </a:r>
        </a:p>
      </dsp:txBody>
      <dsp:txXfrm>
        <a:off x="3055868" y="2365583"/>
        <a:ext cx="1993566" cy="1021992"/>
      </dsp:txXfrm>
    </dsp:sp>
    <dsp:sp modelId="{1EEC1CC2-5667-284E-922C-DCA9A8D34A3A}">
      <dsp:nvSpPr>
        <dsp:cNvPr id="0" name=""/>
        <dsp:cNvSpPr/>
      </dsp:nvSpPr>
      <dsp:spPr>
        <a:xfrm>
          <a:off x="5531235" y="0"/>
          <a:ext cx="2571448" cy="36004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Tangible</a:t>
          </a:r>
        </a:p>
      </dsp:txBody>
      <dsp:txXfrm>
        <a:off x="5531235" y="0"/>
        <a:ext cx="2571448" cy="1080135"/>
      </dsp:txXfrm>
    </dsp:sp>
    <dsp:sp modelId="{E8525B39-E310-1D4D-BB3F-75831C273FBD}">
      <dsp:nvSpPr>
        <dsp:cNvPr id="0" name=""/>
        <dsp:cNvSpPr/>
      </dsp:nvSpPr>
      <dsp:spPr>
        <a:xfrm>
          <a:off x="5788380" y="1081189"/>
          <a:ext cx="2057158" cy="1085584"/>
        </a:xfrm>
        <a:prstGeom prst="roundRect">
          <a:avLst>
            <a:gd name="adj" fmla="val 10000"/>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Teach how to ask for things</a:t>
          </a:r>
        </a:p>
      </dsp:txBody>
      <dsp:txXfrm>
        <a:off x="5820176" y="1112985"/>
        <a:ext cx="1993566" cy="1021992"/>
      </dsp:txXfrm>
    </dsp:sp>
    <dsp:sp modelId="{BC69D031-B784-1C44-B0F7-35203DAAAF00}">
      <dsp:nvSpPr>
        <dsp:cNvPr id="0" name=""/>
        <dsp:cNvSpPr/>
      </dsp:nvSpPr>
      <dsp:spPr>
        <a:xfrm>
          <a:off x="5788380" y="2333787"/>
          <a:ext cx="2057158" cy="1085584"/>
        </a:xfrm>
        <a:prstGeom prst="roundRect">
          <a:avLst>
            <a:gd name="adj" fmla="val 10000"/>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Visual aids</a:t>
          </a:r>
        </a:p>
      </dsp:txBody>
      <dsp:txXfrm>
        <a:off x="5820176" y="2365583"/>
        <a:ext cx="1993566" cy="1021992"/>
      </dsp:txXfrm>
    </dsp:sp>
    <dsp:sp modelId="{AB0B0E45-5950-9C4D-9E93-9E1ABC4BE190}">
      <dsp:nvSpPr>
        <dsp:cNvPr id="0" name=""/>
        <dsp:cNvSpPr/>
      </dsp:nvSpPr>
      <dsp:spPr>
        <a:xfrm>
          <a:off x="8295542" y="0"/>
          <a:ext cx="2571448" cy="36004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Sensor</a:t>
          </a:r>
        </a:p>
      </dsp:txBody>
      <dsp:txXfrm>
        <a:off x="8295542" y="0"/>
        <a:ext cx="2571448" cy="1080135"/>
      </dsp:txXfrm>
    </dsp:sp>
    <dsp:sp modelId="{80747100-1A21-0F48-8436-2AF376749236}">
      <dsp:nvSpPr>
        <dsp:cNvPr id="0" name=""/>
        <dsp:cNvSpPr/>
      </dsp:nvSpPr>
      <dsp:spPr>
        <a:xfrm>
          <a:off x="8552687" y="1081189"/>
          <a:ext cx="2057158" cy="1085584"/>
        </a:xfrm>
        <a:prstGeom prst="roundRect">
          <a:avLst>
            <a:gd name="adj" fmla="val 1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Modify environment to manage stimuli</a:t>
          </a:r>
        </a:p>
      </dsp:txBody>
      <dsp:txXfrm>
        <a:off x="8584483" y="1112985"/>
        <a:ext cx="1993566" cy="1021992"/>
      </dsp:txXfrm>
    </dsp:sp>
    <dsp:sp modelId="{9DA90C4D-719A-9A4E-911C-A16EB918F912}">
      <dsp:nvSpPr>
        <dsp:cNvPr id="0" name=""/>
        <dsp:cNvSpPr/>
      </dsp:nvSpPr>
      <dsp:spPr>
        <a:xfrm>
          <a:off x="8552687" y="2333787"/>
          <a:ext cx="2057158" cy="1085584"/>
        </a:xfrm>
        <a:prstGeom prst="roundRect">
          <a:avLst>
            <a:gd name="adj" fmla="val 1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Build in regulation</a:t>
          </a:r>
        </a:p>
        <a:p>
          <a:pPr marL="0" lvl="0" indent="0" algn="ctr" defTabSz="889000">
            <a:lnSpc>
              <a:spcPct val="90000"/>
            </a:lnSpc>
            <a:spcBef>
              <a:spcPct val="0"/>
            </a:spcBef>
            <a:spcAft>
              <a:spcPct val="35000"/>
            </a:spcAft>
            <a:buNone/>
          </a:pPr>
          <a:endParaRPr lang="en-US" sz="2000" kern="1200" dirty="0"/>
        </a:p>
      </dsp:txBody>
      <dsp:txXfrm>
        <a:off x="8584483" y="2365583"/>
        <a:ext cx="1993566" cy="10219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1378ED-21C3-EE41-B551-60613818A77B}">
      <dsp:nvSpPr>
        <dsp:cNvPr id="0" name=""/>
        <dsp:cNvSpPr/>
      </dsp:nvSpPr>
      <dsp:spPr>
        <a:xfrm>
          <a:off x="1164" y="1198065"/>
          <a:ext cx="2194567" cy="730831"/>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Power and control</a:t>
          </a:r>
        </a:p>
      </dsp:txBody>
      <dsp:txXfrm>
        <a:off x="1164" y="1198065"/>
        <a:ext cx="2194567" cy="730831"/>
      </dsp:txXfrm>
    </dsp:sp>
    <dsp:sp modelId="{0800C91B-4758-144E-B4F0-DD15B304C694}">
      <dsp:nvSpPr>
        <dsp:cNvPr id="0" name=""/>
        <dsp:cNvSpPr/>
      </dsp:nvSpPr>
      <dsp:spPr>
        <a:xfrm>
          <a:off x="0" y="1929893"/>
          <a:ext cx="2173264" cy="276148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en-US" sz="1900" kern="1200" dirty="0"/>
            <a:t>Over teacher</a:t>
          </a:r>
        </a:p>
        <a:p>
          <a:pPr marL="171450" lvl="1" indent="-171450" algn="l" defTabSz="844550">
            <a:lnSpc>
              <a:spcPct val="90000"/>
            </a:lnSpc>
            <a:spcBef>
              <a:spcPct val="0"/>
            </a:spcBef>
            <a:spcAft>
              <a:spcPct val="15000"/>
            </a:spcAft>
            <a:buFont typeface="Arial" panose="020B0604020202020204" pitchFamily="34" charset="0"/>
            <a:buChar char="•"/>
          </a:pPr>
          <a:r>
            <a:rPr lang="en-US" sz="1900" kern="1200" dirty="0"/>
            <a:t>Over task</a:t>
          </a:r>
        </a:p>
        <a:p>
          <a:pPr marL="171450" lvl="1" indent="-171450" algn="l" defTabSz="844550">
            <a:lnSpc>
              <a:spcPct val="90000"/>
            </a:lnSpc>
            <a:spcBef>
              <a:spcPct val="0"/>
            </a:spcBef>
            <a:spcAft>
              <a:spcPct val="15000"/>
            </a:spcAft>
            <a:buFont typeface="Arial" panose="020B0604020202020204" pitchFamily="34" charset="0"/>
            <a:buChar char="•"/>
          </a:pPr>
          <a:r>
            <a:rPr lang="en-US" sz="1900" kern="1200" dirty="0"/>
            <a:t>Over peer</a:t>
          </a:r>
        </a:p>
        <a:p>
          <a:pPr marL="171450" lvl="1" indent="-171450" algn="l" defTabSz="844550">
            <a:lnSpc>
              <a:spcPct val="90000"/>
            </a:lnSpc>
            <a:spcBef>
              <a:spcPct val="0"/>
            </a:spcBef>
            <a:spcAft>
              <a:spcPct val="15000"/>
            </a:spcAft>
            <a:buFont typeface="Arial" panose="020B0604020202020204" pitchFamily="34" charset="0"/>
            <a:buChar char="•"/>
          </a:pPr>
          <a:r>
            <a:rPr lang="en-US" sz="1900" kern="1200" dirty="0"/>
            <a:t>Over self</a:t>
          </a:r>
        </a:p>
      </dsp:txBody>
      <dsp:txXfrm>
        <a:off x="0" y="1929893"/>
        <a:ext cx="2173264" cy="2761488"/>
      </dsp:txXfrm>
    </dsp:sp>
    <dsp:sp modelId="{DC6282C7-E63B-6D48-98BA-B1CA6A507AD8}">
      <dsp:nvSpPr>
        <dsp:cNvPr id="0" name=""/>
        <dsp:cNvSpPr/>
      </dsp:nvSpPr>
      <dsp:spPr>
        <a:xfrm>
          <a:off x="2470079" y="1209391"/>
          <a:ext cx="1959767" cy="687744"/>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Escape or avoidance</a:t>
          </a:r>
        </a:p>
      </dsp:txBody>
      <dsp:txXfrm>
        <a:off x="2470079" y="1209391"/>
        <a:ext cx="1959767" cy="687744"/>
      </dsp:txXfrm>
    </dsp:sp>
    <dsp:sp modelId="{B88E91B2-EA62-1843-BD24-F927E2EAFD0E}">
      <dsp:nvSpPr>
        <dsp:cNvPr id="0" name=""/>
        <dsp:cNvSpPr/>
      </dsp:nvSpPr>
      <dsp:spPr>
        <a:xfrm>
          <a:off x="2470099" y="1897129"/>
          <a:ext cx="1959767" cy="274320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Task</a:t>
          </a:r>
        </a:p>
        <a:p>
          <a:pPr marL="171450" lvl="1" indent="-171450" algn="l" defTabSz="844550">
            <a:lnSpc>
              <a:spcPct val="90000"/>
            </a:lnSpc>
            <a:spcBef>
              <a:spcPct val="0"/>
            </a:spcBef>
            <a:spcAft>
              <a:spcPct val="15000"/>
            </a:spcAft>
            <a:buChar char="•"/>
          </a:pPr>
          <a:r>
            <a:rPr lang="en-US" sz="1900" kern="1200" dirty="0"/>
            <a:t>Relationship</a:t>
          </a:r>
        </a:p>
        <a:p>
          <a:pPr marL="171450" lvl="1" indent="-171450" algn="l" defTabSz="844550">
            <a:lnSpc>
              <a:spcPct val="90000"/>
            </a:lnSpc>
            <a:spcBef>
              <a:spcPct val="0"/>
            </a:spcBef>
            <a:spcAft>
              <a:spcPct val="15000"/>
            </a:spcAft>
            <a:buChar char="•"/>
          </a:pPr>
          <a:r>
            <a:rPr lang="en-US" sz="1900" kern="1200" dirty="0"/>
            <a:t>Location </a:t>
          </a:r>
        </a:p>
      </dsp:txBody>
      <dsp:txXfrm>
        <a:off x="2470099" y="1897129"/>
        <a:ext cx="1959767" cy="2743204"/>
      </dsp:txXfrm>
    </dsp:sp>
    <dsp:sp modelId="{0536A157-F7A2-BC47-9402-81FD9F3B15A2}">
      <dsp:nvSpPr>
        <dsp:cNvPr id="0" name=""/>
        <dsp:cNvSpPr/>
      </dsp:nvSpPr>
      <dsp:spPr>
        <a:xfrm>
          <a:off x="4667155" y="1209391"/>
          <a:ext cx="1959767" cy="687744"/>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Attention</a:t>
          </a:r>
        </a:p>
      </dsp:txBody>
      <dsp:txXfrm>
        <a:off x="4667155" y="1209391"/>
        <a:ext cx="1959767" cy="687744"/>
      </dsp:txXfrm>
    </dsp:sp>
    <dsp:sp modelId="{C2C11E7B-A7CE-0548-8F34-4E3A46454895}">
      <dsp:nvSpPr>
        <dsp:cNvPr id="0" name=""/>
        <dsp:cNvSpPr/>
      </dsp:nvSpPr>
      <dsp:spPr>
        <a:xfrm>
          <a:off x="4679521" y="1897129"/>
          <a:ext cx="1959767" cy="274320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from adult</a:t>
          </a:r>
        </a:p>
        <a:p>
          <a:pPr marL="171450" lvl="1" indent="-171450" algn="l" defTabSz="844550">
            <a:lnSpc>
              <a:spcPct val="90000"/>
            </a:lnSpc>
            <a:spcBef>
              <a:spcPct val="0"/>
            </a:spcBef>
            <a:spcAft>
              <a:spcPct val="15000"/>
            </a:spcAft>
            <a:buChar char="•"/>
          </a:pPr>
          <a:r>
            <a:rPr lang="en-US" sz="1900" kern="1200"/>
            <a:t>from peer</a:t>
          </a:r>
        </a:p>
      </dsp:txBody>
      <dsp:txXfrm>
        <a:off x="4679521" y="1897129"/>
        <a:ext cx="1959767" cy="2743204"/>
      </dsp:txXfrm>
    </dsp:sp>
    <dsp:sp modelId="{3EE4BD38-67E3-6F47-9CF2-A78639874434}">
      <dsp:nvSpPr>
        <dsp:cNvPr id="0" name=""/>
        <dsp:cNvSpPr/>
      </dsp:nvSpPr>
      <dsp:spPr>
        <a:xfrm>
          <a:off x="6938369" y="1213407"/>
          <a:ext cx="1959767" cy="687744"/>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Tangible Reward</a:t>
          </a:r>
        </a:p>
      </dsp:txBody>
      <dsp:txXfrm>
        <a:off x="6938369" y="1213407"/>
        <a:ext cx="1959767" cy="687744"/>
      </dsp:txXfrm>
    </dsp:sp>
    <dsp:sp modelId="{FC71038B-51C8-6148-9F6E-4A0376B10F39}">
      <dsp:nvSpPr>
        <dsp:cNvPr id="0" name=""/>
        <dsp:cNvSpPr/>
      </dsp:nvSpPr>
      <dsp:spPr>
        <a:xfrm>
          <a:off x="6938369" y="1897129"/>
          <a:ext cx="1959767" cy="274320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getting something </a:t>
          </a:r>
        </a:p>
        <a:p>
          <a:pPr marL="171450" lvl="1" indent="-171450" algn="l" defTabSz="844550">
            <a:lnSpc>
              <a:spcPct val="90000"/>
            </a:lnSpc>
            <a:spcBef>
              <a:spcPct val="0"/>
            </a:spcBef>
            <a:spcAft>
              <a:spcPct val="15000"/>
            </a:spcAft>
            <a:buChar char="•"/>
          </a:pPr>
          <a:endParaRPr lang="en-US" sz="1900" kern="1200" dirty="0"/>
        </a:p>
      </dsp:txBody>
      <dsp:txXfrm>
        <a:off x="6938369" y="1897129"/>
        <a:ext cx="1959767" cy="2743204"/>
      </dsp:txXfrm>
    </dsp:sp>
    <dsp:sp modelId="{8E58FB7A-9331-A94C-887F-4A0BE4680A61}">
      <dsp:nvSpPr>
        <dsp:cNvPr id="0" name=""/>
        <dsp:cNvSpPr/>
      </dsp:nvSpPr>
      <dsp:spPr>
        <a:xfrm>
          <a:off x="9172503" y="1213407"/>
          <a:ext cx="1959767" cy="687744"/>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Self-regulation issue</a:t>
          </a:r>
        </a:p>
      </dsp:txBody>
      <dsp:txXfrm>
        <a:off x="9172503" y="1213407"/>
        <a:ext cx="1959767" cy="687744"/>
      </dsp:txXfrm>
    </dsp:sp>
    <dsp:sp modelId="{427F3CF9-9E20-FF4A-8406-0544EBF8C3DB}">
      <dsp:nvSpPr>
        <dsp:cNvPr id="0" name=""/>
        <dsp:cNvSpPr/>
      </dsp:nvSpPr>
      <dsp:spPr>
        <a:xfrm>
          <a:off x="9173668" y="1897129"/>
          <a:ext cx="1959767" cy="274320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662F5E-F6E3-B64C-9C65-CFDBCAC6A1DA}">
      <dsp:nvSpPr>
        <dsp:cNvPr id="0" name=""/>
        <dsp:cNvSpPr/>
      </dsp:nvSpPr>
      <dsp:spPr>
        <a:xfrm>
          <a:off x="3619553" y="807479"/>
          <a:ext cx="621213" cy="91440"/>
        </a:xfrm>
        <a:custGeom>
          <a:avLst/>
          <a:gdLst/>
          <a:ahLst/>
          <a:cxnLst/>
          <a:rect l="0" t="0" r="0" b="0"/>
          <a:pathLst>
            <a:path>
              <a:moveTo>
                <a:pt x="0" y="45720"/>
              </a:moveTo>
              <a:lnTo>
                <a:pt x="621213"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3864" y="849936"/>
        <a:ext cx="32590" cy="6524"/>
      </dsp:txXfrm>
    </dsp:sp>
    <dsp:sp modelId="{36D1EF81-3E7E-2941-9D0A-4BD44F7BF3E1}">
      <dsp:nvSpPr>
        <dsp:cNvPr id="0" name=""/>
        <dsp:cNvSpPr/>
      </dsp:nvSpPr>
      <dsp:spPr>
        <a:xfrm>
          <a:off x="787382" y="3008"/>
          <a:ext cx="2833970" cy="1700382"/>
        </a:xfrm>
        <a:prstGeom prst="rect">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67" tIns="145765" rIns="138867" bIns="145765" numCol="1" spcCol="1270" anchor="ctr" anchorCtr="0">
          <a:noAutofit/>
        </a:bodyPr>
        <a:lstStyle/>
        <a:p>
          <a:pPr marL="0" lvl="0" indent="0" algn="ctr" defTabSz="977900">
            <a:lnSpc>
              <a:spcPct val="90000"/>
            </a:lnSpc>
            <a:spcBef>
              <a:spcPct val="0"/>
            </a:spcBef>
            <a:spcAft>
              <a:spcPct val="35000"/>
            </a:spcAft>
            <a:buNone/>
          </a:pPr>
          <a:r>
            <a:rPr lang="en-US" sz="2200" kern="1200" dirty="0"/>
            <a:t>Choose a target behavior to change</a:t>
          </a:r>
        </a:p>
      </dsp:txBody>
      <dsp:txXfrm>
        <a:off x="787382" y="3008"/>
        <a:ext cx="2833970" cy="1700382"/>
      </dsp:txXfrm>
    </dsp:sp>
    <dsp:sp modelId="{3F6B319A-5372-584C-A62F-BF5810F24889}">
      <dsp:nvSpPr>
        <dsp:cNvPr id="0" name=""/>
        <dsp:cNvSpPr/>
      </dsp:nvSpPr>
      <dsp:spPr>
        <a:xfrm>
          <a:off x="7105337" y="807479"/>
          <a:ext cx="621213" cy="91440"/>
        </a:xfrm>
        <a:custGeom>
          <a:avLst/>
          <a:gdLst/>
          <a:ahLst/>
          <a:cxnLst/>
          <a:rect l="0" t="0" r="0" b="0"/>
          <a:pathLst>
            <a:path>
              <a:moveTo>
                <a:pt x="0" y="45720"/>
              </a:moveTo>
              <a:lnTo>
                <a:pt x="621213"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99648" y="849936"/>
        <a:ext cx="32590" cy="6524"/>
      </dsp:txXfrm>
    </dsp:sp>
    <dsp:sp modelId="{12C5E3C5-4B50-B24B-AFB8-FFE110D4CB6E}">
      <dsp:nvSpPr>
        <dsp:cNvPr id="0" name=""/>
        <dsp:cNvSpPr/>
      </dsp:nvSpPr>
      <dsp:spPr>
        <a:xfrm>
          <a:off x="4273166" y="3008"/>
          <a:ext cx="2833970" cy="1700382"/>
        </a:xfrm>
        <a:prstGeom prst="rect">
          <a:avLst/>
        </a:prstGeom>
        <a:solidFill>
          <a:schemeClr val="accent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67" tIns="145765" rIns="138867" bIns="145765" numCol="1" spcCol="1270" anchor="t" anchorCtr="0">
          <a:noAutofit/>
        </a:bodyPr>
        <a:lstStyle/>
        <a:p>
          <a:pPr marL="0" lvl="0" indent="0" algn="l" defTabSz="1066800">
            <a:lnSpc>
              <a:spcPct val="90000"/>
            </a:lnSpc>
            <a:spcBef>
              <a:spcPct val="0"/>
            </a:spcBef>
            <a:spcAft>
              <a:spcPct val="35000"/>
            </a:spcAft>
            <a:buNone/>
          </a:pPr>
          <a:r>
            <a:rPr lang="en-US" sz="2400" kern="1200"/>
            <a:t>Get baseline data</a:t>
          </a:r>
          <a:endParaRPr lang="en-US" sz="2400" kern="1200" dirty="0"/>
        </a:p>
        <a:p>
          <a:pPr marL="171450" lvl="1" indent="-171450" algn="l" defTabSz="711200">
            <a:lnSpc>
              <a:spcPct val="90000"/>
            </a:lnSpc>
            <a:spcBef>
              <a:spcPct val="0"/>
            </a:spcBef>
            <a:spcAft>
              <a:spcPct val="15000"/>
            </a:spcAft>
            <a:buChar char="•"/>
          </a:pPr>
          <a:r>
            <a:rPr lang="en-US" sz="1600" kern="1200" dirty="0"/>
            <a:t>Direct observation of student and routines</a:t>
          </a:r>
        </a:p>
        <a:p>
          <a:pPr marL="171450" lvl="1" indent="-171450" algn="l" defTabSz="711200">
            <a:lnSpc>
              <a:spcPct val="90000"/>
            </a:lnSpc>
            <a:spcBef>
              <a:spcPct val="0"/>
            </a:spcBef>
            <a:spcAft>
              <a:spcPct val="15000"/>
            </a:spcAft>
            <a:buChar char="•"/>
          </a:pPr>
          <a:r>
            <a:rPr lang="en-US" sz="1600" kern="1200"/>
            <a:t>Interviews </a:t>
          </a:r>
        </a:p>
        <a:p>
          <a:pPr marL="171450" lvl="1" indent="-171450" algn="l" defTabSz="711200">
            <a:lnSpc>
              <a:spcPct val="90000"/>
            </a:lnSpc>
            <a:spcBef>
              <a:spcPct val="0"/>
            </a:spcBef>
            <a:spcAft>
              <a:spcPct val="15000"/>
            </a:spcAft>
            <a:buChar char="•"/>
          </a:pPr>
          <a:r>
            <a:rPr lang="en-US" sz="1600" kern="1200"/>
            <a:t>Records </a:t>
          </a:r>
        </a:p>
      </dsp:txBody>
      <dsp:txXfrm>
        <a:off x="4273166" y="3008"/>
        <a:ext cx="2833970" cy="1700382"/>
      </dsp:txXfrm>
    </dsp:sp>
    <dsp:sp modelId="{2ACED67E-24F7-3D4B-8ACD-B7F9EE19C908}">
      <dsp:nvSpPr>
        <dsp:cNvPr id="0" name=""/>
        <dsp:cNvSpPr/>
      </dsp:nvSpPr>
      <dsp:spPr>
        <a:xfrm>
          <a:off x="2204368" y="1701590"/>
          <a:ext cx="6971567" cy="621213"/>
        </a:xfrm>
        <a:custGeom>
          <a:avLst/>
          <a:gdLst/>
          <a:ahLst/>
          <a:cxnLst/>
          <a:rect l="0" t="0" r="0" b="0"/>
          <a:pathLst>
            <a:path>
              <a:moveTo>
                <a:pt x="6971567" y="0"/>
              </a:moveTo>
              <a:lnTo>
                <a:pt x="6971567" y="327706"/>
              </a:lnTo>
              <a:lnTo>
                <a:pt x="0" y="327706"/>
              </a:lnTo>
              <a:lnTo>
                <a:pt x="0" y="621213"/>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15102" y="2008934"/>
        <a:ext cx="350098" cy="6524"/>
      </dsp:txXfrm>
    </dsp:sp>
    <dsp:sp modelId="{BDC83674-A38B-A844-9235-E6397BB9555C}">
      <dsp:nvSpPr>
        <dsp:cNvPr id="0" name=""/>
        <dsp:cNvSpPr/>
      </dsp:nvSpPr>
      <dsp:spPr>
        <a:xfrm>
          <a:off x="7758950" y="3008"/>
          <a:ext cx="2833970" cy="1700382"/>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67" tIns="145765" rIns="138867" bIns="145765" numCol="1" spcCol="1270" anchor="ctr" anchorCtr="0">
          <a:noAutofit/>
        </a:bodyPr>
        <a:lstStyle/>
        <a:p>
          <a:pPr marL="0" lvl="0" indent="0" algn="ctr" defTabSz="1066800">
            <a:lnSpc>
              <a:spcPct val="90000"/>
            </a:lnSpc>
            <a:spcBef>
              <a:spcPct val="0"/>
            </a:spcBef>
            <a:spcAft>
              <a:spcPct val="35000"/>
            </a:spcAft>
            <a:buNone/>
          </a:pPr>
          <a:r>
            <a:rPr lang="en-US" sz="2400" kern="1200"/>
            <a:t>Analyze and summarize data</a:t>
          </a:r>
          <a:endParaRPr lang="en-US" sz="2400" kern="1200" dirty="0"/>
        </a:p>
      </dsp:txBody>
      <dsp:txXfrm>
        <a:off x="7758950" y="3008"/>
        <a:ext cx="2833970" cy="1700382"/>
      </dsp:txXfrm>
    </dsp:sp>
    <dsp:sp modelId="{564F66E7-5E12-314C-95F5-F1E748D713AF}">
      <dsp:nvSpPr>
        <dsp:cNvPr id="0" name=""/>
        <dsp:cNvSpPr/>
      </dsp:nvSpPr>
      <dsp:spPr>
        <a:xfrm>
          <a:off x="3619553" y="3159674"/>
          <a:ext cx="621213" cy="91440"/>
        </a:xfrm>
        <a:custGeom>
          <a:avLst/>
          <a:gdLst/>
          <a:ahLst/>
          <a:cxnLst/>
          <a:rect l="0" t="0" r="0" b="0"/>
          <a:pathLst>
            <a:path>
              <a:moveTo>
                <a:pt x="0" y="45720"/>
              </a:moveTo>
              <a:lnTo>
                <a:pt x="621213"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3864" y="3202132"/>
        <a:ext cx="32590" cy="6524"/>
      </dsp:txXfrm>
    </dsp:sp>
    <dsp:sp modelId="{11AD8E75-8C6D-3449-9F29-8B0680EDBA0B}">
      <dsp:nvSpPr>
        <dsp:cNvPr id="0" name=""/>
        <dsp:cNvSpPr/>
      </dsp:nvSpPr>
      <dsp:spPr>
        <a:xfrm>
          <a:off x="787382" y="2355203"/>
          <a:ext cx="2833970" cy="1700382"/>
        </a:xfrm>
        <a:prstGeom prst="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67" tIns="145765" rIns="138867" bIns="145765" numCol="1" spcCol="1270" anchor="ctr" anchorCtr="0">
          <a:noAutofit/>
        </a:bodyPr>
        <a:lstStyle/>
        <a:p>
          <a:pPr marL="0" lvl="0" indent="0" algn="ctr" defTabSz="977900">
            <a:lnSpc>
              <a:spcPct val="90000"/>
            </a:lnSpc>
            <a:spcBef>
              <a:spcPct val="0"/>
            </a:spcBef>
            <a:spcAft>
              <a:spcPct val="35000"/>
            </a:spcAft>
            <a:buNone/>
          </a:pPr>
          <a:r>
            <a:rPr lang="en-US" sz="2200" kern="1200"/>
            <a:t>Create a hypothesis for the behavior</a:t>
          </a:r>
        </a:p>
      </dsp:txBody>
      <dsp:txXfrm>
        <a:off x="787382" y="2355203"/>
        <a:ext cx="2833970" cy="1700382"/>
      </dsp:txXfrm>
    </dsp:sp>
    <dsp:sp modelId="{36C439C0-DF4A-0A40-BCE7-1DC8EDFCC218}">
      <dsp:nvSpPr>
        <dsp:cNvPr id="0" name=""/>
        <dsp:cNvSpPr/>
      </dsp:nvSpPr>
      <dsp:spPr>
        <a:xfrm>
          <a:off x="7105337" y="3159674"/>
          <a:ext cx="621213" cy="91440"/>
        </a:xfrm>
        <a:custGeom>
          <a:avLst/>
          <a:gdLst/>
          <a:ahLst/>
          <a:cxnLst/>
          <a:rect l="0" t="0" r="0" b="0"/>
          <a:pathLst>
            <a:path>
              <a:moveTo>
                <a:pt x="0" y="45720"/>
              </a:moveTo>
              <a:lnTo>
                <a:pt x="621213"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99648" y="3202132"/>
        <a:ext cx="32590" cy="6524"/>
      </dsp:txXfrm>
    </dsp:sp>
    <dsp:sp modelId="{B29C548C-031E-D541-8BF5-D0FCD392E721}">
      <dsp:nvSpPr>
        <dsp:cNvPr id="0" name=""/>
        <dsp:cNvSpPr/>
      </dsp:nvSpPr>
      <dsp:spPr>
        <a:xfrm>
          <a:off x="4273166" y="2355203"/>
          <a:ext cx="2833970" cy="1700382"/>
        </a:xfrm>
        <a:prstGeom prst="rect">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67" tIns="145765" rIns="138867" bIns="145765" numCol="1" spcCol="1270" anchor="ctr" anchorCtr="0">
          <a:noAutofit/>
        </a:bodyPr>
        <a:lstStyle/>
        <a:p>
          <a:pPr marL="0" lvl="0" indent="0" algn="ctr" defTabSz="977900">
            <a:lnSpc>
              <a:spcPct val="90000"/>
            </a:lnSpc>
            <a:spcBef>
              <a:spcPct val="0"/>
            </a:spcBef>
            <a:spcAft>
              <a:spcPct val="35000"/>
            </a:spcAft>
            <a:buNone/>
          </a:pPr>
          <a:r>
            <a:rPr lang="en-US" sz="2200" kern="1200" dirty="0"/>
            <a:t>Identify incentives and needed skills </a:t>
          </a:r>
        </a:p>
      </dsp:txBody>
      <dsp:txXfrm>
        <a:off x="4273166" y="2355203"/>
        <a:ext cx="2833970" cy="1700382"/>
      </dsp:txXfrm>
    </dsp:sp>
    <dsp:sp modelId="{475DE73A-22C9-D949-966E-765AB7FB7F05}">
      <dsp:nvSpPr>
        <dsp:cNvPr id="0" name=""/>
        <dsp:cNvSpPr/>
      </dsp:nvSpPr>
      <dsp:spPr>
        <a:xfrm>
          <a:off x="7758950" y="2355203"/>
          <a:ext cx="2833970" cy="1700382"/>
        </a:xfrm>
        <a:prstGeom prst="rect">
          <a:avLst/>
        </a:prstGeom>
        <a:solidFill>
          <a:schemeClr val="tx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67" tIns="145765" rIns="138867" bIns="145765" numCol="1" spcCol="1270" anchor="t" anchorCtr="0">
          <a:noAutofit/>
        </a:bodyPr>
        <a:lstStyle/>
        <a:p>
          <a:pPr marL="0" lvl="0" indent="0" algn="l" defTabSz="977900">
            <a:lnSpc>
              <a:spcPct val="90000"/>
            </a:lnSpc>
            <a:spcBef>
              <a:spcPct val="0"/>
            </a:spcBef>
            <a:spcAft>
              <a:spcPct val="35000"/>
            </a:spcAft>
            <a:buNone/>
          </a:pPr>
          <a:r>
            <a:rPr lang="en-US" sz="2200" kern="1200"/>
            <a:t>Write plan</a:t>
          </a:r>
        </a:p>
        <a:p>
          <a:pPr marL="171450" lvl="1" indent="-171450" algn="l" defTabSz="755650">
            <a:lnSpc>
              <a:spcPct val="90000"/>
            </a:lnSpc>
            <a:spcBef>
              <a:spcPct val="0"/>
            </a:spcBef>
            <a:spcAft>
              <a:spcPct val="15000"/>
            </a:spcAft>
            <a:buChar char="•"/>
          </a:pPr>
          <a:r>
            <a:rPr lang="en-US" sz="1700" kern="1200" dirty="0"/>
            <a:t>Conclusions from the data</a:t>
          </a:r>
        </a:p>
        <a:p>
          <a:pPr marL="171450" lvl="1" indent="-171450" algn="l" defTabSz="755650">
            <a:lnSpc>
              <a:spcPct val="90000"/>
            </a:lnSpc>
            <a:spcBef>
              <a:spcPct val="0"/>
            </a:spcBef>
            <a:spcAft>
              <a:spcPct val="15000"/>
            </a:spcAft>
            <a:buChar char="•"/>
          </a:pPr>
          <a:r>
            <a:rPr lang="en-US" sz="1700" kern="1200"/>
            <a:t>Special issues – trauma or inability to regulate</a:t>
          </a:r>
        </a:p>
      </dsp:txBody>
      <dsp:txXfrm>
        <a:off x="7758950" y="2355203"/>
        <a:ext cx="2833970" cy="17003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866D62-9651-DD4F-AC42-3C8BAD4ED81B}">
      <dsp:nvSpPr>
        <dsp:cNvPr id="0" name=""/>
        <dsp:cNvSpPr/>
      </dsp:nvSpPr>
      <dsp:spPr>
        <a:xfrm>
          <a:off x="0" y="91439"/>
          <a:ext cx="10869248" cy="623610"/>
        </a:xfrm>
        <a:prstGeom prst="round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Strengths based</a:t>
          </a:r>
        </a:p>
      </dsp:txBody>
      <dsp:txXfrm>
        <a:off x="30442" y="121881"/>
        <a:ext cx="10808364" cy="562726"/>
      </dsp:txXfrm>
    </dsp:sp>
    <dsp:sp modelId="{8EA1A142-4975-DF41-BE33-3327210130B9}">
      <dsp:nvSpPr>
        <dsp:cNvPr id="0" name=""/>
        <dsp:cNvSpPr/>
      </dsp:nvSpPr>
      <dsp:spPr>
        <a:xfrm>
          <a:off x="0" y="789929"/>
          <a:ext cx="10869248" cy="623610"/>
        </a:xfrm>
        <a:prstGeom prst="roundRect">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What replacement behavior will be used?</a:t>
          </a:r>
        </a:p>
      </dsp:txBody>
      <dsp:txXfrm>
        <a:off x="30442" y="820371"/>
        <a:ext cx="10808364" cy="562726"/>
      </dsp:txXfrm>
    </dsp:sp>
    <dsp:sp modelId="{F2689665-7144-1E42-8460-9A101F4ADFC0}">
      <dsp:nvSpPr>
        <dsp:cNvPr id="0" name=""/>
        <dsp:cNvSpPr/>
      </dsp:nvSpPr>
      <dsp:spPr>
        <a:xfrm>
          <a:off x="0" y="1488420"/>
          <a:ext cx="10869248" cy="623610"/>
        </a:xfrm>
        <a:prstGeom prst="roundRect">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Does the student have the skill to perform the replacement behavior?</a:t>
          </a:r>
        </a:p>
      </dsp:txBody>
      <dsp:txXfrm>
        <a:off x="30442" y="1518862"/>
        <a:ext cx="10808364" cy="562726"/>
      </dsp:txXfrm>
    </dsp:sp>
    <dsp:sp modelId="{B8813630-23ED-6640-806B-5CBBFB6F7E62}">
      <dsp:nvSpPr>
        <dsp:cNvPr id="0" name=""/>
        <dsp:cNvSpPr/>
      </dsp:nvSpPr>
      <dsp:spPr>
        <a:xfrm>
          <a:off x="0" y="2186910"/>
          <a:ext cx="10869248" cy="623610"/>
        </a:xfrm>
        <a:prstGeom prst="round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How will the student be taught the skill?</a:t>
          </a:r>
        </a:p>
      </dsp:txBody>
      <dsp:txXfrm>
        <a:off x="30442" y="2217352"/>
        <a:ext cx="10808364" cy="562726"/>
      </dsp:txXfrm>
    </dsp:sp>
    <dsp:sp modelId="{F6DB4992-8B4A-C445-AD7A-EAE11EA132E5}">
      <dsp:nvSpPr>
        <dsp:cNvPr id="0" name=""/>
        <dsp:cNvSpPr/>
      </dsp:nvSpPr>
      <dsp:spPr>
        <a:xfrm>
          <a:off x="0" y="2885400"/>
          <a:ext cx="10869248" cy="623610"/>
        </a:xfrm>
        <a:prstGeom prst="round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What will the adults do to implement the plan?</a:t>
          </a:r>
        </a:p>
      </dsp:txBody>
      <dsp:txXfrm>
        <a:off x="30442" y="2915842"/>
        <a:ext cx="10808364" cy="56272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8C845-1844-914E-9B12-9DA085F24013}">
      <dsp:nvSpPr>
        <dsp:cNvPr id="0" name=""/>
        <dsp:cNvSpPr/>
      </dsp:nvSpPr>
      <dsp:spPr>
        <a:xfrm>
          <a:off x="0" y="7938"/>
          <a:ext cx="10869612" cy="599625"/>
        </a:xfrm>
        <a:prstGeom prst="round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Antecedent Strategies</a:t>
          </a:r>
        </a:p>
      </dsp:txBody>
      <dsp:txXfrm>
        <a:off x="29271" y="37209"/>
        <a:ext cx="10811070" cy="541083"/>
      </dsp:txXfrm>
    </dsp:sp>
    <dsp:sp modelId="{A0A8601A-27A7-324C-8F17-F27FA9D308DF}">
      <dsp:nvSpPr>
        <dsp:cNvPr id="0" name=""/>
        <dsp:cNvSpPr/>
      </dsp:nvSpPr>
      <dsp:spPr>
        <a:xfrm>
          <a:off x="0" y="607563"/>
          <a:ext cx="10869612" cy="68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11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Prevent the behavior</a:t>
          </a:r>
        </a:p>
        <a:p>
          <a:pPr marL="228600" lvl="1" indent="-228600" algn="l" defTabSz="889000">
            <a:lnSpc>
              <a:spcPct val="90000"/>
            </a:lnSpc>
            <a:spcBef>
              <a:spcPct val="0"/>
            </a:spcBef>
            <a:spcAft>
              <a:spcPct val="20000"/>
            </a:spcAft>
            <a:buChar char="•"/>
          </a:pPr>
          <a:r>
            <a:rPr lang="en-US" sz="2000" kern="1200" dirty="0"/>
            <a:t>Adjust the environment/environmental conditions</a:t>
          </a:r>
        </a:p>
      </dsp:txBody>
      <dsp:txXfrm>
        <a:off x="0" y="607563"/>
        <a:ext cx="10869612" cy="685687"/>
      </dsp:txXfrm>
    </dsp:sp>
    <dsp:sp modelId="{D04F6BF9-45F8-9349-B998-09E4BD2BAA9E}">
      <dsp:nvSpPr>
        <dsp:cNvPr id="0" name=""/>
        <dsp:cNvSpPr/>
      </dsp:nvSpPr>
      <dsp:spPr>
        <a:xfrm>
          <a:off x="0" y="1293250"/>
          <a:ext cx="10869612" cy="599625"/>
        </a:xfrm>
        <a:prstGeom prst="round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Behavior Strategies</a:t>
          </a:r>
        </a:p>
      </dsp:txBody>
      <dsp:txXfrm>
        <a:off x="29271" y="1322521"/>
        <a:ext cx="10811070" cy="541083"/>
      </dsp:txXfrm>
    </dsp:sp>
    <dsp:sp modelId="{341C4459-8B1E-BD48-B4B3-001995B59431}">
      <dsp:nvSpPr>
        <dsp:cNvPr id="0" name=""/>
        <dsp:cNvSpPr/>
      </dsp:nvSpPr>
      <dsp:spPr>
        <a:xfrm>
          <a:off x="0" y="1892875"/>
          <a:ext cx="10869612" cy="68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11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Support teaching behaviors that are wanted</a:t>
          </a:r>
        </a:p>
        <a:p>
          <a:pPr marL="228600" lvl="1" indent="-228600" algn="l" defTabSz="889000">
            <a:lnSpc>
              <a:spcPct val="90000"/>
            </a:lnSpc>
            <a:spcBef>
              <a:spcPct val="0"/>
            </a:spcBef>
            <a:spcAft>
              <a:spcPct val="20000"/>
            </a:spcAft>
            <a:buChar char="•"/>
          </a:pPr>
          <a:r>
            <a:rPr lang="en-US" sz="2000" kern="1200" dirty="0"/>
            <a:t>Work with replacing unwanted behaviors</a:t>
          </a:r>
        </a:p>
      </dsp:txBody>
      <dsp:txXfrm>
        <a:off x="0" y="1892875"/>
        <a:ext cx="10869612" cy="685687"/>
      </dsp:txXfrm>
    </dsp:sp>
    <dsp:sp modelId="{71940C22-10D9-7140-BEAC-690563BD3324}">
      <dsp:nvSpPr>
        <dsp:cNvPr id="0" name=""/>
        <dsp:cNvSpPr/>
      </dsp:nvSpPr>
      <dsp:spPr>
        <a:xfrm>
          <a:off x="0" y="2578563"/>
          <a:ext cx="10869612" cy="599625"/>
        </a:xfrm>
        <a:prstGeom prst="round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Consequence Strategies</a:t>
          </a:r>
        </a:p>
      </dsp:txBody>
      <dsp:txXfrm>
        <a:off x="29271" y="2607834"/>
        <a:ext cx="10811070" cy="541083"/>
      </dsp:txXfrm>
    </dsp:sp>
    <dsp:sp modelId="{918EC2D0-D268-1F4A-AC8C-93658FB5B091}">
      <dsp:nvSpPr>
        <dsp:cNvPr id="0" name=""/>
        <dsp:cNvSpPr/>
      </dsp:nvSpPr>
      <dsp:spPr>
        <a:xfrm>
          <a:off x="0" y="3178188"/>
          <a:ext cx="10869612"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11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Strategies used after the behavior occurs</a:t>
          </a:r>
        </a:p>
        <a:p>
          <a:pPr marL="228600" lvl="1" indent="-228600" algn="l" defTabSz="889000">
            <a:lnSpc>
              <a:spcPct val="90000"/>
            </a:lnSpc>
            <a:spcBef>
              <a:spcPct val="0"/>
            </a:spcBef>
            <a:spcAft>
              <a:spcPct val="20000"/>
            </a:spcAft>
            <a:buChar char="•"/>
          </a:pPr>
          <a:r>
            <a:rPr lang="en-US" sz="2000" kern="1200" dirty="0"/>
            <a:t>How to reinforce desired behaviors</a:t>
          </a:r>
        </a:p>
        <a:p>
          <a:pPr marL="228600" lvl="1" indent="-228600" algn="l" defTabSz="889000">
            <a:lnSpc>
              <a:spcPct val="90000"/>
            </a:lnSpc>
            <a:spcBef>
              <a:spcPct val="0"/>
            </a:spcBef>
            <a:spcAft>
              <a:spcPct val="20000"/>
            </a:spcAft>
            <a:buChar char="•"/>
          </a:pPr>
          <a:r>
            <a:rPr lang="en-US" sz="2000" kern="1200" dirty="0"/>
            <a:t>How to react when undesired behavior occurs</a:t>
          </a:r>
        </a:p>
      </dsp:txBody>
      <dsp:txXfrm>
        <a:off x="0" y="3178188"/>
        <a:ext cx="10869612" cy="1035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AC425C-B15D-0D44-A040-CDE4D8F6C4DC}">
      <dsp:nvSpPr>
        <dsp:cNvPr id="0" name=""/>
        <dsp:cNvSpPr/>
      </dsp:nvSpPr>
      <dsp:spPr>
        <a:xfrm>
          <a:off x="0" y="4970327"/>
          <a:ext cx="1935645" cy="652352"/>
        </a:xfrm>
        <a:prstGeom prst="rect">
          <a:avLst/>
        </a:prstGeom>
        <a:solidFill>
          <a:schemeClr val="accent1">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663" tIns="163576" rIns="137663"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Involve</a:t>
          </a:r>
        </a:p>
      </dsp:txBody>
      <dsp:txXfrm>
        <a:off x="0" y="4970327"/>
        <a:ext cx="1935645" cy="652352"/>
      </dsp:txXfrm>
    </dsp:sp>
    <dsp:sp modelId="{EC06430F-6F15-014F-AA3F-1953859AC8B8}">
      <dsp:nvSpPr>
        <dsp:cNvPr id="0" name=""/>
        <dsp:cNvSpPr/>
      </dsp:nvSpPr>
      <dsp:spPr>
        <a:xfrm>
          <a:off x="1935645" y="4970327"/>
          <a:ext cx="5806937" cy="652352"/>
        </a:xfrm>
        <a:prstGeom prst="rect">
          <a:avLst/>
        </a:prstGeom>
        <a:solidFill>
          <a:schemeClr val="bg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792" tIns="304800" rIns="117792" bIns="304800" numCol="1" spcCol="1270" anchor="ctr" anchorCtr="0">
          <a:noAutofit/>
        </a:bodyPr>
        <a:lstStyle/>
        <a:p>
          <a:pPr marL="0" lvl="0" indent="0" algn="l" defTabSz="1066800">
            <a:lnSpc>
              <a:spcPct val="90000"/>
            </a:lnSpc>
            <a:spcBef>
              <a:spcPct val="0"/>
            </a:spcBef>
            <a:spcAft>
              <a:spcPct val="35000"/>
            </a:spcAft>
            <a:buNone/>
          </a:pPr>
          <a:r>
            <a:rPr lang="en-US" sz="2400" kern="1200" dirty="0"/>
            <a:t>Involve parents</a:t>
          </a:r>
        </a:p>
      </dsp:txBody>
      <dsp:txXfrm>
        <a:off x="1935645" y="4970327"/>
        <a:ext cx="5806937" cy="652352"/>
      </dsp:txXfrm>
    </dsp:sp>
    <dsp:sp modelId="{06EDE423-3D27-BE40-973D-A48F0D958861}">
      <dsp:nvSpPr>
        <dsp:cNvPr id="0" name=""/>
        <dsp:cNvSpPr/>
      </dsp:nvSpPr>
      <dsp:spPr>
        <a:xfrm rot="10800000">
          <a:off x="0" y="3976794"/>
          <a:ext cx="1935645" cy="1003318"/>
        </a:xfrm>
        <a:prstGeom prst="upArrowCallout">
          <a:avLst>
            <a:gd name="adj1" fmla="val 5000"/>
            <a:gd name="adj2" fmla="val 10000"/>
            <a:gd name="adj3" fmla="val 15000"/>
            <a:gd name="adj4" fmla="val 64977"/>
          </a:avLst>
        </a:prstGeom>
        <a:solidFill>
          <a:schemeClr val="tx2">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663" tIns="163576" rIns="137663"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Use</a:t>
          </a:r>
        </a:p>
      </dsp:txBody>
      <dsp:txXfrm rot="-10800000">
        <a:off x="0" y="3976794"/>
        <a:ext cx="1935645" cy="652157"/>
      </dsp:txXfrm>
    </dsp:sp>
    <dsp:sp modelId="{FD4E5B6F-FC33-F048-B26C-96B8CDC33E7F}">
      <dsp:nvSpPr>
        <dsp:cNvPr id="0" name=""/>
        <dsp:cNvSpPr/>
      </dsp:nvSpPr>
      <dsp:spPr>
        <a:xfrm>
          <a:off x="1935645" y="3976794"/>
          <a:ext cx="5806937" cy="652157"/>
        </a:xfrm>
        <a:prstGeom prst="rect">
          <a:avLst/>
        </a:prstGeom>
        <a:solidFill>
          <a:schemeClr val="bg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792" tIns="304800" rIns="117792" bIns="304800" numCol="1" spcCol="1270" anchor="ctr" anchorCtr="0">
          <a:noAutofit/>
        </a:bodyPr>
        <a:lstStyle/>
        <a:p>
          <a:pPr marL="0" lvl="0" indent="0" algn="l" defTabSz="1066800">
            <a:lnSpc>
              <a:spcPct val="90000"/>
            </a:lnSpc>
            <a:spcBef>
              <a:spcPct val="0"/>
            </a:spcBef>
            <a:spcAft>
              <a:spcPct val="35000"/>
            </a:spcAft>
            <a:buNone/>
          </a:pPr>
          <a:r>
            <a:rPr lang="en-US" sz="2400" kern="1200" dirty="0"/>
            <a:t>Use common language across contexts</a:t>
          </a:r>
        </a:p>
      </dsp:txBody>
      <dsp:txXfrm>
        <a:off x="1935645" y="3976794"/>
        <a:ext cx="5806937" cy="652157"/>
      </dsp:txXfrm>
    </dsp:sp>
    <dsp:sp modelId="{55F195A4-A21E-7848-90A2-6A04DBCEACC1}">
      <dsp:nvSpPr>
        <dsp:cNvPr id="0" name=""/>
        <dsp:cNvSpPr/>
      </dsp:nvSpPr>
      <dsp:spPr>
        <a:xfrm rot="10800000">
          <a:off x="0" y="2983260"/>
          <a:ext cx="1935645" cy="1003318"/>
        </a:xfrm>
        <a:prstGeom prst="upArrowCallout">
          <a:avLst>
            <a:gd name="adj1" fmla="val 5000"/>
            <a:gd name="adj2" fmla="val 10000"/>
            <a:gd name="adj3" fmla="val 15000"/>
            <a:gd name="adj4" fmla="val 64977"/>
          </a:avLst>
        </a:prstGeom>
        <a:solidFill>
          <a:schemeClr val="accent6">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663" tIns="163576" rIns="137663" bIns="163576" numCol="1" spcCol="1270" anchor="ctr" anchorCtr="0">
          <a:noAutofit/>
        </a:bodyPr>
        <a:lstStyle/>
        <a:p>
          <a:pPr marL="0" lvl="0" indent="0" algn="ctr" defTabSz="1022350">
            <a:lnSpc>
              <a:spcPct val="90000"/>
            </a:lnSpc>
            <a:spcBef>
              <a:spcPct val="0"/>
            </a:spcBef>
            <a:spcAft>
              <a:spcPct val="35000"/>
            </a:spcAft>
            <a:buNone/>
          </a:pPr>
          <a:r>
            <a:rPr lang="en-US" sz="2300" kern="1200"/>
            <a:t>Lose or gain</a:t>
          </a:r>
        </a:p>
      </dsp:txBody>
      <dsp:txXfrm rot="-10800000">
        <a:off x="0" y="2983260"/>
        <a:ext cx="1935645" cy="652157"/>
      </dsp:txXfrm>
    </dsp:sp>
    <dsp:sp modelId="{19161F70-E6AB-584E-ABA7-1CF7445F2F0B}">
      <dsp:nvSpPr>
        <dsp:cNvPr id="0" name=""/>
        <dsp:cNvSpPr/>
      </dsp:nvSpPr>
      <dsp:spPr>
        <a:xfrm>
          <a:off x="1935645" y="2983260"/>
          <a:ext cx="5806937" cy="652157"/>
        </a:xfrm>
        <a:prstGeom prst="rect">
          <a:avLst/>
        </a:prstGeom>
        <a:solidFill>
          <a:schemeClr val="bg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792" tIns="304800" rIns="117792" bIns="304800" numCol="1" spcCol="1270" anchor="ctr" anchorCtr="0">
          <a:noAutofit/>
        </a:bodyPr>
        <a:lstStyle/>
        <a:p>
          <a:pPr marL="0" lvl="0" indent="0" algn="l" defTabSz="1066800">
            <a:lnSpc>
              <a:spcPct val="90000"/>
            </a:lnSpc>
            <a:spcBef>
              <a:spcPct val="0"/>
            </a:spcBef>
            <a:spcAft>
              <a:spcPct val="35000"/>
            </a:spcAft>
            <a:buNone/>
          </a:pPr>
          <a:r>
            <a:rPr lang="en-US" sz="2400" kern="1200" dirty="0"/>
            <a:t>Lose or gain a privilege</a:t>
          </a:r>
        </a:p>
      </dsp:txBody>
      <dsp:txXfrm>
        <a:off x="1935645" y="2983260"/>
        <a:ext cx="5806937" cy="652157"/>
      </dsp:txXfrm>
    </dsp:sp>
    <dsp:sp modelId="{2383D088-1B83-8643-841B-4AD507D5F44E}">
      <dsp:nvSpPr>
        <dsp:cNvPr id="0" name=""/>
        <dsp:cNvSpPr/>
      </dsp:nvSpPr>
      <dsp:spPr>
        <a:xfrm rot="10800000">
          <a:off x="0" y="1989727"/>
          <a:ext cx="1935645" cy="1003318"/>
        </a:xfrm>
        <a:prstGeom prst="upArrowCallout">
          <a:avLst>
            <a:gd name="adj1" fmla="val 5000"/>
            <a:gd name="adj2" fmla="val 10000"/>
            <a:gd name="adj3" fmla="val 15000"/>
            <a:gd name="adj4" fmla="val 64977"/>
          </a:avLst>
        </a:prstGeom>
        <a:solidFill>
          <a:schemeClr val="accent1">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663" tIns="163576" rIns="137663" bIns="163576" numCol="1" spcCol="1270" anchor="ctr" anchorCtr="0">
          <a:noAutofit/>
        </a:bodyPr>
        <a:lstStyle/>
        <a:p>
          <a:pPr marL="0" lvl="0" indent="0" algn="ctr" defTabSz="1022350">
            <a:lnSpc>
              <a:spcPct val="90000"/>
            </a:lnSpc>
            <a:spcBef>
              <a:spcPct val="0"/>
            </a:spcBef>
            <a:spcAft>
              <a:spcPct val="35000"/>
            </a:spcAft>
            <a:buNone/>
          </a:pPr>
          <a:r>
            <a:rPr lang="en-US" sz="2300" kern="1200"/>
            <a:t>Prompt</a:t>
          </a:r>
        </a:p>
      </dsp:txBody>
      <dsp:txXfrm rot="-10800000">
        <a:off x="0" y="1989727"/>
        <a:ext cx="1935645" cy="652157"/>
      </dsp:txXfrm>
    </dsp:sp>
    <dsp:sp modelId="{DEADD629-7385-6442-9F7F-AA9D00320CB6}">
      <dsp:nvSpPr>
        <dsp:cNvPr id="0" name=""/>
        <dsp:cNvSpPr/>
      </dsp:nvSpPr>
      <dsp:spPr>
        <a:xfrm>
          <a:off x="1935645" y="1989727"/>
          <a:ext cx="5806937" cy="652157"/>
        </a:xfrm>
        <a:prstGeom prst="rect">
          <a:avLst/>
        </a:prstGeom>
        <a:solidFill>
          <a:schemeClr val="bg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792" tIns="304800" rIns="117792" bIns="304800" numCol="1" spcCol="1270" anchor="ctr" anchorCtr="0">
          <a:noAutofit/>
        </a:bodyPr>
        <a:lstStyle/>
        <a:p>
          <a:pPr marL="0" lvl="0" indent="0" algn="l" defTabSz="1066800">
            <a:lnSpc>
              <a:spcPct val="90000"/>
            </a:lnSpc>
            <a:spcBef>
              <a:spcPct val="0"/>
            </a:spcBef>
            <a:spcAft>
              <a:spcPct val="35000"/>
            </a:spcAft>
            <a:buNone/>
          </a:pPr>
          <a:r>
            <a:rPr lang="en-US" sz="2400" kern="1200" dirty="0"/>
            <a:t>Prompt a different behavior</a:t>
          </a:r>
        </a:p>
      </dsp:txBody>
      <dsp:txXfrm>
        <a:off x="1935645" y="1989727"/>
        <a:ext cx="5806937" cy="652157"/>
      </dsp:txXfrm>
    </dsp:sp>
    <dsp:sp modelId="{209E7C42-0F0D-BE46-9C71-F740C44D1A09}">
      <dsp:nvSpPr>
        <dsp:cNvPr id="0" name=""/>
        <dsp:cNvSpPr/>
      </dsp:nvSpPr>
      <dsp:spPr>
        <a:xfrm rot="10800000">
          <a:off x="0" y="996194"/>
          <a:ext cx="1935645" cy="1003318"/>
        </a:xfrm>
        <a:prstGeom prst="upArrowCallout">
          <a:avLst>
            <a:gd name="adj1" fmla="val 5000"/>
            <a:gd name="adj2" fmla="val 10000"/>
            <a:gd name="adj3" fmla="val 15000"/>
            <a:gd name="adj4" fmla="val 64977"/>
          </a:avLst>
        </a:prstGeom>
        <a:solidFill>
          <a:schemeClr val="tx2">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663" tIns="163576" rIns="137663"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Redirect</a:t>
          </a:r>
        </a:p>
      </dsp:txBody>
      <dsp:txXfrm rot="-10800000">
        <a:off x="0" y="996194"/>
        <a:ext cx="1935645" cy="652157"/>
      </dsp:txXfrm>
    </dsp:sp>
    <dsp:sp modelId="{1C60BFD3-BCA6-1448-8B64-D44F56B39F5A}">
      <dsp:nvSpPr>
        <dsp:cNvPr id="0" name=""/>
        <dsp:cNvSpPr/>
      </dsp:nvSpPr>
      <dsp:spPr>
        <a:xfrm>
          <a:off x="1935645" y="996194"/>
          <a:ext cx="5806937" cy="652157"/>
        </a:xfrm>
        <a:prstGeom prst="rect">
          <a:avLst/>
        </a:prstGeom>
        <a:solidFill>
          <a:schemeClr val="bg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792" tIns="304800" rIns="117792" bIns="304800" numCol="1" spcCol="1270" anchor="ctr" anchorCtr="0">
          <a:noAutofit/>
        </a:bodyPr>
        <a:lstStyle/>
        <a:p>
          <a:pPr marL="0" lvl="0" indent="0" algn="l" defTabSz="1066800">
            <a:lnSpc>
              <a:spcPct val="90000"/>
            </a:lnSpc>
            <a:spcBef>
              <a:spcPct val="0"/>
            </a:spcBef>
            <a:spcAft>
              <a:spcPct val="35000"/>
            </a:spcAft>
            <a:buNone/>
          </a:pPr>
          <a:r>
            <a:rPr lang="en-US" sz="2400" kern="1200" dirty="0"/>
            <a:t>Redirect behavior</a:t>
          </a:r>
        </a:p>
      </dsp:txBody>
      <dsp:txXfrm>
        <a:off x="1935645" y="996194"/>
        <a:ext cx="5806937" cy="652157"/>
      </dsp:txXfrm>
    </dsp:sp>
    <dsp:sp modelId="{A97EA843-C443-6E4C-BC06-430A9709D821}">
      <dsp:nvSpPr>
        <dsp:cNvPr id="0" name=""/>
        <dsp:cNvSpPr/>
      </dsp:nvSpPr>
      <dsp:spPr>
        <a:xfrm rot="10800000">
          <a:off x="0" y="2660"/>
          <a:ext cx="1935645" cy="1003318"/>
        </a:xfrm>
        <a:prstGeom prst="upArrowCallout">
          <a:avLst>
            <a:gd name="adj1" fmla="val 5000"/>
            <a:gd name="adj2" fmla="val 10000"/>
            <a:gd name="adj3" fmla="val 15000"/>
            <a:gd name="adj4" fmla="val 64977"/>
          </a:avLst>
        </a:prstGeom>
        <a:solidFill>
          <a:schemeClr val="accent6">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663" tIns="163576" rIns="137663" bIns="163576" numCol="1" spcCol="1270" anchor="ctr" anchorCtr="0">
          <a:noAutofit/>
        </a:bodyPr>
        <a:lstStyle/>
        <a:p>
          <a:pPr marL="0" lvl="0" indent="0" algn="ctr" defTabSz="1022350">
            <a:lnSpc>
              <a:spcPct val="90000"/>
            </a:lnSpc>
            <a:spcBef>
              <a:spcPct val="0"/>
            </a:spcBef>
            <a:spcAft>
              <a:spcPct val="35000"/>
            </a:spcAft>
            <a:buNone/>
          </a:pPr>
          <a:r>
            <a:rPr lang="en-US" sz="2300" kern="1200"/>
            <a:t>Ignore</a:t>
          </a:r>
        </a:p>
      </dsp:txBody>
      <dsp:txXfrm rot="-10800000">
        <a:off x="0" y="2660"/>
        <a:ext cx="1935645" cy="652157"/>
      </dsp:txXfrm>
    </dsp:sp>
    <dsp:sp modelId="{010DFB7A-F62D-724C-B7CB-4E17B84120F5}">
      <dsp:nvSpPr>
        <dsp:cNvPr id="0" name=""/>
        <dsp:cNvSpPr/>
      </dsp:nvSpPr>
      <dsp:spPr>
        <a:xfrm>
          <a:off x="1935645" y="2660"/>
          <a:ext cx="5806937" cy="652157"/>
        </a:xfrm>
        <a:prstGeom prst="rect">
          <a:avLst/>
        </a:prstGeom>
        <a:solidFill>
          <a:schemeClr val="bg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792" tIns="304800" rIns="117792" bIns="304800" numCol="1" spcCol="1270" anchor="ctr" anchorCtr="0">
          <a:noAutofit/>
        </a:bodyPr>
        <a:lstStyle/>
        <a:p>
          <a:pPr marL="0" lvl="0" indent="0" algn="l" defTabSz="1066800">
            <a:lnSpc>
              <a:spcPct val="90000"/>
            </a:lnSpc>
            <a:spcBef>
              <a:spcPct val="0"/>
            </a:spcBef>
            <a:spcAft>
              <a:spcPct val="35000"/>
            </a:spcAft>
            <a:buNone/>
          </a:pPr>
          <a:r>
            <a:rPr lang="en-US" sz="2400" kern="1200" dirty="0"/>
            <a:t>Ignore behavior</a:t>
          </a:r>
        </a:p>
      </dsp:txBody>
      <dsp:txXfrm>
        <a:off x="1935645" y="2660"/>
        <a:ext cx="5806937" cy="65215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BADAE-55B6-0E49-822C-45D88BB30381}">
      <dsp:nvSpPr>
        <dsp:cNvPr id="0" name=""/>
        <dsp:cNvSpPr/>
      </dsp:nvSpPr>
      <dsp:spPr>
        <a:xfrm>
          <a:off x="222" y="96688"/>
          <a:ext cx="2683929" cy="3220714"/>
        </a:xfrm>
        <a:prstGeom prst="rect">
          <a:avLst/>
        </a:prstGeom>
        <a:solidFill>
          <a:schemeClr val="accent2">
            <a:lumMod val="5000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13" tIns="0" rIns="265113" bIns="330200" numCol="1" spcCol="1270" anchor="t" anchorCtr="0">
          <a:noAutofit/>
        </a:bodyPr>
        <a:lstStyle/>
        <a:p>
          <a:pPr marL="0" lvl="0" indent="0" algn="l" defTabSz="1066800">
            <a:lnSpc>
              <a:spcPct val="90000"/>
            </a:lnSpc>
            <a:spcBef>
              <a:spcPct val="0"/>
            </a:spcBef>
            <a:spcAft>
              <a:spcPct val="35000"/>
            </a:spcAft>
            <a:buNone/>
          </a:pPr>
          <a:r>
            <a:rPr lang="en-US" sz="2400" kern="1200" dirty="0"/>
            <a:t>Involves restraint and seclusion of students</a:t>
          </a:r>
        </a:p>
      </dsp:txBody>
      <dsp:txXfrm>
        <a:off x="222" y="1384974"/>
        <a:ext cx="2683929" cy="1932428"/>
      </dsp:txXfrm>
    </dsp:sp>
    <dsp:sp modelId="{0FB33CE1-B370-044C-9971-BB47A822A9C0}">
      <dsp:nvSpPr>
        <dsp:cNvPr id="0" name=""/>
        <dsp:cNvSpPr/>
      </dsp:nvSpPr>
      <dsp:spPr>
        <a:xfrm>
          <a:off x="222" y="96688"/>
          <a:ext cx="2683929" cy="128828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65113" tIns="165100" rIns="265113"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222" y="96688"/>
        <a:ext cx="2683929" cy="1288285"/>
      </dsp:txXfrm>
    </dsp:sp>
    <dsp:sp modelId="{AC07FAC2-6458-FE4B-9FE3-51C1D83CB83C}">
      <dsp:nvSpPr>
        <dsp:cNvPr id="0" name=""/>
        <dsp:cNvSpPr/>
      </dsp:nvSpPr>
      <dsp:spPr>
        <a:xfrm>
          <a:off x="2898865" y="96688"/>
          <a:ext cx="2683929" cy="3220714"/>
        </a:xfrm>
        <a:prstGeom prst="rect">
          <a:avLst/>
        </a:prstGeom>
        <a:solidFill>
          <a:schemeClr val="accent3">
            <a:lumMod val="7500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13" tIns="0" rIns="265113" bIns="330200" numCol="1" spcCol="1270" anchor="t" anchorCtr="0">
          <a:noAutofit/>
        </a:bodyPr>
        <a:lstStyle/>
        <a:p>
          <a:pPr marL="0" lvl="0" indent="0" algn="l" defTabSz="1066800">
            <a:lnSpc>
              <a:spcPct val="90000"/>
            </a:lnSpc>
            <a:spcBef>
              <a:spcPct val="0"/>
            </a:spcBef>
            <a:spcAft>
              <a:spcPct val="35000"/>
            </a:spcAft>
            <a:buNone/>
          </a:pPr>
          <a:r>
            <a:rPr lang="en-US" sz="2400" kern="1200" dirty="0"/>
            <a:t>Important to document and follow</a:t>
          </a:r>
        </a:p>
      </dsp:txBody>
      <dsp:txXfrm>
        <a:off x="2898865" y="1384974"/>
        <a:ext cx="2683929" cy="1932428"/>
      </dsp:txXfrm>
    </dsp:sp>
    <dsp:sp modelId="{C4CB676D-BEA0-3B4F-957B-651266662CB0}">
      <dsp:nvSpPr>
        <dsp:cNvPr id="0" name=""/>
        <dsp:cNvSpPr/>
      </dsp:nvSpPr>
      <dsp:spPr>
        <a:xfrm>
          <a:off x="2898865" y="96688"/>
          <a:ext cx="2683929" cy="128828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65113" tIns="165100" rIns="265113"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2898865" y="96688"/>
        <a:ext cx="2683929" cy="1288285"/>
      </dsp:txXfrm>
    </dsp:sp>
    <dsp:sp modelId="{56356A54-1B90-AD4F-8705-C43F202DE308}">
      <dsp:nvSpPr>
        <dsp:cNvPr id="0" name=""/>
        <dsp:cNvSpPr/>
      </dsp:nvSpPr>
      <dsp:spPr>
        <a:xfrm>
          <a:off x="5797509" y="96688"/>
          <a:ext cx="2683929" cy="3220714"/>
        </a:xfrm>
        <a:prstGeom prst="rect">
          <a:avLst/>
        </a:prstGeom>
        <a:solidFill>
          <a:schemeClr val="accent4">
            <a:lumMod val="7500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13" tIns="0" rIns="265113" bIns="330200" numCol="1" spcCol="1270" anchor="t" anchorCtr="0">
          <a:noAutofit/>
        </a:bodyPr>
        <a:lstStyle/>
        <a:p>
          <a:pPr marL="0" lvl="0" indent="0" algn="l" defTabSz="1066800">
            <a:lnSpc>
              <a:spcPct val="90000"/>
            </a:lnSpc>
            <a:spcBef>
              <a:spcPct val="0"/>
            </a:spcBef>
            <a:spcAft>
              <a:spcPct val="35000"/>
            </a:spcAft>
            <a:buNone/>
          </a:pPr>
          <a:r>
            <a:rPr lang="en-US" sz="2400" kern="1200" dirty="0"/>
            <a:t>Be specific – include student’s escalation cycle</a:t>
          </a:r>
        </a:p>
      </dsp:txBody>
      <dsp:txXfrm>
        <a:off x="5797509" y="1384974"/>
        <a:ext cx="2683929" cy="1932428"/>
      </dsp:txXfrm>
    </dsp:sp>
    <dsp:sp modelId="{0897F170-0F9C-E54D-8DA5-BE3060245161}">
      <dsp:nvSpPr>
        <dsp:cNvPr id="0" name=""/>
        <dsp:cNvSpPr/>
      </dsp:nvSpPr>
      <dsp:spPr>
        <a:xfrm>
          <a:off x="5797509" y="96688"/>
          <a:ext cx="2683929" cy="128828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65113" tIns="165100" rIns="265113"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5797509" y="96688"/>
        <a:ext cx="2683929" cy="1288285"/>
      </dsp:txXfrm>
    </dsp:sp>
    <dsp:sp modelId="{9C27B852-BC8E-6646-9946-45A637D61E7E}">
      <dsp:nvSpPr>
        <dsp:cNvPr id="0" name=""/>
        <dsp:cNvSpPr/>
      </dsp:nvSpPr>
      <dsp:spPr>
        <a:xfrm>
          <a:off x="8696152" y="96688"/>
          <a:ext cx="2683929" cy="3220714"/>
        </a:xfrm>
        <a:prstGeom prst="rect">
          <a:avLst/>
        </a:prstGeom>
        <a:solidFill>
          <a:schemeClr val="tx2">
            <a:lumMod val="7500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13" tIns="0" rIns="265113" bIns="330200" numCol="1" spcCol="1270" anchor="t" anchorCtr="0">
          <a:noAutofit/>
        </a:bodyPr>
        <a:lstStyle/>
        <a:p>
          <a:pPr marL="0" lvl="0" indent="0" algn="l" defTabSz="1066800">
            <a:lnSpc>
              <a:spcPct val="90000"/>
            </a:lnSpc>
            <a:spcBef>
              <a:spcPct val="0"/>
            </a:spcBef>
            <a:spcAft>
              <a:spcPct val="35000"/>
            </a:spcAft>
            <a:buNone/>
          </a:pPr>
          <a:r>
            <a:rPr lang="en-US" sz="2400" kern="1200" dirty="0"/>
            <a:t>Used as a last resort</a:t>
          </a:r>
        </a:p>
      </dsp:txBody>
      <dsp:txXfrm>
        <a:off x="8696152" y="1384974"/>
        <a:ext cx="2683929" cy="1932428"/>
      </dsp:txXfrm>
    </dsp:sp>
    <dsp:sp modelId="{4BCB7549-1794-0A4E-BD8A-644DE4EFB99F}">
      <dsp:nvSpPr>
        <dsp:cNvPr id="0" name=""/>
        <dsp:cNvSpPr/>
      </dsp:nvSpPr>
      <dsp:spPr>
        <a:xfrm>
          <a:off x="8696152" y="96688"/>
          <a:ext cx="2683929" cy="128828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65113" tIns="165100" rIns="265113" bIns="165100" numCol="1" spcCol="1270" anchor="ctr" anchorCtr="0">
          <a:noAutofit/>
        </a:bodyPr>
        <a:lstStyle/>
        <a:p>
          <a:pPr marL="0" lvl="0" indent="0" algn="l" defTabSz="2933700">
            <a:lnSpc>
              <a:spcPct val="90000"/>
            </a:lnSpc>
            <a:spcBef>
              <a:spcPct val="0"/>
            </a:spcBef>
            <a:spcAft>
              <a:spcPct val="35000"/>
            </a:spcAft>
            <a:buNone/>
          </a:pPr>
          <a:r>
            <a:rPr lang="en-US" sz="6600" kern="1200"/>
            <a:t>04</a:t>
          </a:r>
        </a:p>
      </dsp:txBody>
      <dsp:txXfrm>
        <a:off x="8696152" y="96688"/>
        <a:ext cx="2683929" cy="128828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BB2361-7BBD-46ED-8E00-B7B0E4939EB1}">
      <dsp:nvSpPr>
        <dsp:cNvPr id="0" name=""/>
        <dsp:cNvSpPr/>
      </dsp:nvSpPr>
      <dsp:spPr>
        <a:xfrm>
          <a:off x="0" y="2334"/>
          <a:ext cx="7742583" cy="11832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2D8440-1E94-463A-8E42-E251EADFC227}">
      <dsp:nvSpPr>
        <dsp:cNvPr id="0" name=""/>
        <dsp:cNvSpPr/>
      </dsp:nvSpPr>
      <dsp:spPr>
        <a:xfrm>
          <a:off x="357948" y="268577"/>
          <a:ext cx="650814" cy="650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312138-CA79-4D95-8BE8-8CBA4EF821DE}">
      <dsp:nvSpPr>
        <dsp:cNvPr id="0" name=""/>
        <dsp:cNvSpPr/>
      </dsp:nvSpPr>
      <dsp:spPr>
        <a:xfrm>
          <a:off x="1366710" y="2334"/>
          <a:ext cx="6375872" cy="118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233" tIns="125233" rIns="125233" bIns="125233" numCol="1" spcCol="1270" anchor="ctr" anchorCtr="0">
          <a:noAutofit/>
        </a:bodyPr>
        <a:lstStyle/>
        <a:p>
          <a:pPr marL="0" lvl="0" indent="0" algn="l" defTabSz="977900">
            <a:lnSpc>
              <a:spcPct val="90000"/>
            </a:lnSpc>
            <a:spcBef>
              <a:spcPct val="0"/>
            </a:spcBef>
            <a:spcAft>
              <a:spcPct val="35000"/>
            </a:spcAft>
            <a:buNone/>
          </a:pPr>
          <a:r>
            <a:rPr lang="en-US" sz="2200" kern="1200"/>
            <a:t>Using suspension – will reinforce the function of escape</a:t>
          </a:r>
        </a:p>
      </dsp:txBody>
      <dsp:txXfrm>
        <a:off x="1366710" y="2334"/>
        <a:ext cx="6375872" cy="1183299"/>
      </dsp:txXfrm>
    </dsp:sp>
    <dsp:sp modelId="{F620B61E-2C74-4028-89D7-BAD6168042F5}">
      <dsp:nvSpPr>
        <dsp:cNvPr id="0" name=""/>
        <dsp:cNvSpPr/>
      </dsp:nvSpPr>
      <dsp:spPr>
        <a:xfrm>
          <a:off x="0" y="1481458"/>
          <a:ext cx="7742583" cy="11832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B3AED6-83D2-4885-B263-1EB412BAD1A3}">
      <dsp:nvSpPr>
        <dsp:cNvPr id="0" name=""/>
        <dsp:cNvSpPr/>
      </dsp:nvSpPr>
      <dsp:spPr>
        <a:xfrm>
          <a:off x="357948" y="1747701"/>
          <a:ext cx="650814" cy="650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1BBAC9-C442-4E72-89E8-AAB2CB4A0EA6}">
      <dsp:nvSpPr>
        <dsp:cNvPr id="0" name=""/>
        <dsp:cNvSpPr/>
      </dsp:nvSpPr>
      <dsp:spPr>
        <a:xfrm>
          <a:off x="1366710" y="1481458"/>
          <a:ext cx="6375872" cy="118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233" tIns="125233" rIns="125233" bIns="125233" numCol="1" spcCol="1270" anchor="ctr" anchorCtr="0">
          <a:noAutofit/>
        </a:bodyPr>
        <a:lstStyle/>
        <a:p>
          <a:pPr marL="0" lvl="0" indent="0" algn="l" defTabSz="977900">
            <a:lnSpc>
              <a:spcPct val="90000"/>
            </a:lnSpc>
            <a:spcBef>
              <a:spcPct val="0"/>
            </a:spcBef>
            <a:spcAft>
              <a:spcPct val="35000"/>
            </a:spcAft>
            <a:buNone/>
          </a:pPr>
          <a:r>
            <a:rPr lang="en-US" sz="2200" kern="1200"/>
            <a:t>Expecting skills based on chronological age without checking for knowledge</a:t>
          </a:r>
        </a:p>
      </dsp:txBody>
      <dsp:txXfrm>
        <a:off x="1366710" y="1481458"/>
        <a:ext cx="6375872" cy="1183299"/>
      </dsp:txXfrm>
    </dsp:sp>
    <dsp:sp modelId="{82224E76-8A4D-4EA7-8E14-7AA89FE02F78}">
      <dsp:nvSpPr>
        <dsp:cNvPr id="0" name=""/>
        <dsp:cNvSpPr/>
      </dsp:nvSpPr>
      <dsp:spPr>
        <a:xfrm>
          <a:off x="0" y="2960582"/>
          <a:ext cx="7742583" cy="11832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6280C7-B70D-4550-AA60-85FF7081EA3D}">
      <dsp:nvSpPr>
        <dsp:cNvPr id="0" name=""/>
        <dsp:cNvSpPr/>
      </dsp:nvSpPr>
      <dsp:spPr>
        <a:xfrm>
          <a:off x="357948" y="3226825"/>
          <a:ext cx="650814" cy="650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A7621A-6C79-4428-83A1-592B03AFE142}">
      <dsp:nvSpPr>
        <dsp:cNvPr id="0" name=""/>
        <dsp:cNvSpPr/>
      </dsp:nvSpPr>
      <dsp:spPr>
        <a:xfrm>
          <a:off x="1366710" y="2960582"/>
          <a:ext cx="6375872" cy="118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233" tIns="125233" rIns="125233" bIns="125233" numCol="1" spcCol="1270" anchor="ctr" anchorCtr="0">
          <a:noAutofit/>
        </a:bodyPr>
        <a:lstStyle/>
        <a:p>
          <a:pPr marL="0" lvl="0" indent="0" algn="l" defTabSz="977900">
            <a:lnSpc>
              <a:spcPct val="90000"/>
            </a:lnSpc>
            <a:spcBef>
              <a:spcPct val="0"/>
            </a:spcBef>
            <a:spcAft>
              <a:spcPct val="35000"/>
            </a:spcAft>
            <a:buNone/>
          </a:pPr>
          <a:r>
            <a:rPr lang="en-US" sz="2200" kern="1200"/>
            <a:t>Reinforcing attention through negative interactions (send to Dean or give reprimand)</a:t>
          </a:r>
        </a:p>
      </dsp:txBody>
      <dsp:txXfrm>
        <a:off x="1366710" y="2960582"/>
        <a:ext cx="6375872" cy="1183299"/>
      </dsp:txXfrm>
    </dsp:sp>
    <dsp:sp modelId="{F12B4849-4DF9-4DA6-A1DB-FD32BF16E792}">
      <dsp:nvSpPr>
        <dsp:cNvPr id="0" name=""/>
        <dsp:cNvSpPr/>
      </dsp:nvSpPr>
      <dsp:spPr>
        <a:xfrm>
          <a:off x="0" y="4439706"/>
          <a:ext cx="7742583" cy="11832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6C5DD6-82CB-46D5-B449-0DAAD76317E9}">
      <dsp:nvSpPr>
        <dsp:cNvPr id="0" name=""/>
        <dsp:cNvSpPr/>
      </dsp:nvSpPr>
      <dsp:spPr>
        <a:xfrm>
          <a:off x="357948" y="4705949"/>
          <a:ext cx="650814" cy="6508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3F02CD-2ACE-49E4-9987-B586AF539FD4}">
      <dsp:nvSpPr>
        <dsp:cNvPr id="0" name=""/>
        <dsp:cNvSpPr/>
      </dsp:nvSpPr>
      <dsp:spPr>
        <a:xfrm>
          <a:off x="1366710" y="4439706"/>
          <a:ext cx="6375872" cy="118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233" tIns="125233" rIns="125233" bIns="125233" numCol="1" spcCol="1270" anchor="ctr" anchorCtr="0">
          <a:noAutofit/>
        </a:bodyPr>
        <a:lstStyle/>
        <a:p>
          <a:pPr marL="0" lvl="0" indent="0" algn="l" defTabSz="977900">
            <a:lnSpc>
              <a:spcPct val="90000"/>
            </a:lnSpc>
            <a:spcBef>
              <a:spcPct val="0"/>
            </a:spcBef>
            <a:spcAft>
              <a:spcPct val="35000"/>
            </a:spcAft>
            <a:buNone/>
          </a:pPr>
          <a:r>
            <a:rPr lang="en-US" sz="2200" kern="1200"/>
            <a:t>Removing supports as a disciplinary consequence for behavior</a:t>
          </a:r>
        </a:p>
      </dsp:txBody>
      <dsp:txXfrm>
        <a:off x="1366710" y="4439706"/>
        <a:ext cx="6375872" cy="118329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467C8-B222-114E-AD49-5AAEAFAF8AF8}">
      <dsp:nvSpPr>
        <dsp:cNvPr id="0" name=""/>
        <dsp:cNvSpPr/>
      </dsp:nvSpPr>
      <dsp:spPr>
        <a:xfrm>
          <a:off x="0" y="255824"/>
          <a:ext cx="10869248" cy="3088800"/>
        </a:xfrm>
        <a:prstGeom prst="round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Behavior does not change just because we make a plan.  Behavior changes through a combination of factors that includes professional collaboration.</a:t>
          </a:r>
        </a:p>
      </dsp:txBody>
      <dsp:txXfrm>
        <a:off x="150783" y="406607"/>
        <a:ext cx="10567682" cy="278723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5224DD-369F-4C79-836C-50F0232B9017}">
      <dsp:nvSpPr>
        <dsp:cNvPr id="0" name=""/>
        <dsp:cNvSpPr/>
      </dsp:nvSpPr>
      <dsp:spPr>
        <a:xfrm>
          <a:off x="0" y="2334"/>
          <a:ext cx="7742583" cy="11832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4940D7-6CD4-4E7B-9828-90C980DCE9B5}">
      <dsp:nvSpPr>
        <dsp:cNvPr id="0" name=""/>
        <dsp:cNvSpPr/>
      </dsp:nvSpPr>
      <dsp:spPr>
        <a:xfrm>
          <a:off x="357948" y="268577"/>
          <a:ext cx="650814" cy="650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BA43B5-6B5A-47D0-B08A-52EE4056FCE5}">
      <dsp:nvSpPr>
        <dsp:cNvPr id="0" name=""/>
        <dsp:cNvSpPr/>
      </dsp:nvSpPr>
      <dsp:spPr>
        <a:xfrm>
          <a:off x="1366710" y="2334"/>
          <a:ext cx="6375872" cy="118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233" tIns="125233" rIns="125233" bIns="125233" numCol="1" spcCol="1270" anchor="ctr" anchorCtr="0">
          <a:noAutofit/>
        </a:bodyPr>
        <a:lstStyle/>
        <a:p>
          <a:pPr marL="0" lvl="0" indent="0" algn="l" defTabSz="977900">
            <a:lnSpc>
              <a:spcPct val="90000"/>
            </a:lnSpc>
            <a:spcBef>
              <a:spcPct val="0"/>
            </a:spcBef>
            <a:spcAft>
              <a:spcPct val="35000"/>
            </a:spcAft>
            <a:buNone/>
          </a:pPr>
          <a:r>
            <a:rPr lang="en-US" sz="2200" b="0" i="0" kern="1200"/>
            <a:t>What data do you have to suggest problem behaviors?</a:t>
          </a:r>
          <a:endParaRPr lang="en-US" sz="2200" kern="1200"/>
        </a:p>
      </dsp:txBody>
      <dsp:txXfrm>
        <a:off x="1366710" y="2334"/>
        <a:ext cx="6375872" cy="1183299"/>
      </dsp:txXfrm>
    </dsp:sp>
    <dsp:sp modelId="{80890591-5F67-47C1-BF91-846E159EBF64}">
      <dsp:nvSpPr>
        <dsp:cNvPr id="0" name=""/>
        <dsp:cNvSpPr/>
      </dsp:nvSpPr>
      <dsp:spPr>
        <a:xfrm>
          <a:off x="0" y="1481458"/>
          <a:ext cx="7742583" cy="11832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B84448-E5BF-4204-8803-C849FDC1C9D6}">
      <dsp:nvSpPr>
        <dsp:cNvPr id="0" name=""/>
        <dsp:cNvSpPr/>
      </dsp:nvSpPr>
      <dsp:spPr>
        <a:xfrm>
          <a:off x="357948" y="1747701"/>
          <a:ext cx="650814" cy="650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9279C3-D042-478B-A077-F9BA039F7390}">
      <dsp:nvSpPr>
        <dsp:cNvPr id="0" name=""/>
        <dsp:cNvSpPr/>
      </dsp:nvSpPr>
      <dsp:spPr>
        <a:xfrm>
          <a:off x="1366710" y="1481458"/>
          <a:ext cx="6375872" cy="118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233" tIns="125233" rIns="125233" bIns="125233" numCol="1" spcCol="1270" anchor="ctr" anchorCtr="0">
          <a:noAutofit/>
        </a:bodyPr>
        <a:lstStyle/>
        <a:p>
          <a:pPr marL="0" lvl="0" indent="0" algn="l" defTabSz="977900">
            <a:lnSpc>
              <a:spcPct val="90000"/>
            </a:lnSpc>
            <a:spcBef>
              <a:spcPct val="0"/>
            </a:spcBef>
            <a:spcAft>
              <a:spcPct val="35000"/>
            </a:spcAft>
            <a:buNone/>
          </a:pPr>
          <a:r>
            <a:rPr lang="en-US" sz="2200" b="0" i="0" kern="1200"/>
            <a:t>What do you note are the antecedents to the behaviors?</a:t>
          </a:r>
          <a:endParaRPr lang="en-US" sz="2200" kern="1200"/>
        </a:p>
      </dsp:txBody>
      <dsp:txXfrm>
        <a:off x="1366710" y="1481458"/>
        <a:ext cx="6375872" cy="1183299"/>
      </dsp:txXfrm>
    </dsp:sp>
    <dsp:sp modelId="{59174E12-33E6-418A-A88B-907CDD1C796F}">
      <dsp:nvSpPr>
        <dsp:cNvPr id="0" name=""/>
        <dsp:cNvSpPr/>
      </dsp:nvSpPr>
      <dsp:spPr>
        <a:xfrm>
          <a:off x="0" y="2960582"/>
          <a:ext cx="7742583" cy="11832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AB7338-DE78-4087-909E-E0BBC30BE1CD}">
      <dsp:nvSpPr>
        <dsp:cNvPr id="0" name=""/>
        <dsp:cNvSpPr/>
      </dsp:nvSpPr>
      <dsp:spPr>
        <a:xfrm>
          <a:off x="357948" y="3226825"/>
          <a:ext cx="650814" cy="650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D8842A-1FDE-44F5-8577-69CD655176EB}">
      <dsp:nvSpPr>
        <dsp:cNvPr id="0" name=""/>
        <dsp:cNvSpPr/>
      </dsp:nvSpPr>
      <dsp:spPr>
        <a:xfrm>
          <a:off x="1366710" y="2960582"/>
          <a:ext cx="6375872" cy="118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233" tIns="125233" rIns="125233" bIns="125233" numCol="1" spcCol="1270" anchor="ctr" anchorCtr="0">
          <a:noAutofit/>
        </a:bodyPr>
        <a:lstStyle/>
        <a:p>
          <a:pPr marL="0" lvl="0" indent="0" algn="l" defTabSz="977900">
            <a:lnSpc>
              <a:spcPct val="90000"/>
            </a:lnSpc>
            <a:spcBef>
              <a:spcPct val="0"/>
            </a:spcBef>
            <a:spcAft>
              <a:spcPct val="35000"/>
            </a:spcAft>
            <a:buNone/>
          </a:pPr>
          <a:r>
            <a:rPr lang="en-US" sz="2200" b="0" i="0" kern="1200"/>
            <a:t>What are the consequences for the student (what does the student get) from the behaviors?</a:t>
          </a:r>
          <a:endParaRPr lang="en-US" sz="2200" kern="1200"/>
        </a:p>
      </dsp:txBody>
      <dsp:txXfrm>
        <a:off x="1366710" y="2960582"/>
        <a:ext cx="6375872" cy="1183299"/>
      </dsp:txXfrm>
    </dsp:sp>
    <dsp:sp modelId="{C46F546C-BA26-4013-B31C-B161019FFFF1}">
      <dsp:nvSpPr>
        <dsp:cNvPr id="0" name=""/>
        <dsp:cNvSpPr/>
      </dsp:nvSpPr>
      <dsp:spPr>
        <a:xfrm>
          <a:off x="0" y="4439706"/>
          <a:ext cx="7742583" cy="11832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F67514-A50A-4238-8DD3-45C166AE7932}">
      <dsp:nvSpPr>
        <dsp:cNvPr id="0" name=""/>
        <dsp:cNvSpPr/>
      </dsp:nvSpPr>
      <dsp:spPr>
        <a:xfrm>
          <a:off x="357948" y="4705949"/>
          <a:ext cx="650814" cy="6508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8CDBB1-4099-4080-88B7-051C0433D05D}">
      <dsp:nvSpPr>
        <dsp:cNvPr id="0" name=""/>
        <dsp:cNvSpPr/>
      </dsp:nvSpPr>
      <dsp:spPr>
        <a:xfrm>
          <a:off x="1366710" y="4439706"/>
          <a:ext cx="6375872" cy="118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233" tIns="125233" rIns="125233" bIns="125233" numCol="1" spcCol="1270" anchor="ctr" anchorCtr="0">
          <a:noAutofit/>
        </a:bodyPr>
        <a:lstStyle/>
        <a:p>
          <a:pPr marL="0" lvl="0" indent="0" algn="l" defTabSz="977900">
            <a:lnSpc>
              <a:spcPct val="90000"/>
            </a:lnSpc>
            <a:spcBef>
              <a:spcPct val="0"/>
            </a:spcBef>
            <a:spcAft>
              <a:spcPct val="35000"/>
            </a:spcAft>
            <a:buNone/>
          </a:pPr>
          <a:r>
            <a:rPr lang="en-US" sz="2200" b="0" i="0" kern="1200"/>
            <a:t>What would you hypothesize to be the functions of the behavior?</a:t>
          </a:r>
          <a:endParaRPr lang="en-US" sz="2200" kern="1200"/>
        </a:p>
      </dsp:txBody>
      <dsp:txXfrm>
        <a:off x="1366710" y="4439706"/>
        <a:ext cx="6375872" cy="11832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0666DC1-CD27-4874-9484-9D06C59FE4D0}"/>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77579F-F417-47C2-AC03-911CCED021DB}"/>
              </a:ext>
            </a:extLst>
          </p:cNvPr>
          <p:cNvSpPr>
            <a:spLocks noGrp="1"/>
          </p:cNvSpPr>
          <p:nvPr>
            <p:ph type="ctrTitle"/>
          </p:nvPr>
        </p:nvSpPr>
        <p:spPr>
          <a:xfrm>
            <a:off x="484552" y="447675"/>
            <a:ext cx="8397511" cy="2714625"/>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643E600-28DA-4780-9E00-2E12F74FF621}"/>
              </a:ext>
            </a:extLst>
          </p:cNvPr>
          <p:cNvSpPr>
            <a:spLocks noGrp="1"/>
          </p:cNvSpPr>
          <p:nvPr>
            <p:ph type="subTitle" idx="1"/>
          </p:nvPr>
        </p:nvSpPr>
        <p:spPr>
          <a:xfrm>
            <a:off x="484552" y="3602037"/>
            <a:ext cx="8397511" cy="2460625"/>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0E6F1DC-ADFB-42C9-AB34-FCB38C8123FC}"/>
              </a:ext>
            </a:extLst>
          </p:cNvPr>
          <p:cNvSpPr>
            <a:spLocks noGrp="1"/>
          </p:cNvSpPr>
          <p:nvPr>
            <p:ph type="dt" sz="half" idx="10"/>
          </p:nvPr>
        </p:nvSpPr>
        <p:spPr/>
        <p:txBody>
          <a:bodyPr/>
          <a:lstStyle/>
          <a:p>
            <a:fld id="{92538219-6E45-4D12-B767-46F92D5844D4}" type="datetime1">
              <a:rPr lang="en-US" smtClean="0"/>
              <a:t>1/28/26</a:t>
            </a:fld>
            <a:endParaRPr lang="en-US"/>
          </a:p>
        </p:txBody>
      </p:sp>
      <p:sp>
        <p:nvSpPr>
          <p:cNvPr id="5" name="Footer Placeholder 4">
            <a:extLst>
              <a:ext uri="{FF2B5EF4-FFF2-40B4-BE49-F238E27FC236}">
                <a16:creationId xmlns:a16="http://schemas.microsoft.com/office/drawing/2014/main" id="{EE799E6D-BBA8-4A15-94DA-DBE8A4FDE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03C82-8719-4FAC-94BF-2A91335FB58A}"/>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18034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CF16-986E-4D90-AA40-CDB46E23320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A6F14DA-A783-43BC-8F15-95408B89D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58C48B6-C394-452A-94D9-D4802755D841}"/>
              </a:ext>
            </a:extLst>
          </p:cNvPr>
          <p:cNvSpPr>
            <a:spLocks noGrp="1"/>
          </p:cNvSpPr>
          <p:nvPr>
            <p:ph type="dt" sz="half" idx="10"/>
          </p:nvPr>
        </p:nvSpPr>
        <p:spPr/>
        <p:txBody>
          <a:bodyPr/>
          <a:lstStyle/>
          <a:p>
            <a:fld id="{8BB296A2-D8F0-4E17-BFD0-A6C902250D59}" type="datetime1">
              <a:rPr lang="en-US" smtClean="0"/>
              <a:t>1/28/26</a:t>
            </a:fld>
            <a:endParaRPr lang="en-US"/>
          </a:p>
        </p:txBody>
      </p:sp>
      <p:sp>
        <p:nvSpPr>
          <p:cNvPr id="5" name="Footer Placeholder 4">
            <a:extLst>
              <a:ext uri="{FF2B5EF4-FFF2-40B4-BE49-F238E27FC236}">
                <a16:creationId xmlns:a16="http://schemas.microsoft.com/office/drawing/2014/main" id="{43858A8A-3DD0-41C8-9F48-F4309FA19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06C92-7C02-4D34-B3E5-D549A7A36BD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222425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66F9FA-E6B8-4CFC-B3F1-0C075546EE33}"/>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16F270-B2AA-4935-885F-5924B1F63A3E}"/>
              </a:ext>
            </a:extLst>
          </p:cNvPr>
          <p:cNvSpPr>
            <a:spLocks noGrp="1"/>
          </p:cNvSpPr>
          <p:nvPr>
            <p:ph type="title"/>
          </p:nvPr>
        </p:nvSpPr>
        <p:spPr>
          <a:xfrm>
            <a:off x="484552" y="457200"/>
            <a:ext cx="10862898" cy="272415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22658E-3D87-4D5A-A602-847153CC4845}"/>
              </a:ext>
            </a:extLst>
          </p:cNvPr>
          <p:cNvSpPr>
            <a:spLocks noGrp="1"/>
          </p:cNvSpPr>
          <p:nvPr>
            <p:ph type="body" idx="1"/>
          </p:nvPr>
        </p:nvSpPr>
        <p:spPr>
          <a:xfrm>
            <a:off x="484552" y="3695701"/>
            <a:ext cx="10862898" cy="2393950"/>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AB1D84-A229-45B1-BD42-0DC0CE9F8DE9}"/>
              </a:ext>
            </a:extLst>
          </p:cNvPr>
          <p:cNvSpPr>
            <a:spLocks noGrp="1"/>
          </p:cNvSpPr>
          <p:nvPr>
            <p:ph type="dt" sz="half" idx="10"/>
          </p:nvPr>
        </p:nvSpPr>
        <p:spPr/>
        <p:txBody>
          <a:bodyPr/>
          <a:lstStyle/>
          <a:p>
            <a:fld id="{D9108C9C-1ACB-4C84-A002-C7E0E45B937A}" type="datetime1">
              <a:rPr lang="en-US" smtClean="0"/>
              <a:t>1/28/26</a:t>
            </a:fld>
            <a:endParaRPr lang="en-US"/>
          </a:p>
        </p:txBody>
      </p:sp>
      <p:sp>
        <p:nvSpPr>
          <p:cNvPr id="5" name="Footer Placeholder 4">
            <a:extLst>
              <a:ext uri="{FF2B5EF4-FFF2-40B4-BE49-F238E27FC236}">
                <a16:creationId xmlns:a16="http://schemas.microsoft.com/office/drawing/2014/main" id="{2664EEF4-D461-49D7-8F24-8BFE2444B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4055A-7488-4646-9E88-692036EA22DE}"/>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560944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1F74-ED26-4F8B-BF51-3533D8404E5A}"/>
              </a:ext>
            </a:extLst>
          </p:cNvPr>
          <p:cNvSpPr>
            <a:spLocks noGrp="1"/>
          </p:cNvSpPr>
          <p:nvPr>
            <p:ph type="title"/>
          </p:nvPr>
        </p:nvSpPr>
        <p:spPr>
          <a:xfrm>
            <a:off x="484552" y="365760"/>
            <a:ext cx="11264536" cy="168751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1D2D7-7F18-43E0-9B2E-3FCD83CC83BC}"/>
              </a:ext>
            </a:extLst>
          </p:cNvPr>
          <p:cNvSpPr>
            <a:spLocks noGrp="1"/>
          </p:cNvSpPr>
          <p:nvPr>
            <p:ph sz="half" idx="1"/>
          </p:nvPr>
        </p:nvSpPr>
        <p:spPr>
          <a:xfrm>
            <a:off x="48455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FCBBB66-EB7D-4F8C-9C78-1D1C88846469}"/>
              </a:ext>
            </a:extLst>
          </p:cNvPr>
          <p:cNvSpPr>
            <a:spLocks noGrp="1"/>
          </p:cNvSpPr>
          <p:nvPr>
            <p:ph sz="half" idx="2"/>
          </p:nvPr>
        </p:nvSpPr>
        <p:spPr>
          <a:xfrm>
            <a:off x="627016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7A684E6-393D-4587-AA45-E6734FB47AEC}"/>
              </a:ext>
            </a:extLst>
          </p:cNvPr>
          <p:cNvSpPr>
            <a:spLocks noGrp="1"/>
          </p:cNvSpPr>
          <p:nvPr>
            <p:ph type="dt" sz="half" idx="10"/>
          </p:nvPr>
        </p:nvSpPr>
        <p:spPr/>
        <p:txBody>
          <a:bodyPr/>
          <a:lstStyle/>
          <a:p>
            <a:fld id="{F49AF2A5-B297-4977-9E5B-4D3050E23689}" type="datetime1">
              <a:rPr lang="en-US" smtClean="0"/>
              <a:t>1/28/26</a:t>
            </a:fld>
            <a:endParaRPr lang="en-US"/>
          </a:p>
        </p:txBody>
      </p:sp>
      <p:sp>
        <p:nvSpPr>
          <p:cNvPr id="6" name="Footer Placeholder 5">
            <a:extLst>
              <a:ext uri="{FF2B5EF4-FFF2-40B4-BE49-F238E27FC236}">
                <a16:creationId xmlns:a16="http://schemas.microsoft.com/office/drawing/2014/main" id="{0A1D8EE0-0333-4ABC-AE18-10DD5071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52369-A8F0-4709-8372-B420A67DB7C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986457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1592-4621-4D72-BC2D-F2C439F81B81}"/>
              </a:ext>
            </a:extLst>
          </p:cNvPr>
          <p:cNvSpPr>
            <a:spLocks noGrp="1"/>
          </p:cNvSpPr>
          <p:nvPr>
            <p:ph type="title"/>
          </p:nvPr>
        </p:nvSpPr>
        <p:spPr>
          <a:xfrm>
            <a:off x="484552" y="365759"/>
            <a:ext cx="10870836" cy="16916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823F5-0A90-4666-BE88-2BE0D0A61603}"/>
              </a:ext>
            </a:extLst>
          </p:cNvPr>
          <p:cNvSpPr>
            <a:spLocks noGrp="1"/>
          </p:cNvSpPr>
          <p:nvPr>
            <p:ph type="body" idx="1"/>
          </p:nvPr>
        </p:nvSpPr>
        <p:spPr>
          <a:xfrm>
            <a:off x="484552" y="2436473"/>
            <a:ext cx="5332026"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EC6A7C-6260-463D-B3FD-71A07ACD0669}"/>
              </a:ext>
            </a:extLst>
          </p:cNvPr>
          <p:cNvSpPr>
            <a:spLocks noGrp="1"/>
          </p:cNvSpPr>
          <p:nvPr>
            <p:ph sz="half" idx="2"/>
          </p:nvPr>
        </p:nvSpPr>
        <p:spPr>
          <a:xfrm>
            <a:off x="484552" y="3409051"/>
            <a:ext cx="5332026"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F2AF8D-90ED-4512-9423-C91BF73A99B2}"/>
              </a:ext>
            </a:extLst>
          </p:cNvPr>
          <p:cNvSpPr>
            <a:spLocks noGrp="1"/>
          </p:cNvSpPr>
          <p:nvPr>
            <p:ph type="body" sz="quarter" idx="3"/>
          </p:nvPr>
        </p:nvSpPr>
        <p:spPr>
          <a:xfrm>
            <a:off x="6270162" y="2436473"/>
            <a:ext cx="5358285"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838EA-E20D-4CC3-83C2-AFE0DE9F7376}"/>
              </a:ext>
            </a:extLst>
          </p:cNvPr>
          <p:cNvSpPr>
            <a:spLocks noGrp="1"/>
          </p:cNvSpPr>
          <p:nvPr>
            <p:ph sz="quarter" idx="4"/>
          </p:nvPr>
        </p:nvSpPr>
        <p:spPr>
          <a:xfrm>
            <a:off x="6270162" y="3409051"/>
            <a:ext cx="5358285"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3603F8A-08E1-4160-9B7E-E0CA4BF8EC3C}"/>
              </a:ext>
            </a:extLst>
          </p:cNvPr>
          <p:cNvSpPr>
            <a:spLocks noGrp="1"/>
          </p:cNvSpPr>
          <p:nvPr>
            <p:ph type="dt" sz="half" idx="10"/>
          </p:nvPr>
        </p:nvSpPr>
        <p:spPr/>
        <p:txBody>
          <a:bodyPr/>
          <a:lstStyle/>
          <a:p>
            <a:fld id="{70127434-4794-409A-9547-04789BA47588}" type="datetime1">
              <a:rPr lang="en-US" smtClean="0"/>
              <a:t>1/28/26</a:t>
            </a:fld>
            <a:endParaRPr lang="en-US"/>
          </a:p>
        </p:txBody>
      </p:sp>
      <p:sp>
        <p:nvSpPr>
          <p:cNvPr id="8" name="Footer Placeholder 7">
            <a:extLst>
              <a:ext uri="{FF2B5EF4-FFF2-40B4-BE49-F238E27FC236}">
                <a16:creationId xmlns:a16="http://schemas.microsoft.com/office/drawing/2014/main" id="{118291AB-3C5C-4BE1-9E50-02F489336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96E64-CD6C-4CF7-8624-FA4AE9760EEB}"/>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10862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62B3-06A0-4F2F-96EC-A062DAE2FE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FC0095-49F0-4A83-AE8C-9D13E15C2BD8}"/>
              </a:ext>
            </a:extLst>
          </p:cNvPr>
          <p:cNvSpPr>
            <a:spLocks noGrp="1"/>
          </p:cNvSpPr>
          <p:nvPr>
            <p:ph type="dt" sz="half" idx="10"/>
          </p:nvPr>
        </p:nvSpPr>
        <p:spPr/>
        <p:txBody>
          <a:bodyPr/>
          <a:lstStyle/>
          <a:p>
            <a:fld id="{85658635-357A-4E3D-B824-A5CEFDB8449C}" type="datetime1">
              <a:rPr lang="en-US" smtClean="0"/>
              <a:t>1/28/26</a:t>
            </a:fld>
            <a:endParaRPr lang="en-US"/>
          </a:p>
        </p:txBody>
      </p:sp>
      <p:sp>
        <p:nvSpPr>
          <p:cNvPr id="4" name="Footer Placeholder 3">
            <a:extLst>
              <a:ext uri="{FF2B5EF4-FFF2-40B4-BE49-F238E27FC236}">
                <a16:creationId xmlns:a16="http://schemas.microsoft.com/office/drawing/2014/main" id="{61824898-D4EA-497A-8FC8-43E0D0213B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4821F6-2C08-450C-A18C-702D7384292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2295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FE119-5FCA-4D9C-9C07-1B81A0BF3BFF}"/>
              </a:ext>
            </a:extLst>
          </p:cNvPr>
          <p:cNvSpPr>
            <a:spLocks noGrp="1"/>
          </p:cNvSpPr>
          <p:nvPr>
            <p:ph type="dt" sz="half" idx="10"/>
          </p:nvPr>
        </p:nvSpPr>
        <p:spPr/>
        <p:txBody>
          <a:bodyPr/>
          <a:lstStyle/>
          <a:p>
            <a:fld id="{7E86FF77-2719-4AD0-8740-0B90FF5D1EFB}" type="datetime1">
              <a:rPr lang="en-US" smtClean="0"/>
              <a:t>1/28/26</a:t>
            </a:fld>
            <a:endParaRPr lang="en-US"/>
          </a:p>
        </p:txBody>
      </p:sp>
      <p:sp>
        <p:nvSpPr>
          <p:cNvPr id="3" name="Footer Placeholder 2">
            <a:extLst>
              <a:ext uri="{FF2B5EF4-FFF2-40B4-BE49-F238E27FC236}">
                <a16:creationId xmlns:a16="http://schemas.microsoft.com/office/drawing/2014/main" id="{2A2C5995-6284-4D7F-AB1C-CA8FE63A78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E4B0D-9C21-48D0-9438-C473706814B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162910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0AF76DA-8F95-47D9-9EB6-B1EC93437387}"/>
              </a:ext>
            </a:extLst>
          </p:cNvPr>
          <p:cNvGrpSpPr/>
          <p:nvPr/>
        </p:nvGrpSpPr>
        <p:grpSpPr>
          <a:xfrm>
            <a:off x="2" y="0"/>
            <a:ext cx="6095998" cy="6858002"/>
            <a:chOff x="1" y="4563942"/>
            <a:chExt cx="12192005" cy="2294060"/>
          </a:xfrm>
        </p:grpSpPr>
        <p:sp>
          <p:nvSpPr>
            <p:cNvPr id="28" name="Rectangle 27">
              <a:extLst>
                <a:ext uri="{FF2B5EF4-FFF2-40B4-BE49-F238E27FC236}">
                  <a16:creationId xmlns:a16="http://schemas.microsoft.com/office/drawing/2014/main" id="{31355B14-077B-4BA1-962D-6E97D93FFCCC}"/>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30B99F-AC6F-4973-A35E-16C87C38711D}"/>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8E41614-9483-47F8-A429-FB0D1C5AA89A}"/>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5E91C-3C4F-40A2-BCC6-918D3BEDD24B}"/>
              </a:ext>
            </a:extLst>
          </p:cNvPr>
          <p:cNvSpPr>
            <a:spLocks noGrp="1"/>
          </p:cNvSpPr>
          <p:nvPr>
            <p:ph type="title"/>
          </p:nvPr>
        </p:nvSpPr>
        <p:spPr>
          <a:xfrm>
            <a:off x="484552" y="457200"/>
            <a:ext cx="5287234" cy="1600200"/>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30F113-1C61-4F74-BD5B-727668BBEAFC}"/>
              </a:ext>
            </a:extLst>
          </p:cNvPr>
          <p:cNvSpPr>
            <a:spLocks noGrp="1"/>
          </p:cNvSpPr>
          <p:nvPr>
            <p:ph idx="1"/>
          </p:nvPr>
        </p:nvSpPr>
        <p:spPr>
          <a:xfrm>
            <a:off x="6270162" y="457201"/>
            <a:ext cx="5085226"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10EB228-A180-4DF6-9D5B-2CF86B6B9BB0}"/>
              </a:ext>
            </a:extLst>
          </p:cNvPr>
          <p:cNvSpPr>
            <a:spLocks noGrp="1"/>
          </p:cNvSpPr>
          <p:nvPr>
            <p:ph type="body" sz="half" idx="2"/>
          </p:nvPr>
        </p:nvSpPr>
        <p:spPr>
          <a:xfrm>
            <a:off x="484552" y="2514600"/>
            <a:ext cx="5287234"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13719-D65D-4BAE-97B7-FAE8F39982EF}"/>
              </a:ext>
            </a:extLst>
          </p:cNvPr>
          <p:cNvSpPr>
            <a:spLocks noGrp="1"/>
          </p:cNvSpPr>
          <p:nvPr>
            <p:ph type="dt" sz="half" idx="10"/>
          </p:nvPr>
        </p:nvSpPr>
        <p:spPr/>
        <p:txBody>
          <a:bodyPr/>
          <a:lstStyle/>
          <a:p>
            <a:fld id="{6E441C83-1089-48B9-8B65-293D4C236D35}" type="datetime1">
              <a:rPr lang="en-US" smtClean="0"/>
              <a:t>1/28/26</a:t>
            </a:fld>
            <a:endParaRPr lang="en-US"/>
          </a:p>
        </p:txBody>
      </p:sp>
      <p:sp>
        <p:nvSpPr>
          <p:cNvPr id="6" name="Footer Placeholder 5">
            <a:extLst>
              <a:ext uri="{FF2B5EF4-FFF2-40B4-BE49-F238E27FC236}">
                <a16:creationId xmlns:a16="http://schemas.microsoft.com/office/drawing/2014/main" id="{F747F5BB-DC3C-45D1-A0D2-05168FECA2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44BA3-19DB-4072-9A2C-08C92361AF9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21311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0A6909D-DC0B-4221-8140-21E981D896AF}"/>
              </a:ext>
            </a:extLst>
          </p:cNvPr>
          <p:cNvGrpSpPr/>
          <p:nvPr/>
        </p:nvGrpSpPr>
        <p:grpSpPr>
          <a:xfrm>
            <a:off x="2" y="0"/>
            <a:ext cx="6095998" cy="6858002"/>
            <a:chOff x="1" y="4563942"/>
            <a:chExt cx="12192005" cy="2294060"/>
          </a:xfrm>
        </p:grpSpPr>
        <p:sp>
          <p:nvSpPr>
            <p:cNvPr id="9" name="Rectangle 8">
              <a:extLst>
                <a:ext uri="{FF2B5EF4-FFF2-40B4-BE49-F238E27FC236}">
                  <a16:creationId xmlns:a16="http://schemas.microsoft.com/office/drawing/2014/main" id="{53D581C2-F39E-4958-A3F3-BB65AB1C5E66}"/>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D77040-27EF-4D2C-8D34-32337B0C8544}"/>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1A26D20-69F8-4BBC-98C0-BEB470AB8284}"/>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7B6BC-4B2A-4001-9634-47473F82701E}"/>
              </a:ext>
            </a:extLst>
          </p:cNvPr>
          <p:cNvSpPr>
            <a:spLocks noGrp="1"/>
          </p:cNvSpPr>
          <p:nvPr>
            <p:ph type="title"/>
          </p:nvPr>
        </p:nvSpPr>
        <p:spPr>
          <a:xfrm>
            <a:off x="484552" y="457200"/>
            <a:ext cx="5211519" cy="1600200"/>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97D074-2CCB-4AB8-A7A0-7847D3C1EF8A}"/>
              </a:ext>
            </a:extLst>
          </p:cNvPr>
          <p:cNvSpPr>
            <a:spLocks noGrp="1"/>
          </p:cNvSpPr>
          <p:nvPr>
            <p:ph type="pic" idx="1"/>
          </p:nvPr>
        </p:nvSpPr>
        <p:spPr>
          <a:xfrm>
            <a:off x="6270162" y="457201"/>
            <a:ext cx="5085226"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51FB94BD-D906-4213-9F31-1BE17A86F926}"/>
              </a:ext>
            </a:extLst>
          </p:cNvPr>
          <p:cNvSpPr>
            <a:spLocks noGrp="1"/>
          </p:cNvSpPr>
          <p:nvPr>
            <p:ph type="body" sz="half" idx="2"/>
          </p:nvPr>
        </p:nvSpPr>
        <p:spPr>
          <a:xfrm>
            <a:off x="484552" y="2514600"/>
            <a:ext cx="5211519"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B8431-70CB-4E9F-8A49-CDFF18554212}"/>
              </a:ext>
            </a:extLst>
          </p:cNvPr>
          <p:cNvSpPr>
            <a:spLocks noGrp="1"/>
          </p:cNvSpPr>
          <p:nvPr>
            <p:ph type="dt" sz="half" idx="10"/>
          </p:nvPr>
        </p:nvSpPr>
        <p:spPr/>
        <p:txBody>
          <a:bodyPr/>
          <a:lstStyle/>
          <a:p>
            <a:fld id="{D162FE45-CC1E-47DB-8B82-6CF0636FBDB8}" type="datetime1">
              <a:rPr lang="en-US" smtClean="0"/>
              <a:t>1/28/26</a:t>
            </a:fld>
            <a:endParaRPr lang="en-US"/>
          </a:p>
        </p:txBody>
      </p:sp>
      <p:sp>
        <p:nvSpPr>
          <p:cNvPr id="6" name="Footer Placeholder 5">
            <a:extLst>
              <a:ext uri="{FF2B5EF4-FFF2-40B4-BE49-F238E27FC236}">
                <a16:creationId xmlns:a16="http://schemas.microsoft.com/office/drawing/2014/main" id="{ADD2F293-170E-410E-88BF-187A63C5E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D93A2-588D-43B5-B6FA-0B7892E6E13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21024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8A33-CB96-4CB1-9941-753BD0824C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EB269-70DF-4510-A313-336226558E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1EA3CC-B2DC-4E87-826C-B885A7E62819}"/>
              </a:ext>
            </a:extLst>
          </p:cNvPr>
          <p:cNvSpPr>
            <a:spLocks noGrp="1"/>
          </p:cNvSpPr>
          <p:nvPr>
            <p:ph type="dt" sz="half" idx="10"/>
          </p:nvPr>
        </p:nvSpPr>
        <p:spPr/>
        <p:txBody>
          <a:bodyPr/>
          <a:lstStyle/>
          <a:p>
            <a:fld id="{836430B8-6059-41E5-A5DC-C07A76F5859A}" type="datetime1">
              <a:rPr lang="en-US" smtClean="0"/>
              <a:t>1/28/26</a:t>
            </a:fld>
            <a:endParaRPr lang="en-US"/>
          </a:p>
        </p:txBody>
      </p:sp>
      <p:sp>
        <p:nvSpPr>
          <p:cNvPr id="5" name="Footer Placeholder 4">
            <a:extLst>
              <a:ext uri="{FF2B5EF4-FFF2-40B4-BE49-F238E27FC236}">
                <a16:creationId xmlns:a16="http://schemas.microsoft.com/office/drawing/2014/main" id="{7AF37F52-A7C4-4E21-A12A-02546D477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6031F-5A79-48A7-8EDC-DDD9A9E4B9F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133314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188483-96C4-4E9C-AA6A-E70005461AEE}"/>
              </a:ext>
            </a:extLst>
          </p:cNvPr>
          <p:cNvSpPr/>
          <p:nvPr/>
        </p:nvSpPr>
        <p:spPr>
          <a:xfrm>
            <a:off x="9144000" y="0"/>
            <a:ext cx="3048000" cy="6854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0E4FCD54-7F0B-446E-9998-93E7BD7CE74D}"/>
              </a:ext>
            </a:extLst>
          </p:cNvPr>
          <p:cNvSpPr>
            <a:spLocks noGrp="1"/>
          </p:cNvSpPr>
          <p:nvPr>
            <p:ph type="title" orient="vert"/>
          </p:nvPr>
        </p:nvSpPr>
        <p:spPr>
          <a:xfrm>
            <a:off x="9534222" y="365125"/>
            <a:ext cx="2238678"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0766238-BBF1-4672-BC09-746C6967E5DF}"/>
              </a:ext>
            </a:extLst>
          </p:cNvPr>
          <p:cNvSpPr>
            <a:spLocks noGrp="1"/>
          </p:cNvSpPr>
          <p:nvPr>
            <p:ph type="body" orient="vert" idx="1"/>
          </p:nvPr>
        </p:nvSpPr>
        <p:spPr>
          <a:xfrm>
            <a:off x="484552" y="365125"/>
            <a:ext cx="837406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8F32A5-B67B-45C1-B454-12E9FBE0C869}"/>
              </a:ext>
            </a:extLst>
          </p:cNvPr>
          <p:cNvSpPr>
            <a:spLocks noGrp="1"/>
          </p:cNvSpPr>
          <p:nvPr>
            <p:ph type="dt" sz="half" idx="10"/>
          </p:nvPr>
        </p:nvSpPr>
        <p:spPr/>
        <p:txBody>
          <a:bodyPr/>
          <a:lstStyle/>
          <a:p>
            <a:fld id="{A09D0CB7-D16E-4358-B7F4-EA4A24554592}" type="datetime1">
              <a:rPr lang="en-US" smtClean="0"/>
              <a:t>1/28/26</a:t>
            </a:fld>
            <a:endParaRPr lang="en-US"/>
          </a:p>
        </p:txBody>
      </p:sp>
      <p:sp>
        <p:nvSpPr>
          <p:cNvPr id="5" name="Footer Placeholder 4">
            <a:extLst>
              <a:ext uri="{FF2B5EF4-FFF2-40B4-BE49-F238E27FC236}">
                <a16:creationId xmlns:a16="http://schemas.microsoft.com/office/drawing/2014/main" id="{48E91896-9441-4636-89D5-84E5932A1EDB}"/>
              </a:ext>
            </a:extLst>
          </p:cNvPr>
          <p:cNvSpPr>
            <a:spLocks noGrp="1"/>
          </p:cNvSpPr>
          <p:nvPr>
            <p:ph type="ftr" sz="quarter" idx="11"/>
          </p:nvPr>
        </p:nvSpPr>
        <p:spPr>
          <a:xfrm>
            <a:off x="3228110"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88937DFE-7F48-4EB0-83BC-A93F342D2618}"/>
              </a:ext>
            </a:extLst>
          </p:cNvPr>
          <p:cNvSpPr>
            <a:spLocks noGrp="1"/>
          </p:cNvSpPr>
          <p:nvPr>
            <p:ph type="sldNum" sz="quarter" idx="12"/>
          </p:nvPr>
        </p:nvSpPr>
        <p:spPr/>
        <p:txBody>
          <a:bodyPr/>
          <a:lstStyle>
            <a:lvl1pPr>
              <a:defRPr>
                <a:solidFill>
                  <a:schemeClr val="bg1">
                    <a:alpha val="80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3602781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A26A151-13BF-4305-A6DC-9DC7C9877195}"/>
              </a:ext>
            </a:extLst>
          </p:cNvPr>
          <p:cNvSpPr/>
          <p:nvPr/>
        </p:nvSpPr>
        <p:spPr>
          <a:xfrm>
            <a:off x="0" y="0"/>
            <a:ext cx="12192000"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DEE6AE3-3BCC-4B3B-AC4E-60F91014449A}"/>
              </a:ext>
            </a:extLst>
          </p:cNvPr>
          <p:cNvSpPr>
            <a:spLocks noGrp="1"/>
          </p:cNvSpPr>
          <p:nvPr>
            <p:ph type="title"/>
          </p:nvPr>
        </p:nvSpPr>
        <p:spPr>
          <a:xfrm>
            <a:off x="484552" y="365125"/>
            <a:ext cx="10869248" cy="168751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4CB514A-E7EA-41A8-ADBA-85CA1DF6D349}"/>
              </a:ext>
            </a:extLst>
          </p:cNvPr>
          <p:cNvSpPr>
            <a:spLocks noGrp="1"/>
          </p:cNvSpPr>
          <p:nvPr>
            <p:ph type="body" idx="1"/>
          </p:nvPr>
        </p:nvSpPr>
        <p:spPr>
          <a:xfrm>
            <a:off x="484552" y="2576513"/>
            <a:ext cx="10869248" cy="360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19CB0BD-D6E3-4B3D-BCBB-6FECA5D6323C}"/>
              </a:ext>
            </a:extLst>
          </p:cNvPr>
          <p:cNvSpPr>
            <a:spLocks noGrp="1"/>
          </p:cNvSpPr>
          <p:nvPr>
            <p:ph type="dt" sz="half" idx="2"/>
          </p:nvPr>
        </p:nvSpPr>
        <p:spPr>
          <a:xfrm>
            <a:off x="146221" y="6357208"/>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FC8E16-3C03-4238-9C6F-B34F3D10F77E}" type="datetime1">
              <a:rPr lang="en-US" smtClean="0"/>
              <a:t>1/28/26</a:t>
            </a:fld>
            <a:endParaRPr lang="en-US" dirty="0"/>
          </a:p>
        </p:txBody>
      </p:sp>
      <p:sp>
        <p:nvSpPr>
          <p:cNvPr id="5" name="Footer Placeholder 4">
            <a:extLst>
              <a:ext uri="{FF2B5EF4-FFF2-40B4-BE49-F238E27FC236}">
                <a16:creationId xmlns:a16="http://schemas.microsoft.com/office/drawing/2014/main" id="{A84147F7-B466-4892-BE27-876F947515C8}"/>
              </a:ext>
            </a:extLst>
          </p:cNvPr>
          <p:cNvSpPr>
            <a:spLocks noGrp="1"/>
          </p:cNvSpPr>
          <p:nvPr>
            <p:ph type="ftr" sz="quarter" idx="3"/>
          </p:nvPr>
        </p:nvSpPr>
        <p:spPr>
          <a:xfrm>
            <a:off x="6270162" y="635635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64B4FE0-65CC-4435-A6AF-150E52F35BB8}"/>
              </a:ext>
            </a:extLst>
          </p:cNvPr>
          <p:cNvSpPr>
            <a:spLocks noGrp="1"/>
          </p:cNvSpPr>
          <p:nvPr>
            <p:ph type="sldNum" sz="quarter" idx="4"/>
          </p:nvPr>
        </p:nvSpPr>
        <p:spPr>
          <a:xfrm>
            <a:off x="10764983" y="6356350"/>
            <a:ext cx="128079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2895759064"/>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7" r:id="rId6"/>
    <p:sldLayoutId id="2147483822" r:id="rId7"/>
    <p:sldLayoutId id="2147483823" r:id="rId8"/>
    <p:sldLayoutId id="2147483824" r:id="rId9"/>
    <p:sldLayoutId id="2147483826" r:id="rId10"/>
    <p:sldLayoutId id="2147483825" r:id="rId11"/>
  </p:sldLayoutIdLst>
  <p:hf sldNum="0" hdr="0" ftr="0" dt="0"/>
  <p:txStyles>
    <p:titleStyle>
      <a:lvl1pPr algn="l" defTabSz="914400" rtl="0" eaLnBrk="1" latinLnBrk="0" hangingPunct="1">
        <a:lnSpc>
          <a:spcPct val="100000"/>
        </a:lnSpc>
        <a:spcBef>
          <a:spcPct val="0"/>
        </a:spcBef>
        <a:buNone/>
        <a:defRPr sz="5400" kern="1200">
          <a:solidFill>
            <a:schemeClr val="bg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C8041AD-0A28-47FA-8BFF-56BAAA246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95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1AC940-0434-0132-C4B2-7547A4AB8833}"/>
              </a:ext>
            </a:extLst>
          </p:cNvPr>
          <p:cNvSpPr>
            <a:spLocks noGrp="1"/>
          </p:cNvSpPr>
          <p:nvPr>
            <p:ph type="ctrTitle"/>
          </p:nvPr>
        </p:nvSpPr>
        <p:spPr>
          <a:xfrm>
            <a:off x="484553" y="397275"/>
            <a:ext cx="5216531" cy="3761257"/>
          </a:xfrm>
        </p:spPr>
        <p:txBody>
          <a:bodyPr anchor="ctr">
            <a:normAutofit/>
          </a:bodyPr>
          <a:lstStyle/>
          <a:p>
            <a:r>
              <a:rPr lang="en-US"/>
              <a:t>SOWK 609B: school social work practice and policy</a:t>
            </a:r>
          </a:p>
        </p:txBody>
      </p:sp>
      <p:sp>
        <p:nvSpPr>
          <p:cNvPr id="3" name="Subtitle 2">
            <a:extLst>
              <a:ext uri="{FF2B5EF4-FFF2-40B4-BE49-F238E27FC236}">
                <a16:creationId xmlns:a16="http://schemas.microsoft.com/office/drawing/2014/main" id="{D7939F86-33A8-AC77-46D3-22CCA32315EA}"/>
              </a:ext>
            </a:extLst>
          </p:cNvPr>
          <p:cNvSpPr>
            <a:spLocks noGrp="1"/>
          </p:cNvSpPr>
          <p:nvPr>
            <p:ph type="subTitle" idx="1"/>
          </p:nvPr>
        </p:nvSpPr>
        <p:spPr>
          <a:xfrm>
            <a:off x="351183" y="4846029"/>
            <a:ext cx="5238584" cy="1370463"/>
          </a:xfrm>
        </p:spPr>
        <p:txBody>
          <a:bodyPr anchor="ctr">
            <a:normAutofit/>
          </a:bodyPr>
          <a:lstStyle/>
          <a:p>
            <a:r>
              <a:rPr lang="en-US"/>
              <a:t>Session 3 – Spring 2026</a:t>
            </a:r>
          </a:p>
          <a:p>
            <a:r>
              <a:rPr lang="en-US" dirty="0"/>
              <a:t>Binita M. Donohue, LCSW</a:t>
            </a:r>
          </a:p>
        </p:txBody>
      </p:sp>
      <p:pic>
        <p:nvPicPr>
          <p:cNvPr id="4" name="Picture 3" descr="Cloudy oil paint art">
            <a:extLst>
              <a:ext uri="{FF2B5EF4-FFF2-40B4-BE49-F238E27FC236}">
                <a16:creationId xmlns:a16="http://schemas.microsoft.com/office/drawing/2014/main" id="{6F6BB593-FA92-BD68-291C-B1DE647EDB40}"/>
              </a:ext>
            </a:extLst>
          </p:cNvPr>
          <p:cNvPicPr>
            <a:picLocks noChangeAspect="1"/>
          </p:cNvPicPr>
          <p:nvPr/>
        </p:nvPicPr>
        <p:blipFill>
          <a:blip r:embed="rId2"/>
          <a:srcRect r="40666" b="-2"/>
          <a:stretch/>
        </p:blipFill>
        <p:spPr>
          <a:xfrm>
            <a:off x="6095998" y="-1"/>
            <a:ext cx="6096002" cy="6858001"/>
          </a:xfrm>
          <a:prstGeom prst="rect">
            <a:avLst/>
          </a:prstGeom>
        </p:spPr>
      </p:pic>
    </p:spTree>
    <p:extLst>
      <p:ext uri="{BB962C8B-B14F-4D97-AF65-F5344CB8AC3E}">
        <p14:creationId xmlns:p14="http://schemas.microsoft.com/office/powerpoint/2010/main" val="557910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8B943-A8DD-CF2A-858E-52198ABCEA93}"/>
              </a:ext>
            </a:extLst>
          </p:cNvPr>
          <p:cNvSpPr>
            <a:spLocks noGrp="1"/>
          </p:cNvSpPr>
          <p:nvPr>
            <p:ph type="title"/>
          </p:nvPr>
        </p:nvSpPr>
        <p:spPr/>
        <p:txBody>
          <a:bodyPr/>
          <a:lstStyle/>
          <a:p>
            <a:r>
              <a:rPr lang="en-US" dirty="0"/>
              <a:t>Quick Question</a:t>
            </a:r>
          </a:p>
        </p:txBody>
      </p:sp>
      <p:graphicFrame>
        <p:nvGraphicFramePr>
          <p:cNvPr id="4" name="Content Placeholder 3">
            <a:extLst>
              <a:ext uri="{FF2B5EF4-FFF2-40B4-BE49-F238E27FC236}">
                <a16:creationId xmlns:a16="http://schemas.microsoft.com/office/drawing/2014/main" id="{762152E1-635B-2E9B-BFC2-E43A7F86712D}"/>
              </a:ext>
            </a:extLst>
          </p:cNvPr>
          <p:cNvGraphicFramePr>
            <a:graphicFrameLocks noGrp="1"/>
          </p:cNvGraphicFramePr>
          <p:nvPr>
            <p:ph idx="1"/>
            <p:extLst>
              <p:ext uri="{D42A27DB-BD31-4B8C-83A1-F6EECF244321}">
                <p14:modId xmlns:p14="http://schemas.microsoft.com/office/powerpoint/2010/main" val="901366439"/>
              </p:ext>
            </p:extLst>
          </p:nvPr>
        </p:nvGraphicFramePr>
        <p:xfrm>
          <a:off x="484552" y="2576513"/>
          <a:ext cx="10869248" cy="3600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32003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550D06DF-275B-4246-BF8C-E25E631D2A2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923B175D-D3D9-9943-9BFF-559336AA182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80A34A-731B-4B77-8D1A-4326EA612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FB0BE6-1F7D-864E-49CB-86030A72365B}"/>
              </a:ext>
            </a:extLst>
          </p:cNvPr>
          <p:cNvSpPr>
            <a:spLocks noGrp="1"/>
          </p:cNvSpPr>
          <p:nvPr>
            <p:ph type="title"/>
          </p:nvPr>
        </p:nvSpPr>
        <p:spPr>
          <a:xfrm>
            <a:off x="146222" y="365125"/>
            <a:ext cx="2689847" cy="3938518"/>
          </a:xfrm>
        </p:spPr>
        <p:txBody>
          <a:bodyPr>
            <a:normAutofit/>
          </a:bodyPr>
          <a:lstStyle/>
          <a:p>
            <a:r>
              <a:rPr lang="en-US" sz="3200"/>
              <a:t>The Ideal FBA/BIP</a:t>
            </a:r>
          </a:p>
        </p:txBody>
      </p:sp>
      <p:grpSp>
        <p:nvGrpSpPr>
          <p:cNvPr id="14" name="Group 13">
            <a:extLst>
              <a:ext uri="{FF2B5EF4-FFF2-40B4-BE49-F238E27FC236}">
                <a16:creationId xmlns:a16="http://schemas.microsoft.com/office/drawing/2014/main" id="{E5CD2E8B-968C-4DDC-9470-260B5DA13D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72778"/>
            <a:ext cx="3047997" cy="2285222"/>
            <a:chOff x="0" y="3438071"/>
            <a:chExt cx="3047997" cy="3429000"/>
          </a:xfrm>
        </p:grpSpPr>
        <p:sp>
          <p:nvSpPr>
            <p:cNvPr id="15" name="Rectangle 14">
              <a:extLst>
                <a:ext uri="{FF2B5EF4-FFF2-40B4-BE49-F238E27FC236}">
                  <a16:creationId xmlns:a16="http://schemas.microsoft.com/office/drawing/2014/main" id="{54940AF6-4BB8-4A24-9BCA-B088F02BD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 y="3438071"/>
              <a:ext cx="3047991"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4AD7D5E-CDD6-4468-9F5F-6802387A9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47142"/>
              <a:ext cx="3047997" cy="3419929"/>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C7408CD9-8500-E292-88C1-042DF6EAA82B}"/>
              </a:ext>
            </a:extLst>
          </p:cNvPr>
          <p:cNvGraphicFramePr>
            <a:graphicFrameLocks noGrp="1"/>
          </p:cNvGraphicFramePr>
          <p:nvPr>
            <p:ph idx="1"/>
            <p:extLst>
              <p:ext uri="{D42A27DB-BD31-4B8C-83A1-F6EECF244321}">
                <p14:modId xmlns:p14="http://schemas.microsoft.com/office/powerpoint/2010/main" val="524089523"/>
              </p:ext>
            </p:extLst>
          </p:nvPr>
        </p:nvGraphicFramePr>
        <p:xfrm>
          <a:off x="3811656" y="551622"/>
          <a:ext cx="7742583" cy="5625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6851366"/>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5E8DB039-53C8-4B6D-9171-4839583E9A0A}"/>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65EC882C-5A1C-4484-91C4-73592E80D856}"/>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graphicEl>
                                              <a:dgm id="{43E689D8-7721-405B-B127-89FFDD82B020}"/>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F755945E-E41E-4E55-9F22-DEDABBC0D129}"/>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graphicEl>
                                              <a:dgm id="{46869686-D0B0-4A08-A531-4F6B14A8C389}"/>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graphicEl>
                                              <a:dgm id="{4EBFF9A3-CF86-402C-8E73-7CA74241735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8D9384D6-672D-44C9-8151-63A6BA7440C3}"/>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graphicEl>
                                              <a:dgm id="{18B65A6F-0FFD-42F1-B56C-4ED19EDE91EB}"/>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graphicEl>
                                              <a:dgm id="{8A88E7F1-7A6C-42FF-9294-8E4BFD4DA3D2}"/>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graphicEl>
                                              <a:dgm id="{CE8ECFFB-CBFE-4848-814F-A966A121912D}"/>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graphicEl>
                                              <a:dgm id="{3F2C5690-93EE-4D49-AC9D-08B0D1CD7A72}"/>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graphicEl>
                                              <a:dgm id="{4101F957-18F7-460F-AD73-8F230F3B72B7}"/>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graphicEl>
                                              <a:dgm id="{2745E1EF-4C0A-498B-98C6-D5A3F4C5D805}"/>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graphicEl>
                                              <a:dgm id="{B246DBF6-CF01-4669-83E5-E5492C558817}"/>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graphicEl>
                                              <a:dgm id="{7A19520B-3863-4FD2-A09A-5B290936C31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380A34A-731B-4B77-8D1A-4326EA612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FAFC5C-8C81-CDE4-5D5E-5C8C59900F59}"/>
              </a:ext>
            </a:extLst>
          </p:cNvPr>
          <p:cNvSpPr>
            <a:spLocks noGrp="1"/>
          </p:cNvSpPr>
          <p:nvPr>
            <p:ph type="title"/>
          </p:nvPr>
        </p:nvSpPr>
        <p:spPr>
          <a:xfrm>
            <a:off x="146222" y="365125"/>
            <a:ext cx="2689847" cy="3938518"/>
          </a:xfrm>
        </p:spPr>
        <p:txBody>
          <a:bodyPr>
            <a:normAutofit/>
          </a:bodyPr>
          <a:lstStyle/>
          <a:p>
            <a:r>
              <a:rPr lang="en-US" sz="3200"/>
              <a:t>Terms for FBA</a:t>
            </a:r>
          </a:p>
        </p:txBody>
      </p:sp>
      <p:grpSp>
        <p:nvGrpSpPr>
          <p:cNvPr id="24" name="Group 23">
            <a:extLst>
              <a:ext uri="{FF2B5EF4-FFF2-40B4-BE49-F238E27FC236}">
                <a16:creationId xmlns:a16="http://schemas.microsoft.com/office/drawing/2014/main" id="{E5CD2E8B-968C-4DDC-9470-260B5DA13D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72778"/>
            <a:ext cx="3047997" cy="2285222"/>
            <a:chOff x="0" y="3438071"/>
            <a:chExt cx="3047997" cy="3429000"/>
          </a:xfrm>
        </p:grpSpPr>
        <p:sp>
          <p:nvSpPr>
            <p:cNvPr id="25" name="Rectangle 24">
              <a:extLst>
                <a:ext uri="{FF2B5EF4-FFF2-40B4-BE49-F238E27FC236}">
                  <a16:creationId xmlns:a16="http://schemas.microsoft.com/office/drawing/2014/main" id="{54940AF6-4BB8-4A24-9BCA-B088F02BD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 y="3438071"/>
              <a:ext cx="3047991"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4AD7D5E-CDD6-4468-9F5F-6802387A9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47142"/>
              <a:ext cx="3047997" cy="3419929"/>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6" name="Content Placeholder 2">
            <a:extLst>
              <a:ext uri="{FF2B5EF4-FFF2-40B4-BE49-F238E27FC236}">
                <a16:creationId xmlns:a16="http://schemas.microsoft.com/office/drawing/2014/main" id="{B3DFEF9C-2C3F-7A33-CBA8-E86F32413491}"/>
              </a:ext>
            </a:extLst>
          </p:cNvPr>
          <p:cNvGraphicFramePr>
            <a:graphicFrameLocks noGrp="1"/>
          </p:cNvGraphicFramePr>
          <p:nvPr>
            <p:ph idx="1"/>
            <p:extLst>
              <p:ext uri="{D42A27DB-BD31-4B8C-83A1-F6EECF244321}">
                <p14:modId xmlns:p14="http://schemas.microsoft.com/office/powerpoint/2010/main" val="2535878686"/>
              </p:ext>
            </p:extLst>
          </p:nvPr>
        </p:nvGraphicFramePr>
        <p:xfrm>
          <a:off x="3811656" y="551622"/>
          <a:ext cx="7742583" cy="5625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537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C36F-5C0F-CB4D-5B14-053E3691B4ED}"/>
              </a:ext>
            </a:extLst>
          </p:cNvPr>
          <p:cNvSpPr>
            <a:spLocks noGrp="1"/>
          </p:cNvSpPr>
          <p:nvPr>
            <p:ph type="title"/>
          </p:nvPr>
        </p:nvSpPr>
        <p:spPr/>
        <p:txBody>
          <a:bodyPr/>
          <a:lstStyle/>
          <a:p>
            <a:r>
              <a:rPr lang="en-US" dirty="0"/>
              <a:t>Define the following:</a:t>
            </a:r>
          </a:p>
        </p:txBody>
      </p:sp>
      <p:graphicFrame>
        <p:nvGraphicFramePr>
          <p:cNvPr id="4" name="Content Placeholder 3">
            <a:extLst>
              <a:ext uri="{FF2B5EF4-FFF2-40B4-BE49-F238E27FC236}">
                <a16:creationId xmlns:a16="http://schemas.microsoft.com/office/drawing/2014/main" id="{71773C36-44AF-1D39-343B-34CEC6508243}"/>
              </a:ext>
            </a:extLst>
          </p:cNvPr>
          <p:cNvGraphicFramePr>
            <a:graphicFrameLocks noGrp="1"/>
          </p:cNvGraphicFramePr>
          <p:nvPr>
            <p:ph idx="1"/>
            <p:extLst>
              <p:ext uri="{D42A27DB-BD31-4B8C-83A1-F6EECF244321}">
                <p14:modId xmlns:p14="http://schemas.microsoft.com/office/powerpoint/2010/main" val="393252"/>
              </p:ext>
            </p:extLst>
          </p:nvPr>
        </p:nvGraphicFramePr>
        <p:xfrm>
          <a:off x="484552" y="2576513"/>
          <a:ext cx="10869248" cy="3600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5987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44F38-5419-4462-C3FA-D379AFF93207}"/>
              </a:ext>
            </a:extLst>
          </p:cNvPr>
          <p:cNvSpPr>
            <a:spLocks noGrp="1"/>
          </p:cNvSpPr>
          <p:nvPr>
            <p:ph type="title"/>
          </p:nvPr>
        </p:nvSpPr>
        <p:spPr>
          <a:xfrm>
            <a:off x="484551" y="365125"/>
            <a:ext cx="11423913" cy="1165963"/>
          </a:xfrm>
        </p:spPr>
        <p:txBody>
          <a:bodyPr>
            <a:normAutofit/>
          </a:bodyPr>
          <a:lstStyle/>
          <a:p>
            <a:r>
              <a:rPr lang="en-US" sz="4000" dirty="0"/>
              <a:t>Positive/Negative Reinforcement and Punishment</a:t>
            </a:r>
          </a:p>
        </p:txBody>
      </p:sp>
      <p:graphicFrame>
        <p:nvGraphicFramePr>
          <p:cNvPr id="4" name="Content Placeholder 3">
            <a:extLst>
              <a:ext uri="{FF2B5EF4-FFF2-40B4-BE49-F238E27FC236}">
                <a16:creationId xmlns:a16="http://schemas.microsoft.com/office/drawing/2014/main" id="{9C9A72CC-13AD-EAFE-71DE-F303B96A9470}"/>
              </a:ext>
            </a:extLst>
          </p:cNvPr>
          <p:cNvGraphicFramePr>
            <a:graphicFrameLocks noGrp="1"/>
          </p:cNvGraphicFramePr>
          <p:nvPr>
            <p:ph idx="1"/>
            <p:extLst>
              <p:ext uri="{D42A27DB-BD31-4B8C-83A1-F6EECF244321}">
                <p14:modId xmlns:p14="http://schemas.microsoft.com/office/powerpoint/2010/main" val="47459654"/>
              </p:ext>
            </p:extLst>
          </p:nvPr>
        </p:nvGraphicFramePr>
        <p:xfrm>
          <a:off x="484188" y="2576512"/>
          <a:ext cx="10869612" cy="2877990"/>
        </p:xfrm>
        <a:graphic>
          <a:graphicData uri="http://schemas.openxmlformats.org/drawingml/2006/table">
            <a:tbl>
              <a:tblPr firstRow="1" bandRow="1">
                <a:tableStyleId>{7E9639D4-E3E2-4D34-9284-5A2195B3D0D7}</a:tableStyleId>
              </a:tblPr>
              <a:tblGrid>
                <a:gridCol w="2237747">
                  <a:extLst>
                    <a:ext uri="{9D8B030D-6E8A-4147-A177-3AD203B41FA5}">
                      <a16:colId xmlns:a16="http://schemas.microsoft.com/office/drawing/2014/main" val="3708694974"/>
                    </a:ext>
                  </a:extLst>
                </a:gridCol>
                <a:gridCol w="4029739">
                  <a:extLst>
                    <a:ext uri="{9D8B030D-6E8A-4147-A177-3AD203B41FA5}">
                      <a16:colId xmlns:a16="http://schemas.microsoft.com/office/drawing/2014/main" val="2446406714"/>
                    </a:ext>
                  </a:extLst>
                </a:gridCol>
                <a:gridCol w="4602126">
                  <a:extLst>
                    <a:ext uri="{9D8B030D-6E8A-4147-A177-3AD203B41FA5}">
                      <a16:colId xmlns:a16="http://schemas.microsoft.com/office/drawing/2014/main" val="2233438875"/>
                    </a:ext>
                  </a:extLst>
                </a:gridCol>
              </a:tblGrid>
              <a:tr h="959330">
                <a:tc>
                  <a:txBody>
                    <a:bodyPr/>
                    <a:lstStyle/>
                    <a:p>
                      <a:endParaRPr lang="en-US" dirty="0"/>
                    </a:p>
                  </a:txBody>
                  <a:tcPr>
                    <a:lnB w="12700" cap="flat" cmpd="sng" algn="ctr">
                      <a:solidFill>
                        <a:schemeClr val="tx1"/>
                      </a:solidFill>
                      <a:prstDash val="solid"/>
                      <a:round/>
                      <a:headEnd type="none" w="med" len="med"/>
                      <a:tailEnd type="none" w="med" len="med"/>
                    </a:lnB>
                  </a:tcPr>
                </a:tc>
                <a:tc>
                  <a:txBody>
                    <a:bodyPr/>
                    <a:lstStyle/>
                    <a:p>
                      <a:endParaRPr lang="en-US" dirty="0"/>
                    </a:p>
                    <a:p>
                      <a:pPr algn="ctr"/>
                      <a:r>
                        <a:rPr lang="en-US" dirty="0"/>
                        <a:t>Reinforcement</a:t>
                      </a:r>
                    </a:p>
                    <a:p>
                      <a:endParaRPr lang="en-US" dirty="0"/>
                    </a:p>
                  </a:txBody>
                  <a:tcPr anchor="ctr">
                    <a:lnB w="12700" cap="flat" cmpd="sng" algn="ctr">
                      <a:solidFill>
                        <a:schemeClr val="tx1"/>
                      </a:solidFill>
                      <a:prstDash val="solid"/>
                      <a:round/>
                      <a:headEnd type="none" w="med" len="med"/>
                      <a:tailEnd type="none" w="med" len="med"/>
                    </a:lnB>
                  </a:tcPr>
                </a:tc>
                <a:tc>
                  <a:txBody>
                    <a:bodyPr/>
                    <a:lstStyle/>
                    <a:p>
                      <a:pPr algn="ctr"/>
                      <a:r>
                        <a:rPr lang="en-US" dirty="0"/>
                        <a:t>Punishment</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5533902"/>
                  </a:ext>
                </a:extLst>
              </a:tr>
              <a:tr h="959330">
                <a:tc>
                  <a:txBody>
                    <a:bodyPr/>
                    <a:lstStyle/>
                    <a:p>
                      <a:pPr algn="ctr"/>
                      <a:r>
                        <a:rPr lang="en-US" dirty="0"/>
                        <a:t>Positive</a:t>
                      </a:r>
                    </a:p>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Add something to make behavior increase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Add something to make behavior decrease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5534472"/>
                  </a:ext>
                </a:extLst>
              </a:tr>
              <a:tr h="959330">
                <a:tc>
                  <a:txBody>
                    <a:bodyPr/>
                    <a:lstStyle/>
                    <a:p>
                      <a:pPr algn="ctr"/>
                      <a:r>
                        <a:rPr lang="en-US" dirty="0"/>
                        <a:t>Negative</a:t>
                      </a:r>
                    </a:p>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Remove something to make behavior increase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Remove something to make behavior decrease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2804371"/>
                  </a:ext>
                </a:extLst>
              </a:tr>
            </a:tbl>
          </a:graphicData>
        </a:graphic>
      </p:graphicFrame>
    </p:spTree>
    <p:extLst>
      <p:ext uri="{BB962C8B-B14F-4D97-AF65-F5344CB8AC3E}">
        <p14:creationId xmlns:p14="http://schemas.microsoft.com/office/powerpoint/2010/main" val="3366938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16AF2-3BBF-CEA7-3376-66F255A841D2}"/>
              </a:ext>
            </a:extLst>
          </p:cNvPr>
          <p:cNvSpPr>
            <a:spLocks noGrp="1"/>
          </p:cNvSpPr>
          <p:nvPr>
            <p:ph type="title"/>
          </p:nvPr>
        </p:nvSpPr>
        <p:spPr/>
        <p:txBody>
          <a:bodyPr/>
          <a:lstStyle/>
          <a:p>
            <a:r>
              <a:rPr lang="en-US" dirty="0"/>
              <a:t>Analyzing a Behavioral Sequence</a:t>
            </a:r>
          </a:p>
        </p:txBody>
      </p:sp>
      <p:graphicFrame>
        <p:nvGraphicFramePr>
          <p:cNvPr id="4" name="Content Placeholder 3">
            <a:extLst>
              <a:ext uri="{FF2B5EF4-FFF2-40B4-BE49-F238E27FC236}">
                <a16:creationId xmlns:a16="http://schemas.microsoft.com/office/drawing/2014/main" id="{836F0CB7-67F6-F469-57D6-AEF4C9345BAB}"/>
              </a:ext>
            </a:extLst>
          </p:cNvPr>
          <p:cNvGraphicFramePr>
            <a:graphicFrameLocks noGrp="1"/>
          </p:cNvGraphicFramePr>
          <p:nvPr>
            <p:ph idx="1"/>
            <p:extLst>
              <p:ext uri="{D42A27DB-BD31-4B8C-83A1-F6EECF244321}">
                <p14:modId xmlns:p14="http://schemas.microsoft.com/office/powerpoint/2010/main" val="219791536"/>
              </p:ext>
            </p:extLst>
          </p:nvPr>
        </p:nvGraphicFramePr>
        <p:xfrm>
          <a:off x="159487" y="2392326"/>
          <a:ext cx="11865935" cy="4221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4826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F15C8E-093E-4823-A12A-001BAA62B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C60494-71A0-4561-A012-BA2338D0D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2957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A560CAA-3F88-FF43-8A51-95A18193C07B}"/>
              </a:ext>
            </a:extLst>
          </p:cNvPr>
          <p:cNvSpPr>
            <a:spLocks noGrp="1"/>
          </p:cNvSpPr>
          <p:nvPr>
            <p:ph type="title"/>
          </p:nvPr>
        </p:nvSpPr>
        <p:spPr>
          <a:xfrm>
            <a:off x="484552" y="365125"/>
            <a:ext cx="10869248" cy="1570831"/>
          </a:xfrm>
        </p:spPr>
        <p:txBody>
          <a:bodyPr>
            <a:normAutofit/>
          </a:bodyPr>
          <a:lstStyle/>
          <a:p>
            <a:r>
              <a:rPr lang="en-US" dirty="0"/>
              <a:t>Types of Setting Events</a:t>
            </a:r>
          </a:p>
        </p:txBody>
      </p:sp>
      <p:graphicFrame>
        <p:nvGraphicFramePr>
          <p:cNvPr id="4" name="Content Placeholder 3">
            <a:extLst>
              <a:ext uri="{FF2B5EF4-FFF2-40B4-BE49-F238E27FC236}">
                <a16:creationId xmlns:a16="http://schemas.microsoft.com/office/drawing/2014/main" id="{32E73C10-E23E-DB9A-F977-285D048AAA43}"/>
              </a:ext>
            </a:extLst>
          </p:cNvPr>
          <p:cNvGraphicFramePr>
            <a:graphicFrameLocks noGrp="1"/>
          </p:cNvGraphicFramePr>
          <p:nvPr>
            <p:ph idx="1"/>
            <p:extLst>
              <p:ext uri="{D42A27DB-BD31-4B8C-83A1-F6EECF244321}">
                <p14:modId xmlns:p14="http://schemas.microsoft.com/office/powerpoint/2010/main" val="957108388"/>
              </p:ext>
            </p:extLst>
          </p:nvPr>
        </p:nvGraphicFramePr>
        <p:xfrm>
          <a:off x="427383" y="2713383"/>
          <a:ext cx="11380304" cy="3414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5722121"/>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B5B2-57D8-7847-A9C6-47DAACFA5BE3}"/>
              </a:ext>
            </a:extLst>
          </p:cNvPr>
          <p:cNvSpPr>
            <a:spLocks noGrp="1"/>
          </p:cNvSpPr>
          <p:nvPr>
            <p:ph type="title"/>
          </p:nvPr>
        </p:nvSpPr>
        <p:spPr>
          <a:xfrm>
            <a:off x="565150" y="770890"/>
            <a:ext cx="9481675" cy="1268984"/>
          </a:xfrm>
        </p:spPr>
        <p:txBody>
          <a:bodyPr>
            <a:normAutofit/>
          </a:bodyPr>
          <a:lstStyle/>
          <a:p>
            <a:r>
              <a:rPr lang="en-US" dirty="0"/>
              <a:t>Antecedents to Behavior</a:t>
            </a:r>
          </a:p>
        </p:txBody>
      </p:sp>
      <p:graphicFrame>
        <p:nvGraphicFramePr>
          <p:cNvPr id="4" name="Table 4">
            <a:extLst>
              <a:ext uri="{FF2B5EF4-FFF2-40B4-BE49-F238E27FC236}">
                <a16:creationId xmlns:a16="http://schemas.microsoft.com/office/drawing/2014/main" id="{483AEA2F-301D-1A4F-BE65-1789D7EBAE4F}"/>
              </a:ext>
            </a:extLst>
          </p:cNvPr>
          <p:cNvGraphicFramePr>
            <a:graphicFrameLocks noGrp="1"/>
          </p:cNvGraphicFramePr>
          <p:nvPr>
            <p:ph idx="1"/>
            <p:extLst>
              <p:ext uri="{D42A27DB-BD31-4B8C-83A1-F6EECF244321}">
                <p14:modId xmlns:p14="http://schemas.microsoft.com/office/powerpoint/2010/main" val="2753865833"/>
              </p:ext>
            </p:extLst>
          </p:nvPr>
        </p:nvGraphicFramePr>
        <p:xfrm>
          <a:off x="838200" y="2298357"/>
          <a:ext cx="10515600" cy="4349697"/>
        </p:xfrm>
        <a:graphic>
          <a:graphicData uri="http://schemas.openxmlformats.org/drawingml/2006/table">
            <a:tbl>
              <a:tblPr firstRow="1" bandRow="1">
                <a:tableStyleId>{1FECB4D8-DB02-4DC6-A0A2-4F2EBAE1DC90}</a:tableStyleId>
              </a:tblPr>
              <a:tblGrid>
                <a:gridCol w="2628900">
                  <a:extLst>
                    <a:ext uri="{9D8B030D-6E8A-4147-A177-3AD203B41FA5}">
                      <a16:colId xmlns:a16="http://schemas.microsoft.com/office/drawing/2014/main" val="4128746607"/>
                    </a:ext>
                  </a:extLst>
                </a:gridCol>
                <a:gridCol w="2628900">
                  <a:extLst>
                    <a:ext uri="{9D8B030D-6E8A-4147-A177-3AD203B41FA5}">
                      <a16:colId xmlns:a16="http://schemas.microsoft.com/office/drawing/2014/main" val="4208143484"/>
                    </a:ext>
                  </a:extLst>
                </a:gridCol>
                <a:gridCol w="2628900">
                  <a:extLst>
                    <a:ext uri="{9D8B030D-6E8A-4147-A177-3AD203B41FA5}">
                      <a16:colId xmlns:a16="http://schemas.microsoft.com/office/drawing/2014/main" val="3512888139"/>
                    </a:ext>
                  </a:extLst>
                </a:gridCol>
                <a:gridCol w="2628900">
                  <a:extLst>
                    <a:ext uri="{9D8B030D-6E8A-4147-A177-3AD203B41FA5}">
                      <a16:colId xmlns:a16="http://schemas.microsoft.com/office/drawing/2014/main" val="1701076338"/>
                    </a:ext>
                  </a:extLst>
                </a:gridCol>
              </a:tblGrid>
              <a:tr h="383025">
                <a:tc>
                  <a:txBody>
                    <a:bodyPr/>
                    <a:lstStyle/>
                    <a:p>
                      <a:r>
                        <a:rPr lang="en-US" dirty="0">
                          <a:solidFill>
                            <a:schemeClr val="tx1"/>
                          </a:solidFill>
                        </a:rPr>
                        <a:t>Teacher/Academic</a:t>
                      </a:r>
                    </a:p>
                  </a:txBody>
                  <a:tcPr/>
                </a:tc>
                <a:tc>
                  <a:txBody>
                    <a:bodyPr/>
                    <a:lstStyle/>
                    <a:p>
                      <a:r>
                        <a:rPr lang="en-US" dirty="0">
                          <a:solidFill>
                            <a:schemeClr val="tx1"/>
                          </a:solidFill>
                        </a:rPr>
                        <a:t>Social/Peer</a:t>
                      </a:r>
                    </a:p>
                  </a:txBody>
                  <a:tcPr/>
                </a:tc>
                <a:tc>
                  <a:txBody>
                    <a:bodyPr/>
                    <a:lstStyle/>
                    <a:p>
                      <a:r>
                        <a:rPr lang="en-US" dirty="0">
                          <a:solidFill>
                            <a:schemeClr val="tx1"/>
                          </a:solidFill>
                        </a:rPr>
                        <a:t>Setting/Environment</a:t>
                      </a:r>
                    </a:p>
                  </a:txBody>
                  <a:tcPr/>
                </a:tc>
                <a:tc>
                  <a:txBody>
                    <a:bodyPr/>
                    <a:lstStyle/>
                    <a:p>
                      <a:r>
                        <a:rPr lang="en-US" dirty="0">
                          <a:solidFill>
                            <a:schemeClr val="tx1"/>
                          </a:solidFill>
                        </a:rPr>
                        <a:t>Student </a:t>
                      </a:r>
                    </a:p>
                  </a:txBody>
                  <a:tcPr/>
                </a:tc>
                <a:extLst>
                  <a:ext uri="{0D108BD9-81ED-4DB2-BD59-A6C34878D82A}">
                    <a16:rowId xmlns:a16="http://schemas.microsoft.com/office/drawing/2014/main" val="3062133578"/>
                  </a:ext>
                </a:extLst>
              </a:tr>
              <a:tr h="661112">
                <a:tc>
                  <a:txBody>
                    <a:bodyPr/>
                    <a:lstStyle/>
                    <a:p>
                      <a:r>
                        <a:rPr lang="en-US" dirty="0"/>
                        <a:t>Request for work</a:t>
                      </a:r>
                    </a:p>
                    <a:p>
                      <a:endParaRPr lang="en-US" dirty="0"/>
                    </a:p>
                  </a:txBody>
                  <a:tcPr/>
                </a:tc>
                <a:tc>
                  <a:txBody>
                    <a:bodyPr/>
                    <a:lstStyle/>
                    <a:p>
                      <a:r>
                        <a:rPr lang="en-US" dirty="0"/>
                        <a:t>Positive attention</a:t>
                      </a:r>
                    </a:p>
                  </a:txBody>
                  <a:tcPr/>
                </a:tc>
                <a:tc>
                  <a:txBody>
                    <a:bodyPr/>
                    <a:lstStyle/>
                    <a:p>
                      <a:r>
                        <a:rPr lang="en-US" dirty="0"/>
                        <a:t>Transition (routine)</a:t>
                      </a:r>
                    </a:p>
                  </a:txBody>
                  <a:tcPr/>
                </a:tc>
                <a:tc>
                  <a:txBody>
                    <a:bodyPr/>
                    <a:lstStyle/>
                    <a:p>
                      <a:r>
                        <a:rPr lang="en-US" dirty="0"/>
                        <a:t>Drowsy/sleepy/hungry</a:t>
                      </a:r>
                    </a:p>
                  </a:txBody>
                  <a:tcPr/>
                </a:tc>
                <a:extLst>
                  <a:ext uri="{0D108BD9-81ED-4DB2-BD59-A6C34878D82A}">
                    <a16:rowId xmlns:a16="http://schemas.microsoft.com/office/drawing/2014/main" val="971866861"/>
                  </a:ext>
                </a:extLst>
              </a:tr>
              <a:tr h="661112">
                <a:tc>
                  <a:txBody>
                    <a:bodyPr/>
                    <a:lstStyle/>
                    <a:p>
                      <a:r>
                        <a:rPr lang="en-US" dirty="0"/>
                        <a:t>Lack of direct attention</a:t>
                      </a:r>
                    </a:p>
                    <a:p>
                      <a:endParaRPr lang="en-US" dirty="0"/>
                    </a:p>
                  </a:txBody>
                  <a:tcPr/>
                </a:tc>
                <a:tc>
                  <a:txBody>
                    <a:bodyPr/>
                    <a:lstStyle/>
                    <a:p>
                      <a:r>
                        <a:rPr lang="en-US" dirty="0"/>
                        <a:t>Negative attention</a:t>
                      </a:r>
                    </a:p>
                  </a:txBody>
                  <a:tcPr/>
                </a:tc>
                <a:tc>
                  <a:txBody>
                    <a:bodyPr/>
                    <a:lstStyle/>
                    <a:p>
                      <a:r>
                        <a:rPr lang="en-US" dirty="0"/>
                        <a:t>Transition (unexpected)</a:t>
                      </a:r>
                    </a:p>
                  </a:txBody>
                  <a:tcPr/>
                </a:tc>
                <a:tc>
                  <a:txBody>
                    <a:bodyPr/>
                    <a:lstStyle/>
                    <a:p>
                      <a:r>
                        <a:rPr lang="en-US" dirty="0"/>
                        <a:t>Disturbed affect</a:t>
                      </a:r>
                    </a:p>
                  </a:txBody>
                  <a:tcPr/>
                </a:tc>
                <a:extLst>
                  <a:ext uri="{0D108BD9-81ED-4DB2-BD59-A6C34878D82A}">
                    <a16:rowId xmlns:a16="http://schemas.microsoft.com/office/drawing/2014/main" val="2289276693"/>
                  </a:ext>
                </a:extLst>
              </a:tr>
              <a:tr h="661112">
                <a:tc>
                  <a:txBody>
                    <a:bodyPr/>
                    <a:lstStyle/>
                    <a:p>
                      <a:r>
                        <a:rPr lang="en-US" dirty="0"/>
                        <a:t>The difficulty of the requested work</a:t>
                      </a:r>
                    </a:p>
                  </a:txBody>
                  <a:tcPr/>
                </a:tc>
                <a:tc>
                  <a:txBody>
                    <a:bodyPr/>
                    <a:lstStyle/>
                    <a:p>
                      <a:r>
                        <a:rPr lang="en-US" dirty="0"/>
                        <a:t>Distracted by peer or social dynamic</a:t>
                      </a:r>
                    </a:p>
                  </a:txBody>
                  <a:tcPr/>
                </a:tc>
                <a:tc>
                  <a:txBody>
                    <a:bodyPr/>
                    <a:lstStyle/>
                    <a:p>
                      <a:r>
                        <a:rPr lang="en-US" dirty="0"/>
                        <a:t>Lack of structure</a:t>
                      </a:r>
                    </a:p>
                  </a:txBody>
                  <a:tcPr/>
                </a:tc>
                <a:tc>
                  <a:txBody>
                    <a:bodyPr/>
                    <a:lstStyle/>
                    <a:p>
                      <a:r>
                        <a:rPr lang="en-US" dirty="0"/>
                        <a:t>Difficulty regulating</a:t>
                      </a:r>
                    </a:p>
                  </a:txBody>
                  <a:tcPr/>
                </a:tc>
                <a:extLst>
                  <a:ext uri="{0D108BD9-81ED-4DB2-BD59-A6C34878D82A}">
                    <a16:rowId xmlns:a16="http://schemas.microsoft.com/office/drawing/2014/main" val="593302187"/>
                  </a:ext>
                </a:extLst>
              </a:tr>
              <a:tr h="661112">
                <a:tc>
                  <a:txBody>
                    <a:bodyPr/>
                    <a:lstStyle/>
                    <a:p>
                      <a:r>
                        <a:rPr lang="en-US" dirty="0"/>
                        <a:t>Feedback on performance</a:t>
                      </a:r>
                    </a:p>
                  </a:txBody>
                  <a:tcPr/>
                </a:tc>
                <a:tc>
                  <a:txBody>
                    <a:bodyPr/>
                    <a:lstStyle/>
                    <a:p>
                      <a:r>
                        <a:rPr lang="en-US" dirty="0"/>
                        <a:t>Perceived put down</a:t>
                      </a:r>
                    </a:p>
                  </a:txBody>
                  <a:tcPr/>
                </a:tc>
                <a:tc>
                  <a:txBody>
                    <a:bodyPr/>
                    <a:lstStyle/>
                    <a:p>
                      <a:r>
                        <a:rPr lang="en-US" dirty="0"/>
                        <a:t>Elevated noise level</a:t>
                      </a:r>
                    </a:p>
                  </a:txBody>
                  <a:tcPr/>
                </a:tc>
                <a:tc>
                  <a:txBody>
                    <a:bodyPr/>
                    <a:lstStyle/>
                    <a:p>
                      <a:r>
                        <a:rPr lang="en-US" dirty="0"/>
                        <a:t>Perceived boredom</a:t>
                      </a:r>
                    </a:p>
                  </a:txBody>
                  <a:tcPr/>
                </a:tc>
                <a:extLst>
                  <a:ext uri="{0D108BD9-81ED-4DB2-BD59-A6C34878D82A}">
                    <a16:rowId xmlns:a16="http://schemas.microsoft.com/office/drawing/2014/main" val="1931527085"/>
                  </a:ext>
                </a:extLst>
              </a:tr>
              <a:tr h="661112">
                <a:tc>
                  <a:txBody>
                    <a:bodyPr/>
                    <a:lstStyle/>
                    <a:p>
                      <a:endParaRPr lang="en-US" dirty="0"/>
                    </a:p>
                  </a:txBody>
                  <a:tcPr/>
                </a:tc>
                <a:tc>
                  <a:txBody>
                    <a:bodyPr/>
                    <a:lstStyle/>
                    <a:p>
                      <a:endParaRPr lang="en-US" dirty="0"/>
                    </a:p>
                  </a:txBody>
                  <a:tcPr/>
                </a:tc>
                <a:tc>
                  <a:txBody>
                    <a:bodyPr/>
                    <a:lstStyle/>
                    <a:p>
                      <a:r>
                        <a:rPr lang="en-US" dirty="0"/>
                        <a:t>Group – large or small vs. independent work</a:t>
                      </a:r>
                    </a:p>
                  </a:txBody>
                  <a:tcPr/>
                </a:tc>
                <a:tc>
                  <a:txBody>
                    <a:bodyPr/>
                    <a:lstStyle/>
                    <a:p>
                      <a:r>
                        <a:rPr lang="en-US" dirty="0"/>
                        <a:t>Home conflict</a:t>
                      </a:r>
                    </a:p>
                  </a:txBody>
                  <a:tcPr/>
                </a:tc>
                <a:extLst>
                  <a:ext uri="{0D108BD9-81ED-4DB2-BD59-A6C34878D82A}">
                    <a16:rowId xmlns:a16="http://schemas.microsoft.com/office/drawing/2014/main" val="3062403789"/>
                  </a:ext>
                </a:extLst>
              </a:tr>
              <a:tr h="661112">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Missed medication</a:t>
                      </a:r>
                    </a:p>
                    <a:p>
                      <a:endParaRPr lang="en-US" dirty="0"/>
                    </a:p>
                  </a:txBody>
                  <a:tcPr/>
                </a:tc>
                <a:extLst>
                  <a:ext uri="{0D108BD9-81ED-4DB2-BD59-A6C34878D82A}">
                    <a16:rowId xmlns:a16="http://schemas.microsoft.com/office/drawing/2014/main" val="2293648799"/>
                  </a:ext>
                </a:extLst>
              </a:tr>
            </a:tbl>
          </a:graphicData>
        </a:graphic>
      </p:graphicFrame>
    </p:spTree>
    <p:extLst>
      <p:ext uri="{BB962C8B-B14F-4D97-AF65-F5344CB8AC3E}">
        <p14:creationId xmlns:p14="http://schemas.microsoft.com/office/powerpoint/2010/main" val="1133611964"/>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4A2FD-093D-164C-BCF5-40E6499DCA72}"/>
              </a:ext>
            </a:extLst>
          </p:cNvPr>
          <p:cNvSpPr>
            <a:spLocks noGrp="1"/>
          </p:cNvSpPr>
          <p:nvPr>
            <p:ph type="title"/>
          </p:nvPr>
        </p:nvSpPr>
        <p:spPr>
          <a:xfrm>
            <a:off x="841247" y="548640"/>
            <a:ext cx="9538081" cy="1168949"/>
          </a:xfrm>
        </p:spPr>
        <p:txBody>
          <a:bodyPr>
            <a:normAutofit/>
          </a:bodyPr>
          <a:lstStyle/>
          <a:p>
            <a:r>
              <a:rPr lang="en-US" sz="4600"/>
              <a:t>Consequences</a:t>
            </a:r>
          </a:p>
        </p:txBody>
      </p:sp>
      <p:graphicFrame>
        <p:nvGraphicFramePr>
          <p:cNvPr id="5" name="Content Placeholder 2">
            <a:extLst>
              <a:ext uri="{FF2B5EF4-FFF2-40B4-BE49-F238E27FC236}">
                <a16:creationId xmlns:a16="http://schemas.microsoft.com/office/drawing/2014/main" id="{0F43E24C-C7B1-DFDB-C8D9-290E3DC541A4}"/>
              </a:ext>
            </a:extLst>
          </p:cNvPr>
          <p:cNvGraphicFramePr>
            <a:graphicFrameLocks noGrp="1"/>
          </p:cNvGraphicFramePr>
          <p:nvPr>
            <p:ph idx="1"/>
            <p:extLst>
              <p:ext uri="{D42A27DB-BD31-4B8C-83A1-F6EECF244321}">
                <p14:modId xmlns:p14="http://schemas.microsoft.com/office/powerpoint/2010/main" val="6016889"/>
              </p:ext>
            </p:extLst>
          </p:nvPr>
        </p:nvGraphicFramePr>
        <p:xfrm>
          <a:off x="1326959" y="2100409"/>
          <a:ext cx="9538082" cy="43284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08992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BBFE6-DBAD-902B-13D4-9B89377A12A1}"/>
              </a:ext>
            </a:extLst>
          </p:cNvPr>
          <p:cNvSpPr>
            <a:spLocks noGrp="1"/>
          </p:cNvSpPr>
          <p:nvPr>
            <p:ph type="title"/>
          </p:nvPr>
        </p:nvSpPr>
        <p:spPr/>
        <p:txBody>
          <a:bodyPr/>
          <a:lstStyle/>
          <a:p>
            <a:r>
              <a:rPr lang="en-US" dirty="0"/>
              <a:t>Functional Equivalents</a:t>
            </a:r>
          </a:p>
        </p:txBody>
      </p:sp>
      <p:graphicFrame>
        <p:nvGraphicFramePr>
          <p:cNvPr id="4" name="Content Placeholder 3">
            <a:extLst>
              <a:ext uri="{FF2B5EF4-FFF2-40B4-BE49-F238E27FC236}">
                <a16:creationId xmlns:a16="http://schemas.microsoft.com/office/drawing/2014/main" id="{8294E254-8610-3967-2B8C-DC3EC01B10BB}"/>
              </a:ext>
            </a:extLst>
          </p:cNvPr>
          <p:cNvGraphicFramePr>
            <a:graphicFrameLocks noGrp="1"/>
          </p:cNvGraphicFramePr>
          <p:nvPr>
            <p:ph idx="1"/>
            <p:extLst>
              <p:ext uri="{D42A27DB-BD31-4B8C-83A1-F6EECF244321}">
                <p14:modId xmlns:p14="http://schemas.microsoft.com/office/powerpoint/2010/main" val="3162890331"/>
              </p:ext>
            </p:extLst>
          </p:nvPr>
        </p:nvGraphicFramePr>
        <p:xfrm>
          <a:off x="484188" y="2576513"/>
          <a:ext cx="10869612" cy="3200400"/>
        </p:xfrm>
        <a:graphic>
          <a:graphicData uri="http://schemas.openxmlformats.org/drawingml/2006/table">
            <a:tbl>
              <a:tblPr firstRow="1" bandRow="1">
                <a:tableStyleId>{073A0DAA-6AF3-43AB-8588-CEC1D06C72B9}</a:tableStyleId>
              </a:tblPr>
              <a:tblGrid>
                <a:gridCol w="5434806">
                  <a:extLst>
                    <a:ext uri="{9D8B030D-6E8A-4147-A177-3AD203B41FA5}">
                      <a16:colId xmlns:a16="http://schemas.microsoft.com/office/drawing/2014/main" val="925771870"/>
                    </a:ext>
                  </a:extLst>
                </a:gridCol>
                <a:gridCol w="5434806">
                  <a:extLst>
                    <a:ext uri="{9D8B030D-6E8A-4147-A177-3AD203B41FA5}">
                      <a16:colId xmlns:a16="http://schemas.microsoft.com/office/drawing/2014/main" val="2599693225"/>
                    </a:ext>
                  </a:extLst>
                </a:gridCol>
              </a:tblGrid>
              <a:tr h="370840">
                <a:tc>
                  <a:txBody>
                    <a:bodyPr/>
                    <a:lstStyle/>
                    <a:p>
                      <a:r>
                        <a:rPr lang="en-US" dirty="0"/>
                        <a:t>If the behavior function is:</a:t>
                      </a:r>
                    </a:p>
                    <a:p>
                      <a:endParaRPr lang="en-US" dirty="0"/>
                    </a:p>
                  </a:txBody>
                  <a:tcPr/>
                </a:tc>
                <a:tc>
                  <a:txBody>
                    <a:bodyPr/>
                    <a:lstStyle/>
                    <a:p>
                      <a:r>
                        <a:rPr lang="en-US" dirty="0"/>
                        <a:t>The student is trying to:</a:t>
                      </a:r>
                    </a:p>
                  </a:txBody>
                  <a:tcPr/>
                </a:tc>
                <a:extLst>
                  <a:ext uri="{0D108BD9-81ED-4DB2-BD59-A6C34878D82A}">
                    <a16:rowId xmlns:a16="http://schemas.microsoft.com/office/drawing/2014/main" val="3855534608"/>
                  </a:ext>
                </a:extLst>
              </a:tr>
              <a:tr h="370840">
                <a:tc>
                  <a:txBody>
                    <a:bodyPr/>
                    <a:lstStyle/>
                    <a:p>
                      <a:r>
                        <a:rPr lang="en-US" dirty="0"/>
                        <a:t>Attention</a:t>
                      </a:r>
                    </a:p>
                    <a:p>
                      <a:endParaRPr lang="en-US" dirty="0"/>
                    </a:p>
                  </a:txBody>
                  <a:tcPr/>
                </a:tc>
                <a:tc>
                  <a:txBody>
                    <a:bodyPr/>
                    <a:lstStyle/>
                    <a:p>
                      <a:r>
                        <a:rPr lang="en-US" dirty="0"/>
                        <a:t>Gain attention (+</a:t>
                      </a:r>
                      <a:r>
                        <a:rPr lang="en-US" dirty="0" err="1"/>
                        <a:t>ve</a:t>
                      </a:r>
                      <a:r>
                        <a:rPr lang="en-US" dirty="0"/>
                        <a:t> or –</a:t>
                      </a:r>
                      <a:r>
                        <a:rPr lang="en-US" dirty="0" err="1"/>
                        <a:t>ve</a:t>
                      </a:r>
                      <a:r>
                        <a:rPr lang="en-US" dirty="0"/>
                        <a:t>)</a:t>
                      </a:r>
                    </a:p>
                  </a:txBody>
                  <a:tcPr/>
                </a:tc>
                <a:extLst>
                  <a:ext uri="{0D108BD9-81ED-4DB2-BD59-A6C34878D82A}">
                    <a16:rowId xmlns:a16="http://schemas.microsoft.com/office/drawing/2014/main" val="4017130316"/>
                  </a:ext>
                </a:extLst>
              </a:tr>
              <a:tr h="370840">
                <a:tc>
                  <a:txBody>
                    <a:bodyPr/>
                    <a:lstStyle/>
                    <a:p>
                      <a:r>
                        <a:rPr lang="en-US" dirty="0"/>
                        <a:t>Tangible Reward</a:t>
                      </a:r>
                    </a:p>
                    <a:p>
                      <a:endParaRPr lang="en-US" dirty="0"/>
                    </a:p>
                  </a:txBody>
                  <a:tcPr/>
                </a:tc>
                <a:tc>
                  <a:txBody>
                    <a:bodyPr/>
                    <a:lstStyle/>
                    <a:p>
                      <a:r>
                        <a:rPr lang="en-US" dirty="0"/>
                        <a:t>Engage in or get a preferred activity</a:t>
                      </a:r>
                    </a:p>
                  </a:txBody>
                  <a:tcPr/>
                </a:tc>
                <a:extLst>
                  <a:ext uri="{0D108BD9-81ED-4DB2-BD59-A6C34878D82A}">
                    <a16:rowId xmlns:a16="http://schemas.microsoft.com/office/drawing/2014/main" val="1275783359"/>
                  </a:ext>
                </a:extLst>
              </a:tr>
              <a:tr h="370840">
                <a:tc>
                  <a:txBody>
                    <a:bodyPr/>
                    <a:lstStyle/>
                    <a:p>
                      <a:r>
                        <a:rPr lang="en-US" dirty="0"/>
                        <a:t>Escape/Avoidance</a:t>
                      </a:r>
                    </a:p>
                    <a:p>
                      <a:endParaRPr lang="en-US" dirty="0"/>
                    </a:p>
                  </a:txBody>
                  <a:tcPr/>
                </a:tc>
                <a:tc>
                  <a:txBody>
                    <a:bodyPr/>
                    <a:lstStyle/>
                    <a:p>
                      <a:r>
                        <a:rPr lang="en-US" dirty="0"/>
                        <a:t>Get away from a task or feeling</a:t>
                      </a:r>
                    </a:p>
                  </a:txBody>
                  <a:tcPr/>
                </a:tc>
                <a:extLst>
                  <a:ext uri="{0D108BD9-81ED-4DB2-BD59-A6C34878D82A}">
                    <a16:rowId xmlns:a16="http://schemas.microsoft.com/office/drawing/2014/main" val="1239900329"/>
                  </a:ext>
                </a:extLst>
              </a:tr>
              <a:tr h="370840">
                <a:tc>
                  <a:txBody>
                    <a:bodyPr/>
                    <a:lstStyle/>
                    <a:p>
                      <a:r>
                        <a:rPr lang="en-US" dirty="0"/>
                        <a:t>Sensory</a:t>
                      </a:r>
                    </a:p>
                    <a:p>
                      <a:endParaRPr lang="en-US" dirty="0"/>
                    </a:p>
                  </a:txBody>
                  <a:tcPr/>
                </a:tc>
                <a:tc>
                  <a:txBody>
                    <a:bodyPr/>
                    <a:lstStyle/>
                    <a:p>
                      <a:r>
                        <a:rPr lang="en-US" dirty="0"/>
                        <a:t>Change their internal state</a:t>
                      </a:r>
                    </a:p>
                  </a:txBody>
                  <a:tcPr/>
                </a:tc>
                <a:extLst>
                  <a:ext uri="{0D108BD9-81ED-4DB2-BD59-A6C34878D82A}">
                    <a16:rowId xmlns:a16="http://schemas.microsoft.com/office/drawing/2014/main" val="1501694427"/>
                  </a:ext>
                </a:extLst>
              </a:tr>
            </a:tbl>
          </a:graphicData>
        </a:graphic>
      </p:graphicFrame>
    </p:spTree>
    <p:extLst>
      <p:ext uri="{BB962C8B-B14F-4D97-AF65-F5344CB8AC3E}">
        <p14:creationId xmlns:p14="http://schemas.microsoft.com/office/powerpoint/2010/main" val="1038222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9A075-8B58-987B-F335-AA9951C79E84}"/>
              </a:ext>
            </a:extLst>
          </p:cNvPr>
          <p:cNvSpPr>
            <a:spLocks noGrp="1"/>
          </p:cNvSpPr>
          <p:nvPr>
            <p:ph type="title"/>
          </p:nvPr>
        </p:nvSpPr>
        <p:spPr/>
        <p:txBody>
          <a:bodyPr/>
          <a:lstStyle/>
          <a:p>
            <a:r>
              <a:rPr lang="en-US" dirty="0"/>
              <a:t>Function of the Behavior</a:t>
            </a:r>
          </a:p>
        </p:txBody>
      </p:sp>
      <p:graphicFrame>
        <p:nvGraphicFramePr>
          <p:cNvPr id="4" name="Content Placeholder 3">
            <a:extLst>
              <a:ext uri="{FF2B5EF4-FFF2-40B4-BE49-F238E27FC236}">
                <a16:creationId xmlns:a16="http://schemas.microsoft.com/office/drawing/2014/main" id="{FA3A8AE2-38BC-52CF-E54E-B57A28813C5D}"/>
              </a:ext>
            </a:extLst>
          </p:cNvPr>
          <p:cNvGraphicFramePr>
            <a:graphicFrameLocks noGrp="1"/>
          </p:cNvGraphicFramePr>
          <p:nvPr>
            <p:ph idx="1"/>
            <p:extLst>
              <p:ext uri="{D42A27DB-BD31-4B8C-83A1-F6EECF244321}">
                <p14:modId xmlns:p14="http://schemas.microsoft.com/office/powerpoint/2010/main" val="2822793715"/>
              </p:ext>
            </p:extLst>
          </p:nvPr>
        </p:nvGraphicFramePr>
        <p:xfrm>
          <a:off x="484188" y="2349794"/>
          <a:ext cx="10869612" cy="42742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3550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B7B2-88CF-5153-2150-F175742140A3}"/>
              </a:ext>
            </a:extLst>
          </p:cNvPr>
          <p:cNvSpPr>
            <a:spLocks noGrp="1"/>
          </p:cNvSpPr>
          <p:nvPr>
            <p:ph type="title"/>
          </p:nvPr>
        </p:nvSpPr>
        <p:spPr>
          <a:xfrm>
            <a:off x="484552" y="365126"/>
            <a:ext cx="10869248" cy="1102168"/>
          </a:xfrm>
        </p:spPr>
        <p:txBody>
          <a:bodyPr>
            <a:normAutofit/>
          </a:bodyPr>
          <a:lstStyle/>
          <a:p>
            <a:r>
              <a:rPr lang="en-US" sz="4000" dirty="0"/>
              <a:t>Functionally Equivalent Replacement (FERB)</a:t>
            </a:r>
          </a:p>
        </p:txBody>
      </p:sp>
      <p:graphicFrame>
        <p:nvGraphicFramePr>
          <p:cNvPr id="4" name="Content Placeholder 3">
            <a:extLst>
              <a:ext uri="{FF2B5EF4-FFF2-40B4-BE49-F238E27FC236}">
                <a16:creationId xmlns:a16="http://schemas.microsoft.com/office/drawing/2014/main" id="{8FFC6B4A-5C5E-6314-5F13-7B2F43006A74}"/>
              </a:ext>
            </a:extLst>
          </p:cNvPr>
          <p:cNvGraphicFramePr>
            <a:graphicFrameLocks noGrp="1"/>
          </p:cNvGraphicFramePr>
          <p:nvPr>
            <p:ph idx="1"/>
            <p:extLst>
              <p:ext uri="{D42A27DB-BD31-4B8C-83A1-F6EECF244321}">
                <p14:modId xmlns:p14="http://schemas.microsoft.com/office/powerpoint/2010/main" val="2125905416"/>
              </p:ext>
            </p:extLst>
          </p:nvPr>
        </p:nvGraphicFramePr>
        <p:xfrm>
          <a:off x="484552" y="2371060"/>
          <a:ext cx="10869248" cy="42104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6564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8CFB2-07EB-B2E9-63AE-44215DE45845}"/>
              </a:ext>
            </a:extLst>
          </p:cNvPr>
          <p:cNvSpPr>
            <a:spLocks noGrp="1"/>
          </p:cNvSpPr>
          <p:nvPr>
            <p:ph type="title"/>
          </p:nvPr>
        </p:nvSpPr>
        <p:spPr/>
        <p:txBody>
          <a:bodyPr/>
          <a:lstStyle/>
          <a:p>
            <a:r>
              <a:rPr lang="en-US" dirty="0"/>
              <a:t>Functional equivalents</a:t>
            </a:r>
          </a:p>
        </p:txBody>
      </p:sp>
      <p:graphicFrame>
        <p:nvGraphicFramePr>
          <p:cNvPr id="4" name="Content Placeholder 3">
            <a:extLst>
              <a:ext uri="{FF2B5EF4-FFF2-40B4-BE49-F238E27FC236}">
                <a16:creationId xmlns:a16="http://schemas.microsoft.com/office/drawing/2014/main" id="{AD18F3A5-09BB-7028-FC25-BE91CFEC203B}"/>
              </a:ext>
            </a:extLst>
          </p:cNvPr>
          <p:cNvGraphicFramePr>
            <a:graphicFrameLocks noGrp="1"/>
          </p:cNvGraphicFramePr>
          <p:nvPr>
            <p:ph idx="1"/>
            <p:extLst>
              <p:ext uri="{D42A27DB-BD31-4B8C-83A1-F6EECF244321}">
                <p14:modId xmlns:p14="http://schemas.microsoft.com/office/powerpoint/2010/main" val="74480767"/>
              </p:ext>
            </p:extLst>
          </p:nvPr>
        </p:nvGraphicFramePr>
        <p:xfrm>
          <a:off x="484188" y="2576513"/>
          <a:ext cx="10869612" cy="3600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347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62DD-EFB9-A64E-8841-F76DB8A83B6D}"/>
              </a:ext>
            </a:extLst>
          </p:cNvPr>
          <p:cNvSpPr>
            <a:spLocks noGrp="1"/>
          </p:cNvSpPr>
          <p:nvPr>
            <p:ph type="title"/>
          </p:nvPr>
        </p:nvSpPr>
        <p:spPr>
          <a:xfrm>
            <a:off x="838199" y="206304"/>
            <a:ext cx="10480590" cy="1325563"/>
          </a:xfrm>
        </p:spPr>
        <p:txBody>
          <a:bodyPr>
            <a:normAutofit fontScale="90000"/>
          </a:bodyPr>
          <a:lstStyle/>
          <a:p>
            <a:r>
              <a:rPr lang="en-US" dirty="0"/>
              <a:t>Hypothesis for Function of Behavior</a:t>
            </a:r>
          </a:p>
        </p:txBody>
      </p:sp>
      <p:pic>
        <p:nvPicPr>
          <p:cNvPr id="6" name="Picture 5">
            <a:extLst>
              <a:ext uri="{FF2B5EF4-FFF2-40B4-BE49-F238E27FC236}">
                <a16:creationId xmlns:a16="http://schemas.microsoft.com/office/drawing/2014/main" id="{A169CE61-D312-42A0-923A-005FF990D201}"/>
              </a:ext>
            </a:extLst>
          </p:cNvPr>
          <p:cNvPicPr>
            <a:picLocks noChangeAspect="1"/>
          </p:cNvPicPr>
          <p:nvPr/>
        </p:nvPicPr>
        <p:blipFill rotWithShape="1">
          <a:blip r:embed="rId2"/>
          <a:srcRect l="12030" r="21124" b="2"/>
          <a:stretch/>
        </p:blipFill>
        <p:spPr>
          <a:xfrm>
            <a:off x="10360530" y="5029200"/>
            <a:ext cx="1831470" cy="1828800"/>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graphicFrame>
        <p:nvGraphicFramePr>
          <p:cNvPr id="5" name="Content Placeholder 2">
            <a:extLst>
              <a:ext uri="{FF2B5EF4-FFF2-40B4-BE49-F238E27FC236}">
                <a16:creationId xmlns:a16="http://schemas.microsoft.com/office/drawing/2014/main" id="{43254997-F896-4AEB-8F9D-09A05608B92B}"/>
              </a:ext>
            </a:extLst>
          </p:cNvPr>
          <p:cNvGraphicFramePr>
            <a:graphicFrameLocks noGrp="1"/>
          </p:cNvGraphicFramePr>
          <p:nvPr>
            <p:ph idx="1"/>
            <p:extLst>
              <p:ext uri="{D42A27DB-BD31-4B8C-83A1-F6EECF244321}">
                <p14:modId xmlns:p14="http://schemas.microsoft.com/office/powerpoint/2010/main" val="4021166341"/>
              </p:ext>
            </p:extLst>
          </p:nvPr>
        </p:nvGraphicFramePr>
        <p:xfrm>
          <a:off x="729050" y="1531867"/>
          <a:ext cx="11133436" cy="52163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972486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0C1378ED-21C3-EE41-B551-60613818A77B}"/>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0800C91B-4758-144E-B4F0-DD15B304C694}"/>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DC6282C7-E63B-6D48-98BA-B1CA6A507AD8}"/>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B88E91B2-EA62-1843-BD24-F927E2EAFD0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0536A157-F7A2-BC47-9402-81FD9F3B15A2}"/>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C2C11E7B-A7CE-0548-8F34-4E3A46454895}"/>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graphicEl>
                                              <a:dgm id="{3EE4BD38-67E3-6F47-9CF2-A78639874434}"/>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graphicEl>
                                              <a:dgm id="{FC71038B-51C8-6148-9F6E-4A0376B10F39}"/>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graphicEl>
                                              <a:dgm id="{8E58FB7A-9331-A94C-887F-4A0BE4680A61}"/>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graphicEl>
                                              <a:dgm id="{427F3CF9-9E20-FF4A-8406-0544EBF8C3D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CCE07-77DF-28D2-FA4B-525BEFBE4097}"/>
              </a:ext>
            </a:extLst>
          </p:cNvPr>
          <p:cNvSpPr>
            <a:spLocks noGrp="1"/>
          </p:cNvSpPr>
          <p:nvPr>
            <p:ph type="title"/>
          </p:nvPr>
        </p:nvSpPr>
        <p:spPr/>
        <p:txBody>
          <a:bodyPr/>
          <a:lstStyle/>
          <a:p>
            <a:r>
              <a:rPr lang="en-US" dirty="0"/>
              <a:t>Practice –  </a:t>
            </a:r>
          </a:p>
        </p:txBody>
      </p:sp>
      <p:sp>
        <p:nvSpPr>
          <p:cNvPr id="3" name="Content Placeholder 2">
            <a:extLst>
              <a:ext uri="{FF2B5EF4-FFF2-40B4-BE49-F238E27FC236}">
                <a16:creationId xmlns:a16="http://schemas.microsoft.com/office/drawing/2014/main" id="{E1566D46-555D-BD62-A4E6-D891CD3059BC}"/>
              </a:ext>
            </a:extLst>
          </p:cNvPr>
          <p:cNvSpPr>
            <a:spLocks noGrp="1"/>
          </p:cNvSpPr>
          <p:nvPr>
            <p:ph idx="1"/>
          </p:nvPr>
        </p:nvSpPr>
        <p:spPr/>
        <p:txBody>
          <a:bodyPr/>
          <a:lstStyle/>
          <a:p>
            <a:r>
              <a:rPr lang="en-US" dirty="0"/>
              <a:t>Fill out an A/B/C chart using the following:</a:t>
            </a:r>
          </a:p>
        </p:txBody>
      </p:sp>
      <p:sp>
        <p:nvSpPr>
          <p:cNvPr id="5" name="TextBox 4">
            <a:extLst>
              <a:ext uri="{FF2B5EF4-FFF2-40B4-BE49-F238E27FC236}">
                <a16:creationId xmlns:a16="http://schemas.microsoft.com/office/drawing/2014/main" id="{2160C86B-51BB-20B8-83A0-8D09D2E4E1B2}"/>
              </a:ext>
            </a:extLst>
          </p:cNvPr>
          <p:cNvSpPr txBox="1"/>
          <p:nvPr/>
        </p:nvSpPr>
        <p:spPr>
          <a:xfrm>
            <a:off x="1006335" y="3160792"/>
            <a:ext cx="9825681" cy="3108543"/>
          </a:xfrm>
          <a:prstGeom prst="rect">
            <a:avLst/>
          </a:prstGeom>
          <a:noFill/>
        </p:spPr>
        <p:txBody>
          <a:bodyPr wrap="square">
            <a:spAutoFit/>
          </a:bodyPr>
          <a:lstStyle/>
          <a:p>
            <a:r>
              <a:rPr lang="en-US" sz="2800" dirty="0"/>
              <a:t>Sally is a 2nd-grade student who frequently leaves her seat, touches peers’ materials, and makes loud comments during independent work. This happens most often during writing tasks. When redirected, she argues or puts her head down. She rarely shows these behaviors during math centers or recess. Staff report that she receives frequent verbal reminders and is often moved to a “quiet desk.”</a:t>
            </a:r>
          </a:p>
        </p:txBody>
      </p:sp>
    </p:spTree>
    <p:extLst>
      <p:ext uri="{BB962C8B-B14F-4D97-AF65-F5344CB8AC3E}">
        <p14:creationId xmlns:p14="http://schemas.microsoft.com/office/powerpoint/2010/main" val="2299716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730EF98-A377-4235-9CED-EE434877EB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1DB9F3-69F4-40E5-A044-3F65CA033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0C6893-F220-E7D0-2BA7-14D22A5CFBF0}"/>
              </a:ext>
            </a:extLst>
          </p:cNvPr>
          <p:cNvSpPr>
            <a:spLocks noGrp="1"/>
          </p:cNvSpPr>
          <p:nvPr>
            <p:ph type="title"/>
          </p:nvPr>
        </p:nvSpPr>
        <p:spPr>
          <a:xfrm>
            <a:off x="484552" y="365125"/>
            <a:ext cx="5139037" cy="2699500"/>
          </a:xfrm>
        </p:spPr>
        <p:txBody>
          <a:bodyPr anchor="ctr">
            <a:normAutofit/>
          </a:bodyPr>
          <a:lstStyle/>
          <a:p>
            <a:r>
              <a:rPr lang="en-US" dirty="0"/>
              <a:t>Turn and Talk</a:t>
            </a:r>
          </a:p>
        </p:txBody>
      </p:sp>
      <p:pic>
        <p:nvPicPr>
          <p:cNvPr id="7" name="Graphic 6" descr="Books">
            <a:extLst>
              <a:ext uri="{FF2B5EF4-FFF2-40B4-BE49-F238E27FC236}">
                <a16:creationId xmlns:a16="http://schemas.microsoft.com/office/drawing/2014/main" id="{133FC2E2-1CAF-9282-0E84-ED066E4E814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66909" y="3793708"/>
            <a:ext cx="2530723" cy="2530723"/>
          </a:xfrm>
          <a:prstGeom prst="rect">
            <a:avLst/>
          </a:prstGeom>
        </p:spPr>
      </p:pic>
      <p:grpSp>
        <p:nvGrpSpPr>
          <p:cNvPr id="14" name="Group 13">
            <a:extLst>
              <a:ext uri="{FF2B5EF4-FFF2-40B4-BE49-F238E27FC236}">
                <a16:creationId xmlns:a16="http://schemas.microsoft.com/office/drawing/2014/main" id="{ACEC0EA9-C59B-41DA-BC24-816C2B13C5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2" y="0"/>
            <a:ext cx="6095998" cy="6858000"/>
            <a:chOff x="6096002" y="-9073"/>
            <a:chExt cx="6095998" cy="6867073"/>
          </a:xfrm>
        </p:grpSpPr>
        <p:sp>
          <p:nvSpPr>
            <p:cNvPr id="15" name="Rectangle 14">
              <a:extLst>
                <a:ext uri="{FF2B5EF4-FFF2-40B4-BE49-F238E27FC236}">
                  <a16:creationId xmlns:a16="http://schemas.microsoft.com/office/drawing/2014/main" id="{7656C42F-62A1-4EF0-A939-AD5B33CD5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206EBE5-B060-4699-84D2-8DE482E3A6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39A138A5-4EF6-09F7-AEDD-6FBD8CCF6B8F}"/>
              </a:ext>
            </a:extLst>
          </p:cNvPr>
          <p:cNvSpPr>
            <a:spLocks noGrp="1"/>
          </p:cNvSpPr>
          <p:nvPr>
            <p:ph idx="1"/>
          </p:nvPr>
        </p:nvSpPr>
        <p:spPr>
          <a:xfrm>
            <a:off x="6461790" y="1433383"/>
            <a:ext cx="4892009" cy="4743579"/>
          </a:xfrm>
        </p:spPr>
        <p:txBody>
          <a:bodyPr>
            <a:noAutofit/>
          </a:bodyPr>
          <a:lstStyle/>
          <a:p>
            <a:pPr>
              <a:lnSpc>
                <a:spcPct val="110000"/>
              </a:lnSpc>
            </a:pPr>
            <a:r>
              <a:rPr lang="en-US" sz="2400" dirty="0"/>
              <a:t>As you have done behavior planning:  </a:t>
            </a:r>
          </a:p>
          <a:p>
            <a:pPr marL="342900" indent="-342900">
              <a:lnSpc>
                <a:spcPct val="110000"/>
              </a:lnSpc>
              <a:buFont typeface="Arial" panose="020B0604020202020204" pitchFamily="34" charset="0"/>
              <a:buChar char="•"/>
            </a:pPr>
            <a:r>
              <a:rPr lang="en-US" sz="2400" dirty="0"/>
              <a:t>How do you feel about rewards?</a:t>
            </a:r>
          </a:p>
          <a:p>
            <a:pPr marL="342900" indent="-342900">
              <a:lnSpc>
                <a:spcPct val="110000"/>
              </a:lnSpc>
              <a:buFont typeface="Arial" panose="020B0604020202020204" pitchFamily="34" charset="0"/>
              <a:buChar char="•"/>
            </a:pPr>
            <a:r>
              <a:rPr lang="en-US" sz="2400" dirty="0"/>
              <a:t>What has not worked?</a:t>
            </a:r>
          </a:p>
          <a:p>
            <a:pPr marL="342900" indent="-342900">
              <a:lnSpc>
                <a:spcPct val="110000"/>
              </a:lnSpc>
              <a:buFont typeface="Arial" panose="020B0604020202020204" pitchFamily="34" charset="0"/>
              <a:buChar char="•"/>
            </a:pPr>
            <a:r>
              <a:rPr lang="en-US" sz="2400" dirty="0"/>
              <a:t>What barriers hinder the teaching of the replacement behavior?</a:t>
            </a:r>
          </a:p>
          <a:p>
            <a:pPr marL="342900" indent="-342900">
              <a:lnSpc>
                <a:spcPct val="110000"/>
              </a:lnSpc>
              <a:buFont typeface="Arial" panose="020B0604020202020204" pitchFamily="34" charset="0"/>
              <a:buChar char="•"/>
            </a:pPr>
            <a:r>
              <a:rPr lang="en-US" sz="2400" dirty="0"/>
              <a:t>What is your experience with adults in your buildings?</a:t>
            </a:r>
          </a:p>
        </p:txBody>
      </p:sp>
    </p:spTree>
    <p:extLst>
      <p:ext uri="{BB962C8B-B14F-4D97-AF65-F5344CB8AC3E}">
        <p14:creationId xmlns:p14="http://schemas.microsoft.com/office/powerpoint/2010/main" val="3431331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F15C8E-093E-4823-A12A-001BAA62B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C60494-71A0-4561-A012-BA2338D0D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2957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FA8C1A-842F-9B42-A385-055E2E6521A4}"/>
              </a:ext>
            </a:extLst>
          </p:cNvPr>
          <p:cNvSpPr>
            <a:spLocks noGrp="1"/>
          </p:cNvSpPr>
          <p:nvPr>
            <p:ph type="title"/>
          </p:nvPr>
        </p:nvSpPr>
        <p:spPr>
          <a:xfrm>
            <a:off x="484552" y="365125"/>
            <a:ext cx="10869248" cy="1570831"/>
          </a:xfrm>
        </p:spPr>
        <p:txBody>
          <a:bodyPr>
            <a:normAutofit/>
          </a:bodyPr>
          <a:lstStyle/>
          <a:p>
            <a:r>
              <a:rPr lang="en-US" dirty="0"/>
              <a:t>FBA-BIP Process</a:t>
            </a:r>
          </a:p>
        </p:txBody>
      </p:sp>
      <p:graphicFrame>
        <p:nvGraphicFramePr>
          <p:cNvPr id="5" name="Content Placeholder 2">
            <a:extLst>
              <a:ext uri="{FF2B5EF4-FFF2-40B4-BE49-F238E27FC236}">
                <a16:creationId xmlns:a16="http://schemas.microsoft.com/office/drawing/2014/main" id="{0596EB1B-3E31-A3E9-394C-00C0E14E02BE}"/>
              </a:ext>
            </a:extLst>
          </p:cNvPr>
          <p:cNvGraphicFramePr>
            <a:graphicFrameLocks noGrp="1"/>
          </p:cNvGraphicFramePr>
          <p:nvPr>
            <p:ph idx="1"/>
            <p:extLst>
              <p:ext uri="{D42A27DB-BD31-4B8C-83A1-F6EECF244321}">
                <p14:modId xmlns:p14="http://schemas.microsoft.com/office/powerpoint/2010/main" val="2132525420"/>
              </p:ext>
            </p:extLst>
          </p:nvPr>
        </p:nvGraphicFramePr>
        <p:xfrm>
          <a:off x="427383" y="2434281"/>
          <a:ext cx="11380304" cy="40585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810926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12C5E3C5-4B50-B24B-AFB8-FFE110D4CB6E}"/>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3F6B319A-5372-584C-A62F-BF5810F24889}"/>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graphicEl>
                                              <a:dgm id="{BDC83674-A38B-A844-9235-E6397BB9555C}"/>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2ACED67E-24F7-3D4B-8ACD-B7F9EE19C908}"/>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graphicEl>
                                              <a:dgm id="{11AD8E75-8C6D-3449-9F29-8B0680EDBA0B}"/>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564F66E7-5E12-314C-95F5-F1E748D713AF}"/>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graphicEl>
                                              <a:dgm id="{36D1EF81-3E7E-2941-9D0A-4BD44F7BF3E1}"/>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graphicEl>
                                              <a:dgm id="{3E662F5E-F6E3-B64C-9C65-CFDBCAC6A1DA}"/>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graphicEl>
                                              <a:dgm id="{B29C548C-031E-D541-8BF5-D0FCD392E721}"/>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graphicEl>
                                              <a:dgm id="{36C439C0-DF4A-0A40-BCE7-1DC8EDFCC218}"/>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graphicEl>
                                              <a:dgm id="{475DE73A-22C9-D949-966E-765AB7FB7F0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1C26C-1027-4B43-91D0-BDBABCF7CA7C}"/>
              </a:ext>
            </a:extLst>
          </p:cNvPr>
          <p:cNvSpPr>
            <a:spLocks noGrp="1"/>
          </p:cNvSpPr>
          <p:nvPr>
            <p:ph type="title"/>
          </p:nvPr>
        </p:nvSpPr>
        <p:spPr>
          <a:xfrm>
            <a:off x="1371597" y="348865"/>
            <a:ext cx="10044023" cy="877729"/>
          </a:xfrm>
        </p:spPr>
        <p:txBody>
          <a:bodyPr anchor="ctr">
            <a:normAutofit/>
          </a:bodyPr>
          <a:lstStyle/>
          <a:p>
            <a:r>
              <a:rPr lang="en-US" sz="4000" dirty="0"/>
              <a:t>Data Chart - Example</a:t>
            </a:r>
          </a:p>
        </p:txBody>
      </p:sp>
      <p:graphicFrame>
        <p:nvGraphicFramePr>
          <p:cNvPr id="4" name="Content Placeholder 3">
            <a:extLst>
              <a:ext uri="{FF2B5EF4-FFF2-40B4-BE49-F238E27FC236}">
                <a16:creationId xmlns:a16="http://schemas.microsoft.com/office/drawing/2014/main" id="{4AE533E3-40E2-CA43-8117-89E23401CB35}"/>
              </a:ext>
            </a:extLst>
          </p:cNvPr>
          <p:cNvGraphicFramePr>
            <a:graphicFrameLocks noGrp="1"/>
          </p:cNvGraphicFramePr>
          <p:nvPr>
            <p:ph idx="1"/>
            <p:extLst>
              <p:ext uri="{D42A27DB-BD31-4B8C-83A1-F6EECF244321}">
                <p14:modId xmlns:p14="http://schemas.microsoft.com/office/powerpoint/2010/main" val="10099584"/>
              </p:ext>
            </p:extLst>
          </p:nvPr>
        </p:nvGraphicFramePr>
        <p:xfrm>
          <a:off x="632085" y="2476473"/>
          <a:ext cx="10927830" cy="3811008"/>
        </p:xfrm>
        <a:graphic>
          <a:graphicData uri="http://schemas.openxmlformats.org/drawingml/2006/table">
            <a:tbl>
              <a:tblPr firstRow="1" firstCol="1" bandRow="1">
                <a:tableStyleId>{E8B1032C-EA38-4F05-BA0D-38AFFFC7BED3}</a:tableStyleId>
              </a:tblPr>
              <a:tblGrid>
                <a:gridCol w="1921216">
                  <a:extLst>
                    <a:ext uri="{9D8B030D-6E8A-4147-A177-3AD203B41FA5}">
                      <a16:colId xmlns:a16="http://schemas.microsoft.com/office/drawing/2014/main" val="502728556"/>
                    </a:ext>
                  </a:extLst>
                </a:gridCol>
                <a:gridCol w="3133381">
                  <a:extLst>
                    <a:ext uri="{9D8B030D-6E8A-4147-A177-3AD203B41FA5}">
                      <a16:colId xmlns:a16="http://schemas.microsoft.com/office/drawing/2014/main" val="717689048"/>
                    </a:ext>
                  </a:extLst>
                </a:gridCol>
                <a:gridCol w="2739852">
                  <a:extLst>
                    <a:ext uri="{9D8B030D-6E8A-4147-A177-3AD203B41FA5}">
                      <a16:colId xmlns:a16="http://schemas.microsoft.com/office/drawing/2014/main" val="93357521"/>
                    </a:ext>
                  </a:extLst>
                </a:gridCol>
                <a:gridCol w="3133381">
                  <a:extLst>
                    <a:ext uri="{9D8B030D-6E8A-4147-A177-3AD203B41FA5}">
                      <a16:colId xmlns:a16="http://schemas.microsoft.com/office/drawing/2014/main" val="2690072935"/>
                    </a:ext>
                  </a:extLst>
                </a:gridCol>
              </a:tblGrid>
              <a:tr h="476376">
                <a:tc>
                  <a:txBody>
                    <a:bodyPr/>
                    <a:lstStyle/>
                    <a:p>
                      <a:pPr marL="0" marR="0" algn="l" fontAlgn="t">
                        <a:spcBef>
                          <a:spcPts val="0"/>
                        </a:spcBef>
                        <a:spcAft>
                          <a:spcPts val="0"/>
                        </a:spcAft>
                      </a:pPr>
                      <a:r>
                        <a:rPr lang="en-US" sz="2500" b="1" u="none" strike="noStrike">
                          <a:effectLst/>
                        </a:rPr>
                        <a:t>Time</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1" u="none" strike="noStrike" dirty="0">
                          <a:effectLst/>
                        </a:rPr>
                        <a:t>Antecedent</a:t>
                      </a:r>
                      <a:endParaRPr lang="en-US" sz="4000" b="0" i="0" u="none" strike="noStrike" dirty="0">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1" u="none" strike="noStrike">
                          <a:effectLst/>
                        </a:rPr>
                        <a:t>Behavior</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1" u="none" strike="noStrike">
                          <a:effectLst/>
                        </a:rPr>
                        <a:t>Consequence</a:t>
                      </a:r>
                      <a:endParaRPr lang="en-US" sz="4000" b="0" i="0" u="none" strike="noStrike">
                        <a:effectLst/>
                        <a:latin typeface="Arial" panose="020B0604020202020204" pitchFamily="34" charset="0"/>
                      </a:endParaRPr>
                    </a:p>
                  </a:txBody>
                  <a:tcPr marL="152848" marR="152848" marT="21229" marB="0"/>
                </a:tc>
                <a:extLst>
                  <a:ext uri="{0D108BD9-81ED-4DB2-BD59-A6C34878D82A}">
                    <a16:rowId xmlns:a16="http://schemas.microsoft.com/office/drawing/2014/main" val="57925143"/>
                  </a:ext>
                </a:extLst>
              </a:tr>
              <a:tr h="476376">
                <a:tc>
                  <a:txBody>
                    <a:bodyPr/>
                    <a:lstStyle/>
                    <a:p>
                      <a:pPr marL="0" marR="0" algn="l" fontAlgn="t">
                        <a:spcBef>
                          <a:spcPts val="0"/>
                        </a:spcBef>
                        <a:spcAft>
                          <a:spcPts val="0"/>
                        </a:spcAft>
                      </a:pPr>
                      <a:r>
                        <a:rPr lang="en-US" sz="2500" b="1"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dirty="0">
                          <a:effectLst/>
                        </a:rPr>
                        <a:t> </a:t>
                      </a:r>
                      <a:endParaRPr lang="en-US" sz="4000" b="0" i="0" u="none" strike="noStrike" dirty="0">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extLst>
                  <a:ext uri="{0D108BD9-81ED-4DB2-BD59-A6C34878D82A}">
                    <a16:rowId xmlns:a16="http://schemas.microsoft.com/office/drawing/2014/main" val="2585067257"/>
                  </a:ext>
                </a:extLst>
              </a:tr>
              <a:tr h="476376">
                <a:tc>
                  <a:txBody>
                    <a:bodyPr/>
                    <a:lstStyle/>
                    <a:p>
                      <a:pPr marL="0" marR="0" algn="l" fontAlgn="t">
                        <a:spcBef>
                          <a:spcPts val="0"/>
                        </a:spcBef>
                        <a:spcAft>
                          <a:spcPts val="0"/>
                        </a:spcAft>
                      </a:pPr>
                      <a:r>
                        <a:rPr lang="en-US" sz="2500" b="1"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extLst>
                  <a:ext uri="{0D108BD9-81ED-4DB2-BD59-A6C34878D82A}">
                    <a16:rowId xmlns:a16="http://schemas.microsoft.com/office/drawing/2014/main" val="509535184"/>
                  </a:ext>
                </a:extLst>
              </a:tr>
              <a:tr h="476376">
                <a:tc>
                  <a:txBody>
                    <a:bodyPr/>
                    <a:lstStyle/>
                    <a:p>
                      <a:pPr marL="0" marR="0" algn="l" fontAlgn="t">
                        <a:spcBef>
                          <a:spcPts val="0"/>
                        </a:spcBef>
                        <a:spcAft>
                          <a:spcPts val="0"/>
                        </a:spcAft>
                      </a:pPr>
                      <a:r>
                        <a:rPr lang="en-US" sz="2500" b="1"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extLst>
                  <a:ext uri="{0D108BD9-81ED-4DB2-BD59-A6C34878D82A}">
                    <a16:rowId xmlns:a16="http://schemas.microsoft.com/office/drawing/2014/main" val="3597419678"/>
                  </a:ext>
                </a:extLst>
              </a:tr>
              <a:tr h="476376">
                <a:tc>
                  <a:txBody>
                    <a:bodyPr/>
                    <a:lstStyle/>
                    <a:p>
                      <a:pPr marL="0" marR="0" algn="l" fontAlgn="t">
                        <a:spcBef>
                          <a:spcPts val="0"/>
                        </a:spcBef>
                        <a:spcAft>
                          <a:spcPts val="0"/>
                        </a:spcAft>
                      </a:pPr>
                      <a:r>
                        <a:rPr lang="en-US" sz="2500" b="1" u="none" strike="noStrike" dirty="0">
                          <a:effectLst/>
                        </a:rPr>
                        <a:t> </a:t>
                      </a:r>
                      <a:endParaRPr lang="en-US" sz="4000" b="0" i="0" u="none" strike="noStrike" dirty="0">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extLst>
                  <a:ext uri="{0D108BD9-81ED-4DB2-BD59-A6C34878D82A}">
                    <a16:rowId xmlns:a16="http://schemas.microsoft.com/office/drawing/2014/main" val="1732164484"/>
                  </a:ext>
                </a:extLst>
              </a:tr>
              <a:tr h="476376">
                <a:tc>
                  <a:txBody>
                    <a:bodyPr/>
                    <a:lstStyle/>
                    <a:p>
                      <a:pPr marL="0" marR="0" algn="l" fontAlgn="t">
                        <a:spcBef>
                          <a:spcPts val="0"/>
                        </a:spcBef>
                        <a:spcAft>
                          <a:spcPts val="0"/>
                        </a:spcAft>
                      </a:pPr>
                      <a:r>
                        <a:rPr lang="en-US" sz="2500" b="1"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extLst>
                  <a:ext uri="{0D108BD9-81ED-4DB2-BD59-A6C34878D82A}">
                    <a16:rowId xmlns:a16="http://schemas.microsoft.com/office/drawing/2014/main" val="4250663238"/>
                  </a:ext>
                </a:extLst>
              </a:tr>
              <a:tr h="476376">
                <a:tc>
                  <a:txBody>
                    <a:bodyPr/>
                    <a:lstStyle/>
                    <a:p>
                      <a:pPr marL="0" marR="0" algn="l" fontAlgn="t">
                        <a:spcBef>
                          <a:spcPts val="0"/>
                        </a:spcBef>
                        <a:spcAft>
                          <a:spcPts val="0"/>
                        </a:spcAft>
                      </a:pPr>
                      <a:r>
                        <a:rPr lang="en-US" sz="2500" b="1"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extLst>
                  <a:ext uri="{0D108BD9-81ED-4DB2-BD59-A6C34878D82A}">
                    <a16:rowId xmlns:a16="http://schemas.microsoft.com/office/drawing/2014/main" val="2219190487"/>
                  </a:ext>
                </a:extLst>
              </a:tr>
              <a:tr h="476376">
                <a:tc>
                  <a:txBody>
                    <a:bodyPr/>
                    <a:lstStyle/>
                    <a:p>
                      <a:pPr marL="0" marR="0" algn="l" fontAlgn="t">
                        <a:spcBef>
                          <a:spcPts val="0"/>
                        </a:spcBef>
                        <a:spcAft>
                          <a:spcPts val="0"/>
                        </a:spcAft>
                      </a:pPr>
                      <a:r>
                        <a:rPr lang="en-US" sz="2500" b="1"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a:effectLst/>
                        </a:rPr>
                        <a:t> </a:t>
                      </a:r>
                      <a:endParaRPr lang="en-US" sz="4000" b="0" i="0" u="none" strike="noStrike">
                        <a:effectLst/>
                        <a:latin typeface="Arial" panose="020B0604020202020204" pitchFamily="34" charset="0"/>
                      </a:endParaRPr>
                    </a:p>
                  </a:txBody>
                  <a:tcPr marL="152848" marR="152848" marT="21229" marB="0"/>
                </a:tc>
                <a:tc>
                  <a:txBody>
                    <a:bodyPr/>
                    <a:lstStyle/>
                    <a:p>
                      <a:pPr marL="0" marR="0" algn="l" fontAlgn="t">
                        <a:spcBef>
                          <a:spcPts val="0"/>
                        </a:spcBef>
                        <a:spcAft>
                          <a:spcPts val="0"/>
                        </a:spcAft>
                      </a:pPr>
                      <a:r>
                        <a:rPr lang="en-US" sz="2500" b="0" u="none" strike="noStrike" dirty="0">
                          <a:effectLst/>
                        </a:rPr>
                        <a:t> </a:t>
                      </a:r>
                      <a:endParaRPr lang="en-US" sz="4000" b="0" i="0" u="none" strike="noStrike" dirty="0">
                        <a:effectLst/>
                        <a:latin typeface="Arial" panose="020B0604020202020204" pitchFamily="34" charset="0"/>
                      </a:endParaRPr>
                    </a:p>
                  </a:txBody>
                  <a:tcPr marL="152848" marR="152848" marT="21229" marB="0"/>
                </a:tc>
                <a:extLst>
                  <a:ext uri="{0D108BD9-81ED-4DB2-BD59-A6C34878D82A}">
                    <a16:rowId xmlns:a16="http://schemas.microsoft.com/office/drawing/2014/main" val="758439922"/>
                  </a:ext>
                </a:extLst>
              </a:tr>
            </a:tbl>
          </a:graphicData>
        </a:graphic>
      </p:graphicFrame>
    </p:spTree>
    <p:extLst>
      <p:ext uri="{BB962C8B-B14F-4D97-AF65-F5344CB8AC3E}">
        <p14:creationId xmlns:p14="http://schemas.microsoft.com/office/powerpoint/2010/main" val="3157851535"/>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E170E-9A8A-66D9-47A6-B49B3F39618C}"/>
              </a:ext>
            </a:extLst>
          </p:cNvPr>
          <p:cNvSpPr>
            <a:spLocks noGrp="1"/>
          </p:cNvSpPr>
          <p:nvPr>
            <p:ph type="title"/>
          </p:nvPr>
        </p:nvSpPr>
        <p:spPr/>
        <p:txBody>
          <a:bodyPr/>
          <a:lstStyle/>
          <a:p>
            <a:r>
              <a:rPr lang="en-US" dirty="0"/>
              <a:t>Creating the BIP</a:t>
            </a:r>
          </a:p>
        </p:txBody>
      </p:sp>
      <p:graphicFrame>
        <p:nvGraphicFramePr>
          <p:cNvPr id="4" name="Content Placeholder 3">
            <a:extLst>
              <a:ext uri="{FF2B5EF4-FFF2-40B4-BE49-F238E27FC236}">
                <a16:creationId xmlns:a16="http://schemas.microsoft.com/office/drawing/2014/main" id="{ED17F7A7-6C85-0B81-5850-2085EC9F7370}"/>
              </a:ext>
            </a:extLst>
          </p:cNvPr>
          <p:cNvGraphicFramePr>
            <a:graphicFrameLocks noGrp="1"/>
          </p:cNvGraphicFramePr>
          <p:nvPr>
            <p:ph idx="1"/>
            <p:extLst>
              <p:ext uri="{D42A27DB-BD31-4B8C-83A1-F6EECF244321}">
                <p14:modId xmlns:p14="http://schemas.microsoft.com/office/powerpoint/2010/main" val="1023385488"/>
              </p:ext>
            </p:extLst>
          </p:nvPr>
        </p:nvGraphicFramePr>
        <p:xfrm>
          <a:off x="484552" y="2576513"/>
          <a:ext cx="10869248" cy="3600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624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58866D62-9651-DD4F-AC42-3C8BAD4ED81B}"/>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8EA1A142-4975-DF41-BE33-3327210130B9}"/>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F2689665-7144-1E42-8460-9A101F4ADFC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B8813630-23ED-6640-806B-5CBBFB6F7E6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F6DB4992-8B4A-C445-AD7A-EAE11EA132E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8DE7-15C2-6188-33F5-83F0537D1D66}"/>
              </a:ext>
            </a:extLst>
          </p:cNvPr>
          <p:cNvSpPr>
            <a:spLocks noGrp="1"/>
          </p:cNvSpPr>
          <p:nvPr>
            <p:ph type="title"/>
          </p:nvPr>
        </p:nvSpPr>
        <p:spPr/>
        <p:txBody>
          <a:bodyPr>
            <a:normAutofit/>
          </a:bodyPr>
          <a:lstStyle/>
          <a:p>
            <a:r>
              <a:rPr lang="en-US" dirty="0"/>
              <a:t>A/B/C - Strategies</a:t>
            </a:r>
          </a:p>
        </p:txBody>
      </p:sp>
      <p:graphicFrame>
        <p:nvGraphicFramePr>
          <p:cNvPr id="4" name="Content Placeholder 3">
            <a:extLst>
              <a:ext uri="{FF2B5EF4-FFF2-40B4-BE49-F238E27FC236}">
                <a16:creationId xmlns:a16="http://schemas.microsoft.com/office/drawing/2014/main" id="{4E26BBE9-F31B-689A-05AB-E7192D071D0E}"/>
              </a:ext>
            </a:extLst>
          </p:cNvPr>
          <p:cNvGraphicFramePr>
            <a:graphicFrameLocks noGrp="1"/>
          </p:cNvGraphicFramePr>
          <p:nvPr>
            <p:ph idx="1"/>
            <p:extLst>
              <p:ext uri="{D42A27DB-BD31-4B8C-83A1-F6EECF244321}">
                <p14:modId xmlns:p14="http://schemas.microsoft.com/office/powerpoint/2010/main" val="1825364640"/>
              </p:ext>
            </p:extLst>
          </p:nvPr>
        </p:nvGraphicFramePr>
        <p:xfrm>
          <a:off x="484188" y="2349795"/>
          <a:ext cx="10869612" cy="42211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4431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380A34A-731B-4B77-8D1A-4326EA612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B2520F-C388-3C7A-DAF7-B016E91C0730}"/>
              </a:ext>
            </a:extLst>
          </p:cNvPr>
          <p:cNvSpPr>
            <a:spLocks noGrp="1"/>
          </p:cNvSpPr>
          <p:nvPr>
            <p:ph type="title"/>
          </p:nvPr>
        </p:nvSpPr>
        <p:spPr>
          <a:xfrm>
            <a:off x="146222" y="365125"/>
            <a:ext cx="2689847" cy="2783592"/>
          </a:xfrm>
        </p:spPr>
        <p:txBody>
          <a:bodyPr>
            <a:normAutofit/>
          </a:bodyPr>
          <a:lstStyle/>
          <a:p>
            <a:r>
              <a:rPr lang="en-US" sz="3200"/>
              <a:t>Planning What the Adult Will Do</a:t>
            </a:r>
          </a:p>
        </p:txBody>
      </p:sp>
      <p:grpSp>
        <p:nvGrpSpPr>
          <p:cNvPr id="28" name="Group 27">
            <a:extLst>
              <a:ext uri="{FF2B5EF4-FFF2-40B4-BE49-F238E27FC236}">
                <a16:creationId xmlns:a16="http://schemas.microsoft.com/office/drawing/2014/main" id="{D637F229-3203-4783-BAA9-C5F4AE1369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429000"/>
            <a:ext cx="3047997" cy="3429000"/>
            <a:chOff x="0" y="3438071"/>
            <a:chExt cx="3047997" cy="3429000"/>
          </a:xfrm>
        </p:grpSpPr>
        <p:sp>
          <p:nvSpPr>
            <p:cNvPr id="29" name="Rectangle 28">
              <a:extLst>
                <a:ext uri="{FF2B5EF4-FFF2-40B4-BE49-F238E27FC236}">
                  <a16:creationId xmlns:a16="http://schemas.microsoft.com/office/drawing/2014/main" id="{258ED267-CBD7-48CA-8FBD-FC65502AA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 y="3438071"/>
              <a:ext cx="3047991"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35AB1F4-1BAE-422B-9787-CAC85DB09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47142"/>
              <a:ext cx="3047997" cy="3419929"/>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0" name="Content Placeholder 2">
            <a:extLst>
              <a:ext uri="{FF2B5EF4-FFF2-40B4-BE49-F238E27FC236}">
                <a16:creationId xmlns:a16="http://schemas.microsoft.com/office/drawing/2014/main" id="{487AFC00-0FA7-118E-504F-0A0FCD33251F}"/>
              </a:ext>
            </a:extLst>
          </p:cNvPr>
          <p:cNvGraphicFramePr/>
          <p:nvPr>
            <p:extLst>
              <p:ext uri="{D42A27DB-BD31-4B8C-83A1-F6EECF244321}">
                <p14:modId xmlns:p14="http://schemas.microsoft.com/office/powerpoint/2010/main" val="1922523236"/>
              </p:ext>
            </p:extLst>
          </p:nvPr>
        </p:nvGraphicFramePr>
        <p:xfrm>
          <a:off x="3811656" y="551622"/>
          <a:ext cx="7742583" cy="5625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3084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F15C8E-093E-4823-A12A-001BAA62B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C60494-71A0-4561-A012-BA2338D0D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2957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8DBE165-B8AD-FFF6-353D-47BF1E632EE8}"/>
              </a:ext>
            </a:extLst>
          </p:cNvPr>
          <p:cNvSpPr>
            <a:spLocks noGrp="1"/>
          </p:cNvSpPr>
          <p:nvPr>
            <p:ph type="title"/>
          </p:nvPr>
        </p:nvSpPr>
        <p:spPr>
          <a:xfrm>
            <a:off x="484552" y="365125"/>
            <a:ext cx="10869248" cy="1570831"/>
          </a:xfrm>
        </p:spPr>
        <p:txBody>
          <a:bodyPr>
            <a:normAutofit/>
          </a:bodyPr>
          <a:lstStyle/>
          <a:p>
            <a:r>
              <a:rPr lang="en-US" dirty="0"/>
              <a:t>Crisis Part of BIP</a:t>
            </a:r>
          </a:p>
        </p:txBody>
      </p:sp>
      <p:graphicFrame>
        <p:nvGraphicFramePr>
          <p:cNvPr id="5" name="Content Placeholder 2">
            <a:extLst>
              <a:ext uri="{FF2B5EF4-FFF2-40B4-BE49-F238E27FC236}">
                <a16:creationId xmlns:a16="http://schemas.microsoft.com/office/drawing/2014/main" id="{9903F5AD-F954-3370-AD12-FBA54190CCB3}"/>
              </a:ext>
            </a:extLst>
          </p:cNvPr>
          <p:cNvGraphicFramePr>
            <a:graphicFrameLocks noGrp="1"/>
          </p:cNvGraphicFramePr>
          <p:nvPr>
            <p:ph idx="1"/>
            <p:extLst>
              <p:ext uri="{D42A27DB-BD31-4B8C-83A1-F6EECF244321}">
                <p14:modId xmlns:p14="http://schemas.microsoft.com/office/powerpoint/2010/main" val="3841724665"/>
              </p:ext>
            </p:extLst>
          </p:nvPr>
        </p:nvGraphicFramePr>
        <p:xfrm>
          <a:off x="427383" y="2713383"/>
          <a:ext cx="11380304" cy="3414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8019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A31BADAE-55B6-0E49-822C-45D88BB3038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0FB33CE1-B370-044C-9971-BB47A822A9C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graphicEl>
                                              <a:dgm id="{AC07FAC2-6458-FE4B-9FE3-51C1D83CB83C}"/>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C4CB676D-BEA0-3B4F-957B-651266662CB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graphicEl>
                                              <a:dgm id="{56356A54-1B90-AD4F-8705-C43F202DE30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0897F170-0F9C-E54D-8DA5-BE3060245161}"/>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graphicEl>
                                              <a:dgm id="{9C27B852-BC8E-6646-9946-45A637D61E7E}"/>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graphicEl>
                                              <a:dgm id="{4BCB7549-1794-0A4E-BD8A-644DE4EFB99F}"/>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80A34A-731B-4B77-8D1A-4326EA612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FB56AC-6F3B-B350-AF74-0C1B486254AB}"/>
              </a:ext>
            </a:extLst>
          </p:cNvPr>
          <p:cNvSpPr>
            <a:spLocks noGrp="1"/>
          </p:cNvSpPr>
          <p:nvPr>
            <p:ph type="title"/>
          </p:nvPr>
        </p:nvSpPr>
        <p:spPr>
          <a:xfrm>
            <a:off x="146222" y="365125"/>
            <a:ext cx="2689847" cy="3938518"/>
          </a:xfrm>
        </p:spPr>
        <p:txBody>
          <a:bodyPr>
            <a:normAutofit/>
          </a:bodyPr>
          <a:lstStyle/>
          <a:p>
            <a:r>
              <a:rPr lang="en-US" sz="3200"/>
              <a:t>Common Pitfalls</a:t>
            </a:r>
          </a:p>
        </p:txBody>
      </p:sp>
      <p:grpSp>
        <p:nvGrpSpPr>
          <p:cNvPr id="13" name="Group 12">
            <a:extLst>
              <a:ext uri="{FF2B5EF4-FFF2-40B4-BE49-F238E27FC236}">
                <a16:creationId xmlns:a16="http://schemas.microsoft.com/office/drawing/2014/main" id="{E5CD2E8B-968C-4DDC-9470-260B5DA13D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72778"/>
            <a:ext cx="3047997" cy="2285222"/>
            <a:chOff x="0" y="3438071"/>
            <a:chExt cx="3047997" cy="3429000"/>
          </a:xfrm>
        </p:grpSpPr>
        <p:sp>
          <p:nvSpPr>
            <p:cNvPr id="14" name="Rectangle 13">
              <a:extLst>
                <a:ext uri="{FF2B5EF4-FFF2-40B4-BE49-F238E27FC236}">
                  <a16:creationId xmlns:a16="http://schemas.microsoft.com/office/drawing/2014/main" id="{54940AF6-4BB8-4A24-9BCA-B088F02BD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 y="3438071"/>
              <a:ext cx="3047991"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4AD7D5E-CDD6-4468-9F5F-6802387A9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47142"/>
              <a:ext cx="3047997" cy="3419929"/>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Content Placeholder 2">
            <a:extLst>
              <a:ext uri="{FF2B5EF4-FFF2-40B4-BE49-F238E27FC236}">
                <a16:creationId xmlns:a16="http://schemas.microsoft.com/office/drawing/2014/main" id="{E8A4EB9A-4FF7-EA45-28B1-0B3EAC2DE2B3}"/>
              </a:ext>
            </a:extLst>
          </p:cNvPr>
          <p:cNvGraphicFramePr>
            <a:graphicFrameLocks noGrp="1"/>
          </p:cNvGraphicFramePr>
          <p:nvPr>
            <p:ph idx="1"/>
            <p:extLst>
              <p:ext uri="{D42A27DB-BD31-4B8C-83A1-F6EECF244321}">
                <p14:modId xmlns:p14="http://schemas.microsoft.com/office/powerpoint/2010/main" val="210647986"/>
              </p:ext>
            </p:extLst>
          </p:nvPr>
        </p:nvGraphicFramePr>
        <p:xfrm>
          <a:off x="3811656" y="551622"/>
          <a:ext cx="7742583" cy="5625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5404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4DB88-827D-09E0-6517-D939D9AE2A11}"/>
              </a:ext>
            </a:extLst>
          </p:cNvPr>
          <p:cNvSpPr>
            <a:spLocks noGrp="1"/>
          </p:cNvSpPr>
          <p:nvPr>
            <p:ph type="title"/>
          </p:nvPr>
        </p:nvSpPr>
        <p:spPr/>
        <p:txBody>
          <a:bodyPr/>
          <a:lstStyle/>
          <a:p>
            <a:pPr algn="ctr"/>
            <a:r>
              <a:rPr lang="en-US" dirty="0"/>
              <a:t>Final Thought</a:t>
            </a:r>
          </a:p>
        </p:txBody>
      </p:sp>
      <p:graphicFrame>
        <p:nvGraphicFramePr>
          <p:cNvPr id="4" name="Content Placeholder 3">
            <a:extLst>
              <a:ext uri="{FF2B5EF4-FFF2-40B4-BE49-F238E27FC236}">
                <a16:creationId xmlns:a16="http://schemas.microsoft.com/office/drawing/2014/main" id="{6AD7946D-3DDC-11F6-190F-866603C7DC7F}"/>
              </a:ext>
            </a:extLst>
          </p:cNvPr>
          <p:cNvGraphicFramePr>
            <a:graphicFrameLocks noGrp="1"/>
          </p:cNvGraphicFramePr>
          <p:nvPr>
            <p:ph idx="1"/>
            <p:extLst>
              <p:ext uri="{D42A27DB-BD31-4B8C-83A1-F6EECF244321}">
                <p14:modId xmlns:p14="http://schemas.microsoft.com/office/powerpoint/2010/main" val="2230949765"/>
              </p:ext>
            </p:extLst>
          </p:nvPr>
        </p:nvGraphicFramePr>
        <p:xfrm>
          <a:off x="484552" y="2576513"/>
          <a:ext cx="10869248" cy="3600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3450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80A34A-731B-4B77-8D1A-4326EA612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918386-C776-8608-F8D5-9B2DDAB51DBD}"/>
              </a:ext>
            </a:extLst>
          </p:cNvPr>
          <p:cNvSpPr>
            <a:spLocks noGrp="1"/>
          </p:cNvSpPr>
          <p:nvPr>
            <p:ph type="title"/>
          </p:nvPr>
        </p:nvSpPr>
        <p:spPr>
          <a:xfrm>
            <a:off x="146222" y="365125"/>
            <a:ext cx="2689847" cy="3938518"/>
          </a:xfrm>
        </p:spPr>
        <p:txBody>
          <a:bodyPr>
            <a:normAutofit/>
          </a:bodyPr>
          <a:lstStyle/>
          <a:p>
            <a:r>
              <a:rPr lang="en-US" sz="3200" dirty="0"/>
              <a:t>Follow up to cases</a:t>
            </a:r>
          </a:p>
        </p:txBody>
      </p:sp>
      <p:grpSp>
        <p:nvGrpSpPr>
          <p:cNvPr id="13" name="Group 12">
            <a:extLst>
              <a:ext uri="{FF2B5EF4-FFF2-40B4-BE49-F238E27FC236}">
                <a16:creationId xmlns:a16="http://schemas.microsoft.com/office/drawing/2014/main" id="{E5CD2E8B-968C-4DDC-9470-260B5DA13D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72778"/>
            <a:ext cx="3047997" cy="2285222"/>
            <a:chOff x="0" y="3438071"/>
            <a:chExt cx="3047997" cy="3429000"/>
          </a:xfrm>
        </p:grpSpPr>
        <p:sp>
          <p:nvSpPr>
            <p:cNvPr id="14" name="Rectangle 13">
              <a:extLst>
                <a:ext uri="{FF2B5EF4-FFF2-40B4-BE49-F238E27FC236}">
                  <a16:creationId xmlns:a16="http://schemas.microsoft.com/office/drawing/2014/main" id="{54940AF6-4BB8-4A24-9BCA-B088F02BD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 y="3438071"/>
              <a:ext cx="3047991"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4AD7D5E-CDD6-4468-9F5F-6802387A9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47142"/>
              <a:ext cx="3047997" cy="3419929"/>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9B8A18F3-87F8-B19B-24C8-8D6266326041}"/>
              </a:ext>
            </a:extLst>
          </p:cNvPr>
          <p:cNvGraphicFramePr>
            <a:graphicFrameLocks noGrp="1"/>
          </p:cNvGraphicFramePr>
          <p:nvPr>
            <p:ph idx="1"/>
            <p:extLst>
              <p:ext uri="{D42A27DB-BD31-4B8C-83A1-F6EECF244321}">
                <p14:modId xmlns:p14="http://schemas.microsoft.com/office/powerpoint/2010/main" val="4006481501"/>
              </p:ext>
            </p:extLst>
          </p:nvPr>
        </p:nvGraphicFramePr>
        <p:xfrm>
          <a:off x="3811656" y="551622"/>
          <a:ext cx="7742583" cy="5625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0347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5F46-6293-B810-6411-A9ED59CA4EF2}"/>
              </a:ext>
            </a:extLst>
          </p:cNvPr>
          <p:cNvSpPr>
            <a:spLocks noGrp="1"/>
          </p:cNvSpPr>
          <p:nvPr>
            <p:ph type="title"/>
          </p:nvPr>
        </p:nvSpPr>
        <p:spPr>
          <a:xfrm>
            <a:off x="1213735" y="356220"/>
            <a:ext cx="9588943" cy="1268984"/>
          </a:xfrm>
        </p:spPr>
        <p:txBody>
          <a:bodyPr>
            <a:normAutofit fontScale="90000"/>
          </a:bodyPr>
          <a:lstStyle/>
          <a:p>
            <a:r>
              <a:rPr lang="en-US" dirty="0"/>
              <a:t>FBA based on record review</a:t>
            </a:r>
            <a:r>
              <a:rPr lang="en-US" sz="1800" dirty="0"/>
              <a:t>(</a:t>
            </a:r>
            <a:r>
              <a:rPr lang="en-US" sz="1800" dirty="0" err="1"/>
              <a:t>Steege</a:t>
            </a:r>
            <a:r>
              <a:rPr lang="en-US" sz="1800" dirty="0"/>
              <a:t>)</a:t>
            </a:r>
            <a:endParaRPr lang="en-US" dirty="0"/>
          </a:p>
        </p:txBody>
      </p:sp>
      <p:graphicFrame>
        <p:nvGraphicFramePr>
          <p:cNvPr id="4" name="Table 4">
            <a:extLst>
              <a:ext uri="{FF2B5EF4-FFF2-40B4-BE49-F238E27FC236}">
                <a16:creationId xmlns:a16="http://schemas.microsoft.com/office/drawing/2014/main" id="{CF4F2C53-4C19-639C-AE83-97068BF08782}"/>
              </a:ext>
            </a:extLst>
          </p:cNvPr>
          <p:cNvGraphicFramePr>
            <a:graphicFrameLocks noGrp="1"/>
          </p:cNvGraphicFramePr>
          <p:nvPr>
            <p:ph idx="1"/>
            <p:extLst>
              <p:ext uri="{D42A27DB-BD31-4B8C-83A1-F6EECF244321}">
                <p14:modId xmlns:p14="http://schemas.microsoft.com/office/powerpoint/2010/main" val="602151367"/>
              </p:ext>
            </p:extLst>
          </p:nvPr>
        </p:nvGraphicFramePr>
        <p:xfrm>
          <a:off x="665484" y="2307265"/>
          <a:ext cx="10685443" cy="4550735"/>
        </p:xfrm>
        <a:graphic>
          <a:graphicData uri="http://schemas.openxmlformats.org/drawingml/2006/table">
            <a:tbl>
              <a:tblPr firstRow="1" bandRow="1">
                <a:tableStyleId>{8EC20E35-A176-4012-BC5E-935CFFF8708E}</a:tableStyleId>
              </a:tblPr>
              <a:tblGrid>
                <a:gridCol w="2768361">
                  <a:extLst>
                    <a:ext uri="{9D8B030D-6E8A-4147-A177-3AD203B41FA5}">
                      <a16:colId xmlns:a16="http://schemas.microsoft.com/office/drawing/2014/main" val="2716911061"/>
                    </a:ext>
                  </a:extLst>
                </a:gridCol>
                <a:gridCol w="3831220">
                  <a:extLst>
                    <a:ext uri="{9D8B030D-6E8A-4147-A177-3AD203B41FA5}">
                      <a16:colId xmlns:a16="http://schemas.microsoft.com/office/drawing/2014/main" val="2096161732"/>
                    </a:ext>
                  </a:extLst>
                </a:gridCol>
                <a:gridCol w="4085862">
                  <a:extLst>
                    <a:ext uri="{9D8B030D-6E8A-4147-A177-3AD203B41FA5}">
                      <a16:colId xmlns:a16="http://schemas.microsoft.com/office/drawing/2014/main" val="1782024640"/>
                    </a:ext>
                  </a:extLst>
                </a:gridCol>
              </a:tblGrid>
              <a:tr h="447551">
                <a:tc>
                  <a:txBody>
                    <a:bodyPr/>
                    <a:lstStyle/>
                    <a:p>
                      <a:r>
                        <a:rPr lang="en-US" dirty="0"/>
                        <a:t>Source</a:t>
                      </a:r>
                    </a:p>
                  </a:txBody>
                  <a:tcPr/>
                </a:tc>
                <a:tc>
                  <a:txBody>
                    <a:bodyPr/>
                    <a:lstStyle/>
                    <a:p>
                      <a:r>
                        <a:rPr lang="en-US" dirty="0"/>
                        <a:t>What to look for</a:t>
                      </a:r>
                    </a:p>
                  </a:txBody>
                  <a:tcPr/>
                </a:tc>
                <a:tc>
                  <a:txBody>
                    <a:bodyPr/>
                    <a:lstStyle/>
                    <a:p>
                      <a:r>
                        <a:rPr lang="en-US" dirty="0"/>
                        <a:t>Connection to FBA</a:t>
                      </a:r>
                    </a:p>
                  </a:txBody>
                  <a:tcPr/>
                </a:tc>
                <a:extLst>
                  <a:ext uri="{0D108BD9-81ED-4DB2-BD59-A6C34878D82A}">
                    <a16:rowId xmlns:a16="http://schemas.microsoft.com/office/drawing/2014/main" val="419892439"/>
                  </a:ext>
                </a:extLst>
              </a:tr>
              <a:tr h="683864">
                <a:tc>
                  <a:txBody>
                    <a:bodyPr/>
                    <a:lstStyle/>
                    <a:p>
                      <a:r>
                        <a:rPr lang="en-US" dirty="0"/>
                        <a:t>Medical History</a:t>
                      </a:r>
                    </a:p>
                  </a:txBody>
                  <a:tcPr/>
                </a:tc>
                <a:tc>
                  <a:txBody>
                    <a:bodyPr/>
                    <a:lstStyle/>
                    <a:p>
                      <a:r>
                        <a:rPr lang="en-US" dirty="0"/>
                        <a:t>Relevant history or medications</a:t>
                      </a:r>
                    </a:p>
                  </a:txBody>
                  <a:tcPr/>
                </a:tc>
                <a:tc>
                  <a:txBody>
                    <a:bodyPr/>
                    <a:lstStyle/>
                    <a:p>
                      <a:r>
                        <a:rPr lang="en-US" dirty="0"/>
                        <a:t>Trauma or meds interfering with behavior?</a:t>
                      </a:r>
                    </a:p>
                  </a:txBody>
                  <a:tcPr/>
                </a:tc>
                <a:extLst>
                  <a:ext uri="{0D108BD9-81ED-4DB2-BD59-A6C34878D82A}">
                    <a16:rowId xmlns:a16="http://schemas.microsoft.com/office/drawing/2014/main" val="1292623714"/>
                  </a:ext>
                </a:extLst>
              </a:tr>
              <a:tr h="683864">
                <a:tc>
                  <a:txBody>
                    <a:bodyPr/>
                    <a:lstStyle/>
                    <a:p>
                      <a:r>
                        <a:rPr lang="en-US" dirty="0"/>
                        <a:t>Social History</a:t>
                      </a:r>
                    </a:p>
                  </a:txBody>
                  <a:tcPr/>
                </a:tc>
                <a:tc>
                  <a:txBody>
                    <a:bodyPr/>
                    <a:lstStyle/>
                    <a:p>
                      <a:r>
                        <a:rPr lang="en-US" dirty="0"/>
                        <a:t>Social stressors and family events</a:t>
                      </a:r>
                    </a:p>
                  </a:txBody>
                  <a:tcPr/>
                </a:tc>
                <a:tc>
                  <a:txBody>
                    <a:bodyPr/>
                    <a:lstStyle/>
                    <a:p>
                      <a:r>
                        <a:rPr lang="en-US" dirty="0"/>
                        <a:t>Is student getting social needs met through behavior?</a:t>
                      </a:r>
                    </a:p>
                  </a:txBody>
                  <a:tcPr/>
                </a:tc>
                <a:extLst>
                  <a:ext uri="{0D108BD9-81ED-4DB2-BD59-A6C34878D82A}">
                    <a16:rowId xmlns:a16="http://schemas.microsoft.com/office/drawing/2014/main" val="2471328192"/>
                  </a:ext>
                </a:extLst>
              </a:tr>
              <a:tr h="683864">
                <a:tc>
                  <a:txBody>
                    <a:bodyPr/>
                    <a:lstStyle/>
                    <a:p>
                      <a:r>
                        <a:rPr lang="en-US" dirty="0"/>
                        <a:t>Attendance</a:t>
                      </a:r>
                    </a:p>
                  </a:txBody>
                  <a:tcPr/>
                </a:tc>
                <a:tc>
                  <a:txBody>
                    <a:bodyPr/>
                    <a:lstStyle/>
                    <a:p>
                      <a:r>
                        <a:rPr lang="en-US" dirty="0"/>
                        <a:t>Patterns and issues </a:t>
                      </a:r>
                    </a:p>
                  </a:txBody>
                  <a:tcPr/>
                </a:tc>
                <a:tc>
                  <a:txBody>
                    <a:bodyPr/>
                    <a:lstStyle/>
                    <a:p>
                      <a:r>
                        <a:rPr lang="en-US" dirty="0"/>
                        <a:t>Skill deficit related to lack of instruction or gap in attendance?</a:t>
                      </a:r>
                    </a:p>
                  </a:txBody>
                  <a:tcPr/>
                </a:tc>
                <a:extLst>
                  <a:ext uri="{0D108BD9-81ED-4DB2-BD59-A6C34878D82A}">
                    <a16:rowId xmlns:a16="http://schemas.microsoft.com/office/drawing/2014/main" val="1276524100"/>
                  </a:ext>
                </a:extLst>
              </a:tr>
              <a:tr h="683864">
                <a:tc>
                  <a:txBody>
                    <a:bodyPr/>
                    <a:lstStyle/>
                    <a:p>
                      <a:r>
                        <a:rPr lang="en-US" dirty="0"/>
                        <a:t>Academics</a:t>
                      </a:r>
                    </a:p>
                  </a:txBody>
                  <a:tcPr/>
                </a:tc>
                <a:tc>
                  <a:txBody>
                    <a:bodyPr/>
                    <a:lstStyle/>
                    <a:p>
                      <a:r>
                        <a:rPr lang="en-US" dirty="0"/>
                        <a:t>Grades or lack of performance</a:t>
                      </a:r>
                    </a:p>
                  </a:txBody>
                  <a:tcPr/>
                </a:tc>
                <a:tc>
                  <a:txBody>
                    <a:bodyPr/>
                    <a:lstStyle/>
                    <a:p>
                      <a:r>
                        <a:rPr lang="en-US" dirty="0"/>
                        <a:t>Specific content that is connected to target behavior?</a:t>
                      </a:r>
                    </a:p>
                  </a:txBody>
                  <a:tcPr/>
                </a:tc>
                <a:extLst>
                  <a:ext uri="{0D108BD9-81ED-4DB2-BD59-A6C34878D82A}">
                    <a16:rowId xmlns:a16="http://schemas.microsoft.com/office/drawing/2014/main" val="3818468427"/>
                  </a:ext>
                </a:extLst>
              </a:tr>
              <a:tr h="683864">
                <a:tc>
                  <a:txBody>
                    <a:bodyPr/>
                    <a:lstStyle/>
                    <a:p>
                      <a:r>
                        <a:rPr lang="en-US" dirty="0"/>
                        <a:t>Discipline History</a:t>
                      </a:r>
                    </a:p>
                  </a:txBody>
                  <a:tcPr/>
                </a:tc>
                <a:tc>
                  <a:txBody>
                    <a:bodyPr/>
                    <a:lstStyle/>
                    <a:p>
                      <a:r>
                        <a:rPr lang="en-US" dirty="0"/>
                        <a:t>Patterns, frequency, location of incidents, times, seasons</a:t>
                      </a:r>
                    </a:p>
                  </a:txBody>
                  <a:tcPr/>
                </a:tc>
                <a:tc>
                  <a:txBody>
                    <a:bodyPr/>
                    <a:lstStyle/>
                    <a:p>
                      <a:r>
                        <a:rPr lang="en-US" dirty="0"/>
                        <a:t>Antecedents to TB</a:t>
                      </a:r>
                    </a:p>
                  </a:txBody>
                  <a:tcPr/>
                </a:tc>
                <a:extLst>
                  <a:ext uri="{0D108BD9-81ED-4DB2-BD59-A6C34878D82A}">
                    <a16:rowId xmlns:a16="http://schemas.microsoft.com/office/drawing/2014/main" val="166035855"/>
                  </a:ext>
                </a:extLst>
              </a:tr>
              <a:tr h="683864">
                <a:tc>
                  <a:txBody>
                    <a:bodyPr/>
                    <a:lstStyle/>
                    <a:p>
                      <a:r>
                        <a:rPr lang="en-US" dirty="0"/>
                        <a:t>Classroom Functioning</a:t>
                      </a:r>
                    </a:p>
                  </a:txBody>
                  <a:tcPr/>
                </a:tc>
                <a:tc>
                  <a:txBody>
                    <a:bodyPr/>
                    <a:lstStyle/>
                    <a:p>
                      <a:r>
                        <a:rPr lang="en-US" dirty="0"/>
                        <a:t>Relationships with teacher and peers</a:t>
                      </a:r>
                    </a:p>
                  </a:txBody>
                  <a:tcPr/>
                </a:tc>
                <a:tc>
                  <a:txBody>
                    <a:bodyPr/>
                    <a:lstStyle/>
                    <a:p>
                      <a:endParaRPr lang="en-US" dirty="0"/>
                    </a:p>
                  </a:txBody>
                  <a:tcPr/>
                </a:tc>
                <a:extLst>
                  <a:ext uri="{0D108BD9-81ED-4DB2-BD59-A6C34878D82A}">
                    <a16:rowId xmlns:a16="http://schemas.microsoft.com/office/drawing/2014/main" val="1495899219"/>
                  </a:ext>
                </a:extLst>
              </a:tr>
            </a:tbl>
          </a:graphicData>
        </a:graphic>
      </p:graphicFrame>
    </p:spTree>
    <p:extLst>
      <p:ext uri="{BB962C8B-B14F-4D97-AF65-F5344CB8AC3E}">
        <p14:creationId xmlns:p14="http://schemas.microsoft.com/office/powerpoint/2010/main" val="215518890"/>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trixVTI">
  <a:themeElements>
    <a:clrScheme name="Custom 29">
      <a:dk1>
        <a:srgbClr val="000000"/>
      </a:dk1>
      <a:lt1>
        <a:sysClr val="window" lastClr="FFFFFF"/>
      </a:lt1>
      <a:dk2>
        <a:srgbClr val="465959"/>
      </a:dk2>
      <a:lt2>
        <a:srgbClr val="ECF0F0"/>
      </a:lt2>
      <a:accent1>
        <a:srgbClr val="1EBE9B"/>
      </a:accent1>
      <a:accent2>
        <a:srgbClr val="FD7C7C"/>
      </a:accent2>
      <a:accent3>
        <a:srgbClr val="7DA8B5"/>
      </a:accent3>
      <a:accent4>
        <a:srgbClr val="17967B"/>
      </a:accent4>
      <a:accent5>
        <a:srgbClr val="FB7365"/>
      </a:accent5>
      <a:accent6>
        <a:srgbClr val="D39B17"/>
      </a:accent6>
      <a:hlink>
        <a:srgbClr val="EF08F7"/>
      </a:hlink>
      <a:folHlink>
        <a:srgbClr val="8477FE"/>
      </a:folHlink>
    </a:clrScheme>
    <a:fontScheme name="Custom 4">
      <a:majorFont>
        <a:latin typeface="Bahnschrif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rixVTI" id="{A2576CCC-A559-4FD4-A542-772649F65A84}" vid="{5CBC41A9-80A0-44C6-90CD-6D8630343525}"/>
    </a:ext>
  </a:extLst>
</a:theme>
</file>

<file path=docProps/app.xml><?xml version="1.0" encoding="utf-8"?>
<Properties xmlns="http://schemas.openxmlformats.org/officeDocument/2006/extended-properties" xmlns:vt="http://schemas.openxmlformats.org/officeDocument/2006/docPropsVTypes">
  <TotalTime>9583</TotalTime>
  <Words>1137</Words>
  <Application>Microsoft Macintosh PowerPoint</Application>
  <PresentationFormat>Widescreen</PresentationFormat>
  <Paragraphs>278</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Avenir Next LT Pro</vt:lpstr>
      <vt:lpstr>Bahnschrift</vt:lpstr>
      <vt:lpstr>MatrixVTI</vt:lpstr>
      <vt:lpstr>SOWK 609B: school social work practice and policy</vt:lpstr>
      <vt:lpstr>Quick Question</vt:lpstr>
      <vt:lpstr>The Ideal FBA/BIP</vt:lpstr>
      <vt:lpstr>Terms for FBA</vt:lpstr>
      <vt:lpstr>Define the following:</vt:lpstr>
      <vt:lpstr>Positive/Negative Reinforcement and Punishment</vt:lpstr>
      <vt:lpstr>Analyzing a Behavioral Sequence</vt:lpstr>
      <vt:lpstr>Types of Setting Events</vt:lpstr>
      <vt:lpstr>Antecedents to Behavior</vt:lpstr>
      <vt:lpstr>Consequences</vt:lpstr>
      <vt:lpstr>Functional Equivalents</vt:lpstr>
      <vt:lpstr>Function of the Behavior</vt:lpstr>
      <vt:lpstr>Functionally Equivalent Replacement (FERB)</vt:lpstr>
      <vt:lpstr>Functional equivalents</vt:lpstr>
      <vt:lpstr>Hypothesis for Function of Behavior</vt:lpstr>
      <vt:lpstr>Practice –  </vt:lpstr>
      <vt:lpstr>Turn and Talk</vt:lpstr>
      <vt:lpstr>FBA-BIP Process</vt:lpstr>
      <vt:lpstr>Data Chart - Example</vt:lpstr>
      <vt:lpstr>Creating the BIP</vt:lpstr>
      <vt:lpstr>A/B/C - Strategies</vt:lpstr>
      <vt:lpstr>Planning What the Adult Will Do</vt:lpstr>
      <vt:lpstr>Crisis Part of BIP</vt:lpstr>
      <vt:lpstr>Common Pitfalls</vt:lpstr>
      <vt:lpstr>Final Thought</vt:lpstr>
      <vt:lpstr>Follow up to cases</vt:lpstr>
      <vt:lpstr>FBA based on record review(Steege)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Binita Donohue</dc:creator>
  <cp:lastModifiedBy>Binita Donohue</cp:lastModifiedBy>
  <cp:revision>40</cp:revision>
  <dcterms:created xsi:type="dcterms:W3CDTF">2025-01-24T17:02:03Z</dcterms:created>
  <dcterms:modified xsi:type="dcterms:W3CDTF">2026-01-29T02:37:50Z</dcterms:modified>
</cp:coreProperties>
</file>
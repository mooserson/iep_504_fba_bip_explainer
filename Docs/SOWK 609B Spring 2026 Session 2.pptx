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58" r:id="rId3"/>
    <p:sldId id="257" r:id="rId4"/>
    <p:sldId id="283" r:id="rId5"/>
    <p:sldId id="284" r:id="rId6"/>
    <p:sldId id="353" r:id="rId7"/>
    <p:sldId id="339" r:id="rId8"/>
    <p:sldId id="354" r:id="rId9"/>
    <p:sldId id="336" r:id="rId10"/>
    <p:sldId id="271" r:id="rId11"/>
    <p:sldId id="352" r:id="rId12"/>
    <p:sldId id="346" r:id="rId13"/>
    <p:sldId id="266" r:id="rId14"/>
    <p:sldId id="301" r:id="rId15"/>
    <p:sldId id="359" r:id="rId16"/>
    <p:sldId id="303" r:id="rId17"/>
    <p:sldId id="286" r:id="rId18"/>
    <p:sldId id="355" r:id="rId19"/>
    <p:sldId id="356" r:id="rId20"/>
    <p:sldId id="333" r:id="rId21"/>
    <p:sldId id="282" r:id="rId22"/>
    <p:sldId id="357" r:id="rId23"/>
    <p:sldId id="34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726"/>
  </p:normalViewPr>
  <p:slideViewPr>
    <p:cSldViewPr snapToGrid="0">
      <p:cViewPr varScale="1">
        <p:scale>
          <a:sx n="98" d="100"/>
          <a:sy n="98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01E9B9-C9FB-B645-B736-1AED2A6DD6AE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9FDDA3-F75B-9349-8316-9AB0E091543D}">
      <dgm:prSet/>
      <dgm:spPr/>
      <dgm:t>
        <a:bodyPr/>
        <a:lstStyle/>
        <a:p>
          <a:r>
            <a:rPr lang="en-US" dirty="0"/>
            <a:t>FBA/BIP</a:t>
          </a:r>
        </a:p>
      </dgm:t>
    </dgm:pt>
    <dgm:pt modelId="{59F79053-A1C6-754D-9CDC-58E5A8716780}" type="parTrans" cxnId="{FE0B0675-7EEE-FB4A-A315-C77867DA423D}">
      <dgm:prSet/>
      <dgm:spPr/>
      <dgm:t>
        <a:bodyPr/>
        <a:lstStyle/>
        <a:p>
          <a:endParaRPr lang="en-US"/>
        </a:p>
      </dgm:t>
    </dgm:pt>
    <dgm:pt modelId="{5B18759D-34CB-C245-8F07-B2938561E98B}" type="sibTrans" cxnId="{FE0B0675-7EEE-FB4A-A315-C77867DA423D}">
      <dgm:prSet/>
      <dgm:spPr/>
      <dgm:t>
        <a:bodyPr/>
        <a:lstStyle/>
        <a:p>
          <a:endParaRPr lang="en-US"/>
        </a:p>
      </dgm:t>
    </dgm:pt>
    <dgm:pt modelId="{78ED964C-8A88-8243-AC72-F8E2580F84D6}">
      <dgm:prSet/>
      <dgm:spPr/>
      <dgm:t>
        <a:bodyPr/>
        <a:lstStyle/>
        <a:p>
          <a:r>
            <a:rPr lang="en-US" dirty="0"/>
            <a:t>SDS</a:t>
          </a:r>
        </a:p>
      </dgm:t>
    </dgm:pt>
    <dgm:pt modelId="{31CD6B13-5582-7F40-AE7D-4D1001C3CB69}" type="parTrans" cxnId="{9292505C-9775-7342-930F-A9E44D67131F}">
      <dgm:prSet/>
      <dgm:spPr/>
      <dgm:t>
        <a:bodyPr/>
        <a:lstStyle/>
        <a:p>
          <a:endParaRPr lang="en-US"/>
        </a:p>
      </dgm:t>
    </dgm:pt>
    <dgm:pt modelId="{1015D2D4-E90A-0447-8CD0-9B9095E3F44B}" type="sibTrans" cxnId="{9292505C-9775-7342-930F-A9E44D67131F}">
      <dgm:prSet/>
      <dgm:spPr/>
      <dgm:t>
        <a:bodyPr/>
        <a:lstStyle/>
        <a:p>
          <a:endParaRPr lang="en-US"/>
        </a:p>
      </dgm:t>
    </dgm:pt>
    <dgm:pt modelId="{E35185AD-79EB-CF41-9951-9EAC9BC9977F}">
      <dgm:prSet/>
      <dgm:spPr/>
      <dgm:t>
        <a:bodyPr/>
        <a:lstStyle/>
        <a:p>
          <a:r>
            <a:rPr lang="en-US" dirty="0"/>
            <a:t>Career Planning</a:t>
          </a:r>
        </a:p>
      </dgm:t>
    </dgm:pt>
    <dgm:pt modelId="{D6EFCAF4-58BF-6844-B02B-6CB80DDAB3DA}" type="parTrans" cxnId="{C32626CB-F848-7744-988D-F9909BEB64DC}">
      <dgm:prSet/>
      <dgm:spPr/>
      <dgm:t>
        <a:bodyPr/>
        <a:lstStyle/>
        <a:p>
          <a:endParaRPr lang="en-US"/>
        </a:p>
      </dgm:t>
    </dgm:pt>
    <dgm:pt modelId="{DBEF386D-9DB5-A140-B026-9FC4313CF63D}" type="sibTrans" cxnId="{C32626CB-F848-7744-988D-F9909BEB64DC}">
      <dgm:prSet/>
      <dgm:spPr/>
      <dgm:t>
        <a:bodyPr/>
        <a:lstStyle/>
        <a:p>
          <a:endParaRPr lang="en-US"/>
        </a:p>
      </dgm:t>
    </dgm:pt>
    <dgm:pt modelId="{2D05B955-71E7-2F42-9122-FBD0D37105B1}">
      <dgm:prSet/>
      <dgm:spPr/>
      <dgm:t>
        <a:bodyPr/>
        <a:lstStyle/>
        <a:p>
          <a:r>
            <a:rPr lang="en-US" dirty="0"/>
            <a:t>Tier 2/3</a:t>
          </a:r>
        </a:p>
      </dgm:t>
    </dgm:pt>
    <dgm:pt modelId="{4D0E837E-371A-7F42-9692-C23AAABBD0F9}" type="parTrans" cxnId="{05490055-CC77-E14B-9A10-19ECE8B5DAC5}">
      <dgm:prSet/>
      <dgm:spPr/>
      <dgm:t>
        <a:bodyPr/>
        <a:lstStyle/>
        <a:p>
          <a:endParaRPr lang="en-US"/>
        </a:p>
      </dgm:t>
    </dgm:pt>
    <dgm:pt modelId="{5A928BA2-0AA5-3545-95E7-6BD653C42D9D}" type="sibTrans" cxnId="{05490055-CC77-E14B-9A10-19ECE8B5DAC5}">
      <dgm:prSet/>
      <dgm:spPr/>
      <dgm:t>
        <a:bodyPr/>
        <a:lstStyle/>
        <a:p>
          <a:endParaRPr lang="en-US"/>
        </a:p>
      </dgm:t>
    </dgm:pt>
    <dgm:pt modelId="{7703C0BE-BFB6-1949-953C-4432FB7D5885}">
      <dgm:prSet/>
      <dgm:spPr/>
      <dgm:t>
        <a:bodyPr/>
        <a:lstStyle/>
        <a:p>
          <a:r>
            <a:rPr lang="en-US" dirty="0"/>
            <a:t>Crisis Plan Analysis</a:t>
          </a:r>
        </a:p>
      </dgm:t>
    </dgm:pt>
    <dgm:pt modelId="{A07A708C-CDC9-9B4C-B4B5-9F30A3277ED7}" type="parTrans" cxnId="{559E30B1-5674-834D-ABF9-B2662449095B}">
      <dgm:prSet/>
      <dgm:spPr/>
      <dgm:t>
        <a:bodyPr/>
        <a:lstStyle/>
        <a:p>
          <a:endParaRPr lang="en-US"/>
        </a:p>
      </dgm:t>
    </dgm:pt>
    <dgm:pt modelId="{88A61179-3233-BA43-90DA-7F0645725652}" type="sibTrans" cxnId="{559E30B1-5674-834D-ABF9-B2662449095B}">
      <dgm:prSet/>
      <dgm:spPr/>
      <dgm:t>
        <a:bodyPr/>
        <a:lstStyle/>
        <a:p>
          <a:endParaRPr lang="en-US"/>
        </a:p>
      </dgm:t>
    </dgm:pt>
    <dgm:pt modelId="{70CB43DC-E4FE-3648-9A3C-8462B001D1F9}">
      <dgm:prSet/>
      <dgm:spPr/>
      <dgm:t>
        <a:bodyPr/>
        <a:lstStyle/>
        <a:p>
          <a:r>
            <a:rPr lang="en-US" dirty="0"/>
            <a:t>Two parts</a:t>
          </a:r>
        </a:p>
      </dgm:t>
    </dgm:pt>
    <dgm:pt modelId="{F70A28D0-6F20-7A4F-9288-2C4A892D308F}" type="parTrans" cxnId="{A11B5CFB-DDF8-B746-98F7-94395F4216E8}">
      <dgm:prSet/>
      <dgm:spPr/>
      <dgm:t>
        <a:bodyPr/>
        <a:lstStyle/>
        <a:p>
          <a:endParaRPr lang="en-US"/>
        </a:p>
      </dgm:t>
    </dgm:pt>
    <dgm:pt modelId="{53A5EF64-E951-5540-B648-23DE8653D755}" type="sibTrans" cxnId="{A11B5CFB-DDF8-B746-98F7-94395F4216E8}">
      <dgm:prSet/>
      <dgm:spPr/>
      <dgm:t>
        <a:bodyPr/>
        <a:lstStyle/>
        <a:p>
          <a:endParaRPr lang="en-US"/>
        </a:p>
      </dgm:t>
    </dgm:pt>
    <dgm:pt modelId="{690EB8C1-6166-F349-8545-0874BF86BCD5}">
      <dgm:prSet/>
      <dgm:spPr/>
      <dgm:t>
        <a:bodyPr/>
        <a:lstStyle/>
        <a:p>
          <a:r>
            <a:rPr lang="en-US" dirty="0"/>
            <a:t>Care about process</a:t>
          </a:r>
        </a:p>
      </dgm:t>
    </dgm:pt>
    <dgm:pt modelId="{C922131D-D145-2A43-BC18-FC63BBCD0546}" type="parTrans" cxnId="{73558358-A002-EB47-9684-D5A704C8FD17}">
      <dgm:prSet/>
      <dgm:spPr/>
      <dgm:t>
        <a:bodyPr/>
        <a:lstStyle/>
        <a:p>
          <a:endParaRPr lang="en-US"/>
        </a:p>
      </dgm:t>
    </dgm:pt>
    <dgm:pt modelId="{609691A2-C467-5947-94AC-3FB118B7674C}" type="sibTrans" cxnId="{73558358-A002-EB47-9684-D5A704C8FD17}">
      <dgm:prSet/>
      <dgm:spPr/>
      <dgm:t>
        <a:bodyPr/>
        <a:lstStyle/>
        <a:p>
          <a:endParaRPr lang="en-US"/>
        </a:p>
      </dgm:t>
    </dgm:pt>
    <dgm:pt modelId="{3D974514-509D-A848-94C6-8328FD2F20A9}">
      <dgm:prSet/>
      <dgm:spPr/>
      <dgm:t>
        <a:bodyPr/>
        <a:lstStyle/>
        <a:p>
          <a:r>
            <a:rPr lang="en-US" dirty="0"/>
            <a:t>Deidentify</a:t>
          </a:r>
        </a:p>
      </dgm:t>
    </dgm:pt>
    <dgm:pt modelId="{74B2E386-E06D-BA40-B2B0-D3DF043429D5}" type="parTrans" cxnId="{E0A800A5-781E-4C46-A1FB-3D3A5AE97EDE}">
      <dgm:prSet/>
      <dgm:spPr/>
      <dgm:t>
        <a:bodyPr/>
        <a:lstStyle/>
        <a:p>
          <a:endParaRPr lang="en-US"/>
        </a:p>
      </dgm:t>
    </dgm:pt>
    <dgm:pt modelId="{61863851-6E65-754F-A293-1F8D86EE42FB}" type="sibTrans" cxnId="{E0A800A5-781E-4C46-A1FB-3D3A5AE97EDE}">
      <dgm:prSet/>
      <dgm:spPr/>
      <dgm:t>
        <a:bodyPr/>
        <a:lstStyle/>
        <a:p>
          <a:endParaRPr lang="en-US"/>
        </a:p>
      </dgm:t>
    </dgm:pt>
    <dgm:pt modelId="{1193CD4F-7403-824E-A7B9-380C0B48C895}">
      <dgm:prSet/>
      <dgm:spPr/>
      <dgm:t>
        <a:bodyPr/>
        <a:lstStyle/>
        <a:p>
          <a:r>
            <a:rPr lang="en-US" dirty="0"/>
            <a:t>Goals and learning process</a:t>
          </a:r>
        </a:p>
      </dgm:t>
    </dgm:pt>
    <dgm:pt modelId="{5D99A15E-64F2-B34C-86B0-F2CC5879B8AD}" type="parTrans" cxnId="{9A51B9AF-2BE8-FB49-BADA-44AD586D07E6}">
      <dgm:prSet/>
      <dgm:spPr/>
      <dgm:t>
        <a:bodyPr/>
        <a:lstStyle/>
        <a:p>
          <a:endParaRPr lang="en-US"/>
        </a:p>
      </dgm:t>
    </dgm:pt>
    <dgm:pt modelId="{58B8D02D-0937-FB44-9B38-93178716F751}" type="sibTrans" cxnId="{9A51B9AF-2BE8-FB49-BADA-44AD586D07E6}">
      <dgm:prSet/>
      <dgm:spPr/>
      <dgm:t>
        <a:bodyPr/>
        <a:lstStyle/>
        <a:p>
          <a:endParaRPr lang="en-US"/>
        </a:p>
      </dgm:t>
    </dgm:pt>
    <dgm:pt modelId="{C50F41FE-213C-B047-BFEF-048832B199B3}">
      <dgm:prSet/>
      <dgm:spPr/>
      <dgm:t>
        <a:bodyPr/>
        <a:lstStyle/>
        <a:p>
          <a:r>
            <a:rPr lang="en-US" dirty="0"/>
            <a:t>Personal philosophy of SSW</a:t>
          </a:r>
        </a:p>
      </dgm:t>
    </dgm:pt>
    <dgm:pt modelId="{25DD9901-566F-F448-9F0E-B65EC70D9976}" type="parTrans" cxnId="{2C0C4EC8-D087-B54D-B1DB-8CB604E142BE}">
      <dgm:prSet/>
      <dgm:spPr/>
      <dgm:t>
        <a:bodyPr/>
        <a:lstStyle/>
        <a:p>
          <a:endParaRPr lang="en-US"/>
        </a:p>
      </dgm:t>
    </dgm:pt>
    <dgm:pt modelId="{08BCFB6A-5E22-C14E-BB1C-A6C4307C7CFE}" type="sibTrans" cxnId="{2C0C4EC8-D087-B54D-B1DB-8CB604E142BE}">
      <dgm:prSet/>
      <dgm:spPr/>
      <dgm:t>
        <a:bodyPr/>
        <a:lstStyle/>
        <a:p>
          <a:endParaRPr lang="en-US"/>
        </a:p>
      </dgm:t>
    </dgm:pt>
    <dgm:pt modelId="{B64CECA9-8115-534D-B198-5AED6091BD81}">
      <dgm:prSet/>
      <dgm:spPr/>
      <dgm:t>
        <a:bodyPr/>
        <a:lstStyle/>
        <a:p>
          <a:r>
            <a:rPr lang="en-US" dirty="0"/>
            <a:t>Resume</a:t>
          </a:r>
        </a:p>
      </dgm:t>
    </dgm:pt>
    <dgm:pt modelId="{DF50E86A-A2EF-514B-872F-9DEEC6B25789}" type="parTrans" cxnId="{78A69B84-790F-EC42-B027-672AD62328B8}">
      <dgm:prSet/>
      <dgm:spPr/>
      <dgm:t>
        <a:bodyPr/>
        <a:lstStyle/>
        <a:p>
          <a:endParaRPr lang="en-US"/>
        </a:p>
      </dgm:t>
    </dgm:pt>
    <dgm:pt modelId="{B719ABE5-13B8-0D40-A894-699D8B145086}" type="sibTrans" cxnId="{78A69B84-790F-EC42-B027-672AD62328B8}">
      <dgm:prSet/>
      <dgm:spPr/>
      <dgm:t>
        <a:bodyPr/>
        <a:lstStyle/>
        <a:p>
          <a:endParaRPr lang="en-US"/>
        </a:p>
      </dgm:t>
    </dgm:pt>
    <dgm:pt modelId="{D2F83F0D-3430-5546-82F5-BFB671869F3B}">
      <dgm:prSet/>
      <dgm:spPr/>
      <dgm:t>
        <a:bodyPr/>
        <a:lstStyle/>
        <a:p>
          <a:r>
            <a:rPr lang="en-US" dirty="0"/>
            <a:t>EI intervention</a:t>
          </a:r>
        </a:p>
      </dgm:t>
    </dgm:pt>
    <dgm:pt modelId="{46BA96F7-0329-3448-9E40-EF708EE2ADAC}" type="parTrans" cxnId="{68748E02-44D5-1740-A402-00B09670C3C5}">
      <dgm:prSet/>
      <dgm:spPr/>
      <dgm:t>
        <a:bodyPr/>
        <a:lstStyle/>
        <a:p>
          <a:endParaRPr lang="en-US"/>
        </a:p>
      </dgm:t>
    </dgm:pt>
    <dgm:pt modelId="{1BBEE873-05B3-D24E-946C-D2E3287A34AB}" type="sibTrans" cxnId="{68748E02-44D5-1740-A402-00B09670C3C5}">
      <dgm:prSet/>
      <dgm:spPr/>
      <dgm:t>
        <a:bodyPr/>
        <a:lstStyle/>
        <a:p>
          <a:endParaRPr lang="en-US"/>
        </a:p>
      </dgm:t>
    </dgm:pt>
    <dgm:pt modelId="{E62CFD24-26AA-0A44-89B4-9A3A8EAC597B}">
      <dgm:prSet/>
      <dgm:spPr/>
      <dgm:t>
        <a:bodyPr/>
        <a:lstStyle/>
        <a:p>
          <a:r>
            <a:rPr lang="en-US" dirty="0"/>
            <a:t>Go for high interest</a:t>
          </a:r>
        </a:p>
      </dgm:t>
    </dgm:pt>
    <dgm:pt modelId="{C4C05838-B4AA-4347-9FF4-ECC751A1D090}" type="parTrans" cxnId="{1A70BEB0-6E4F-0949-87E4-64E384C365BC}">
      <dgm:prSet/>
      <dgm:spPr/>
      <dgm:t>
        <a:bodyPr/>
        <a:lstStyle/>
        <a:p>
          <a:endParaRPr lang="en-US"/>
        </a:p>
      </dgm:t>
    </dgm:pt>
    <dgm:pt modelId="{6778B3AE-F46A-B549-8876-9BB54D182609}" type="sibTrans" cxnId="{1A70BEB0-6E4F-0949-87E4-64E384C365BC}">
      <dgm:prSet/>
      <dgm:spPr/>
      <dgm:t>
        <a:bodyPr/>
        <a:lstStyle/>
        <a:p>
          <a:endParaRPr lang="en-US"/>
        </a:p>
      </dgm:t>
    </dgm:pt>
    <dgm:pt modelId="{7C2DFB1F-2859-F04B-8A2B-4E5EB6A8C264}">
      <dgm:prSet/>
      <dgm:spPr/>
      <dgm:t>
        <a:bodyPr/>
        <a:lstStyle/>
        <a:p>
          <a:r>
            <a:rPr lang="en-US" dirty="0"/>
            <a:t> Prefer you look at school wide crises</a:t>
          </a:r>
        </a:p>
      </dgm:t>
    </dgm:pt>
    <dgm:pt modelId="{0FAF9CBA-3771-B04A-84C2-A7F957BC3EFD}" type="parTrans" cxnId="{7105A804-B6CD-F547-9C8A-EB5FA4ECC939}">
      <dgm:prSet/>
      <dgm:spPr/>
      <dgm:t>
        <a:bodyPr/>
        <a:lstStyle/>
        <a:p>
          <a:endParaRPr lang="en-US"/>
        </a:p>
      </dgm:t>
    </dgm:pt>
    <dgm:pt modelId="{C6F6E1C4-A5C4-FC4E-9872-3AF7A44F9EF7}" type="sibTrans" cxnId="{7105A804-B6CD-F547-9C8A-EB5FA4ECC939}">
      <dgm:prSet/>
      <dgm:spPr/>
      <dgm:t>
        <a:bodyPr/>
        <a:lstStyle/>
        <a:p>
          <a:endParaRPr lang="en-US"/>
        </a:p>
      </dgm:t>
    </dgm:pt>
    <dgm:pt modelId="{34512DF3-6ADE-D141-AEFF-A6783F8C02AD}">
      <dgm:prSet/>
      <dgm:spPr/>
      <dgm:t>
        <a:bodyPr/>
        <a:lstStyle/>
        <a:p>
          <a:r>
            <a:rPr lang="en-US" dirty="0"/>
            <a:t>What would I do if...</a:t>
          </a:r>
        </a:p>
      </dgm:t>
    </dgm:pt>
    <dgm:pt modelId="{FABB701C-CE39-0A40-ADFE-AA28F7FB2606}" type="parTrans" cxnId="{2D9A4517-6852-A24F-AE0D-D503C7F5E431}">
      <dgm:prSet/>
      <dgm:spPr/>
      <dgm:t>
        <a:bodyPr/>
        <a:lstStyle/>
        <a:p>
          <a:endParaRPr lang="en-US"/>
        </a:p>
      </dgm:t>
    </dgm:pt>
    <dgm:pt modelId="{1A1EFA1D-CBEA-304F-894C-1B04985363B8}" type="sibTrans" cxnId="{2D9A4517-6852-A24F-AE0D-D503C7F5E431}">
      <dgm:prSet/>
      <dgm:spPr/>
      <dgm:t>
        <a:bodyPr/>
        <a:lstStyle/>
        <a:p>
          <a:endParaRPr lang="en-US"/>
        </a:p>
      </dgm:t>
    </dgm:pt>
    <dgm:pt modelId="{CE52AC73-5C62-874D-AB5D-A95869053814}" type="pres">
      <dgm:prSet presAssocID="{5D01E9B9-C9FB-B645-B736-1AED2A6DD6AE}" presName="theList" presStyleCnt="0">
        <dgm:presLayoutVars>
          <dgm:dir/>
          <dgm:animLvl val="lvl"/>
          <dgm:resizeHandles val="exact"/>
        </dgm:presLayoutVars>
      </dgm:prSet>
      <dgm:spPr/>
    </dgm:pt>
    <dgm:pt modelId="{0E732583-28DA-5042-916A-BDD75BE7FE86}" type="pres">
      <dgm:prSet presAssocID="{369FDDA3-F75B-9349-8316-9AB0E091543D}" presName="compNode" presStyleCnt="0"/>
      <dgm:spPr/>
    </dgm:pt>
    <dgm:pt modelId="{76655CEB-B436-5B47-8A2B-8981EC2A7387}" type="pres">
      <dgm:prSet presAssocID="{369FDDA3-F75B-9349-8316-9AB0E091543D}" presName="aNode" presStyleLbl="bgShp" presStyleIdx="0" presStyleCnt="5"/>
      <dgm:spPr/>
    </dgm:pt>
    <dgm:pt modelId="{31C7072E-F20F-CD4F-A96D-06682E973BAE}" type="pres">
      <dgm:prSet presAssocID="{369FDDA3-F75B-9349-8316-9AB0E091543D}" presName="textNode" presStyleLbl="bgShp" presStyleIdx="0" presStyleCnt="5"/>
      <dgm:spPr/>
    </dgm:pt>
    <dgm:pt modelId="{1A872BCE-6DA6-6244-9A8E-76548AF220CA}" type="pres">
      <dgm:prSet presAssocID="{369FDDA3-F75B-9349-8316-9AB0E091543D}" presName="compChildNode" presStyleCnt="0"/>
      <dgm:spPr/>
    </dgm:pt>
    <dgm:pt modelId="{5DEE6667-7C1F-B84D-9CDA-E2AA6F2CE365}" type="pres">
      <dgm:prSet presAssocID="{369FDDA3-F75B-9349-8316-9AB0E091543D}" presName="theInnerList" presStyleCnt="0"/>
      <dgm:spPr/>
    </dgm:pt>
    <dgm:pt modelId="{96A46320-6DED-F145-B45B-8658BACDC837}" type="pres">
      <dgm:prSet presAssocID="{70CB43DC-E4FE-3648-9A3C-8462B001D1F9}" presName="childNode" presStyleLbl="node1" presStyleIdx="0" presStyleCnt="10">
        <dgm:presLayoutVars>
          <dgm:bulletEnabled val="1"/>
        </dgm:presLayoutVars>
      </dgm:prSet>
      <dgm:spPr/>
    </dgm:pt>
    <dgm:pt modelId="{A698CC01-93EC-BC47-AB0A-F437D51C666B}" type="pres">
      <dgm:prSet presAssocID="{70CB43DC-E4FE-3648-9A3C-8462B001D1F9}" presName="aSpace2" presStyleCnt="0"/>
      <dgm:spPr/>
    </dgm:pt>
    <dgm:pt modelId="{3F1A57B4-44D0-B14D-AC77-32696087CD59}" type="pres">
      <dgm:prSet presAssocID="{690EB8C1-6166-F349-8545-0874BF86BCD5}" presName="childNode" presStyleLbl="node1" presStyleIdx="1" presStyleCnt="10">
        <dgm:presLayoutVars>
          <dgm:bulletEnabled val="1"/>
        </dgm:presLayoutVars>
      </dgm:prSet>
      <dgm:spPr/>
    </dgm:pt>
    <dgm:pt modelId="{4701C4B2-0A2A-8A4C-9864-55F12C61E43A}" type="pres">
      <dgm:prSet presAssocID="{369FDDA3-F75B-9349-8316-9AB0E091543D}" presName="aSpace" presStyleCnt="0"/>
      <dgm:spPr/>
    </dgm:pt>
    <dgm:pt modelId="{90BB8D0D-EDE4-6C4B-A7C7-394E5F716479}" type="pres">
      <dgm:prSet presAssocID="{78ED964C-8A88-8243-AC72-F8E2580F84D6}" presName="compNode" presStyleCnt="0"/>
      <dgm:spPr/>
    </dgm:pt>
    <dgm:pt modelId="{FFEC13B2-05BB-BE49-B9EF-14A62434FDDA}" type="pres">
      <dgm:prSet presAssocID="{78ED964C-8A88-8243-AC72-F8E2580F84D6}" presName="aNode" presStyleLbl="bgShp" presStyleIdx="1" presStyleCnt="5"/>
      <dgm:spPr/>
    </dgm:pt>
    <dgm:pt modelId="{12F9A640-3E33-A544-9868-71A03482AB0F}" type="pres">
      <dgm:prSet presAssocID="{78ED964C-8A88-8243-AC72-F8E2580F84D6}" presName="textNode" presStyleLbl="bgShp" presStyleIdx="1" presStyleCnt="5"/>
      <dgm:spPr/>
    </dgm:pt>
    <dgm:pt modelId="{CFB75B81-1541-D241-A39F-414823C85CD4}" type="pres">
      <dgm:prSet presAssocID="{78ED964C-8A88-8243-AC72-F8E2580F84D6}" presName="compChildNode" presStyleCnt="0"/>
      <dgm:spPr/>
    </dgm:pt>
    <dgm:pt modelId="{C4C9BE3C-623F-CB46-995F-E1E389C080C5}" type="pres">
      <dgm:prSet presAssocID="{78ED964C-8A88-8243-AC72-F8E2580F84D6}" presName="theInnerList" presStyleCnt="0"/>
      <dgm:spPr/>
    </dgm:pt>
    <dgm:pt modelId="{7AA5F55C-61D1-3F47-8DBB-66183854B73D}" type="pres">
      <dgm:prSet presAssocID="{3D974514-509D-A848-94C6-8328FD2F20A9}" presName="childNode" presStyleLbl="node1" presStyleIdx="2" presStyleCnt="10">
        <dgm:presLayoutVars>
          <dgm:bulletEnabled val="1"/>
        </dgm:presLayoutVars>
      </dgm:prSet>
      <dgm:spPr/>
    </dgm:pt>
    <dgm:pt modelId="{41915F30-3630-C841-B99A-41DA69D01C46}" type="pres">
      <dgm:prSet presAssocID="{3D974514-509D-A848-94C6-8328FD2F20A9}" presName="aSpace2" presStyleCnt="0"/>
      <dgm:spPr/>
    </dgm:pt>
    <dgm:pt modelId="{104153B6-4C20-5149-8686-2C5EFFCB1326}" type="pres">
      <dgm:prSet presAssocID="{1193CD4F-7403-824E-A7B9-380C0B48C895}" presName="childNode" presStyleLbl="node1" presStyleIdx="3" presStyleCnt="10">
        <dgm:presLayoutVars>
          <dgm:bulletEnabled val="1"/>
        </dgm:presLayoutVars>
      </dgm:prSet>
      <dgm:spPr/>
    </dgm:pt>
    <dgm:pt modelId="{5B1C17B9-742A-1543-BEC6-FC21AA6AACD9}" type="pres">
      <dgm:prSet presAssocID="{78ED964C-8A88-8243-AC72-F8E2580F84D6}" presName="aSpace" presStyleCnt="0"/>
      <dgm:spPr/>
    </dgm:pt>
    <dgm:pt modelId="{3A32E336-F31A-DD43-86B1-A7EDEBF7C620}" type="pres">
      <dgm:prSet presAssocID="{E35185AD-79EB-CF41-9951-9EAC9BC9977F}" presName="compNode" presStyleCnt="0"/>
      <dgm:spPr/>
    </dgm:pt>
    <dgm:pt modelId="{50CEC1C3-4D52-2043-AEED-9AF12748A5DB}" type="pres">
      <dgm:prSet presAssocID="{E35185AD-79EB-CF41-9951-9EAC9BC9977F}" presName="aNode" presStyleLbl="bgShp" presStyleIdx="2" presStyleCnt="5"/>
      <dgm:spPr/>
    </dgm:pt>
    <dgm:pt modelId="{B031889C-5885-6041-A5C2-3E8F3EEF867B}" type="pres">
      <dgm:prSet presAssocID="{E35185AD-79EB-CF41-9951-9EAC9BC9977F}" presName="textNode" presStyleLbl="bgShp" presStyleIdx="2" presStyleCnt="5"/>
      <dgm:spPr/>
    </dgm:pt>
    <dgm:pt modelId="{D393A163-CA05-D84E-AAE0-CE607349CA8E}" type="pres">
      <dgm:prSet presAssocID="{E35185AD-79EB-CF41-9951-9EAC9BC9977F}" presName="compChildNode" presStyleCnt="0"/>
      <dgm:spPr/>
    </dgm:pt>
    <dgm:pt modelId="{A7353CA3-5667-4B42-80BA-5B8D0BBF0068}" type="pres">
      <dgm:prSet presAssocID="{E35185AD-79EB-CF41-9951-9EAC9BC9977F}" presName="theInnerList" presStyleCnt="0"/>
      <dgm:spPr/>
    </dgm:pt>
    <dgm:pt modelId="{4E9F201C-93FE-9943-B976-241845FBD709}" type="pres">
      <dgm:prSet presAssocID="{C50F41FE-213C-B047-BFEF-048832B199B3}" presName="childNode" presStyleLbl="node1" presStyleIdx="4" presStyleCnt="10">
        <dgm:presLayoutVars>
          <dgm:bulletEnabled val="1"/>
        </dgm:presLayoutVars>
      </dgm:prSet>
      <dgm:spPr/>
    </dgm:pt>
    <dgm:pt modelId="{1B8EEA6D-60A9-B04A-A84C-3726ECFE67C7}" type="pres">
      <dgm:prSet presAssocID="{C50F41FE-213C-B047-BFEF-048832B199B3}" presName="aSpace2" presStyleCnt="0"/>
      <dgm:spPr/>
    </dgm:pt>
    <dgm:pt modelId="{75B130CE-AA97-9046-9778-293BD74BBE02}" type="pres">
      <dgm:prSet presAssocID="{B64CECA9-8115-534D-B198-5AED6091BD81}" presName="childNode" presStyleLbl="node1" presStyleIdx="5" presStyleCnt="10">
        <dgm:presLayoutVars>
          <dgm:bulletEnabled val="1"/>
        </dgm:presLayoutVars>
      </dgm:prSet>
      <dgm:spPr/>
    </dgm:pt>
    <dgm:pt modelId="{E88F7F44-77B7-B845-AE10-0E4FDC2C5ED3}" type="pres">
      <dgm:prSet presAssocID="{E35185AD-79EB-CF41-9951-9EAC9BC9977F}" presName="aSpace" presStyleCnt="0"/>
      <dgm:spPr/>
    </dgm:pt>
    <dgm:pt modelId="{822FEF7D-EEE4-264D-8843-153ED4BE2E5F}" type="pres">
      <dgm:prSet presAssocID="{2D05B955-71E7-2F42-9122-FBD0D37105B1}" presName="compNode" presStyleCnt="0"/>
      <dgm:spPr/>
    </dgm:pt>
    <dgm:pt modelId="{24E7C1FA-43CC-BF42-9610-0ECC51D745E6}" type="pres">
      <dgm:prSet presAssocID="{2D05B955-71E7-2F42-9122-FBD0D37105B1}" presName="aNode" presStyleLbl="bgShp" presStyleIdx="3" presStyleCnt="5"/>
      <dgm:spPr/>
    </dgm:pt>
    <dgm:pt modelId="{25E2B005-705D-F942-BCED-FDFB1D69297B}" type="pres">
      <dgm:prSet presAssocID="{2D05B955-71E7-2F42-9122-FBD0D37105B1}" presName="textNode" presStyleLbl="bgShp" presStyleIdx="3" presStyleCnt="5"/>
      <dgm:spPr/>
    </dgm:pt>
    <dgm:pt modelId="{21DFC177-7EF6-CC4A-A674-15188E41DC50}" type="pres">
      <dgm:prSet presAssocID="{2D05B955-71E7-2F42-9122-FBD0D37105B1}" presName="compChildNode" presStyleCnt="0"/>
      <dgm:spPr/>
    </dgm:pt>
    <dgm:pt modelId="{5958B2D6-5D8D-F745-88E2-D13AE3C4A5CB}" type="pres">
      <dgm:prSet presAssocID="{2D05B955-71E7-2F42-9122-FBD0D37105B1}" presName="theInnerList" presStyleCnt="0"/>
      <dgm:spPr/>
    </dgm:pt>
    <dgm:pt modelId="{CCFABAB2-8643-4140-A2C3-B411F3874F20}" type="pres">
      <dgm:prSet presAssocID="{D2F83F0D-3430-5546-82F5-BFB671869F3B}" presName="childNode" presStyleLbl="node1" presStyleIdx="6" presStyleCnt="10">
        <dgm:presLayoutVars>
          <dgm:bulletEnabled val="1"/>
        </dgm:presLayoutVars>
      </dgm:prSet>
      <dgm:spPr/>
    </dgm:pt>
    <dgm:pt modelId="{B2920D40-FEFB-7F43-9962-55571B8CC988}" type="pres">
      <dgm:prSet presAssocID="{D2F83F0D-3430-5546-82F5-BFB671869F3B}" presName="aSpace2" presStyleCnt="0"/>
      <dgm:spPr/>
    </dgm:pt>
    <dgm:pt modelId="{895C397D-F0F2-BF4B-AA4B-EFAF71C22A0E}" type="pres">
      <dgm:prSet presAssocID="{E62CFD24-26AA-0A44-89B4-9A3A8EAC597B}" presName="childNode" presStyleLbl="node1" presStyleIdx="7" presStyleCnt="10">
        <dgm:presLayoutVars>
          <dgm:bulletEnabled val="1"/>
        </dgm:presLayoutVars>
      </dgm:prSet>
      <dgm:spPr/>
    </dgm:pt>
    <dgm:pt modelId="{5EC497F3-A447-A843-8045-918208569E7F}" type="pres">
      <dgm:prSet presAssocID="{2D05B955-71E7-2F42-9122-FBD0D37105B1}" presName="aSpace" presStyleCnt="0"/>
      <dgm:spPr/>
    </dgm:pt>
    <dgm:pt modelId="{E61207E6-80D4-C048-841A-A1E26BE3A941}" type="pres">
      <dgm:prSet presAssocID="{7703C0BE-BFB6-1949-953C-4432FB7D5885}" presName="compNode" presStyleCnt="0"/>
      <dgm:spPr/>
    </dgm:pt>
    <dgm:pt modelId="{6175D9CA-CB44-6B4F-9EE9-DC581C3904E4}" type="pres">
      <dgm:prSet presAssocID="{7703C0BE-BFB6-1949-953C-4432FB7D5885}" presName="aNode" presStyleLbl="bgShp" presStyleIdx="4" presStyleCnt="5"/>
      <dgm:spPr/>
    </dgm:pt>
    <dgm:pt modelId="{6739CED1-44B9-BD47-9DA8-C3C675BC24CA}" type="pres">
      <dgm:prSet presAssocID="{7703C0BE-BFB6-1949-953C-4432FB7D5885}" presName="textNode" presStyleLbl="bgShp" presStyleIdx="4" presStyleCnt="5"/>
      <dgm:spPr/>
    </dgm:pt>
    <dgm:pt modelId="{EE173F85-576E-9146-9EE0-09836051FC06}" type="pres">
      <dgm:prSet presAssocID="{7703C0BE-BFB6-1949-953C-4432FB7D5885}" presName="compChildNode" presStyleCnt="0"/>
      <dgm:spPr/>
    </dgm:pt>
    <dgm:pt modelId="{6EB3AA13-F927-7B46-B62B-2E39120FD9B3}" type="pres">
      <dgm:prSet presAssocID="{7703C0BE-BFB6-1949-953C-4432FB7D5885}" presName="theInnerList" presStyleCnt="0"/>
      <dgm:spPr/>
    </dgm:pt>
    <dgm:pt modelId="{E09BD6EE-A535-CE46-86CA-3F7D5379AE60}" type="pres">
      <dgm:prSet presAssocID="{7C2DFB1F-2859-F04B-8A2B-4E5EB6A8C264}" presName="childNode" presStyleLbl="node1" presStyleIdx="8" presStyleCnt="10">
        <dgm:presLayoutVars>
          <dgm:bulletEnabled val="1"/>
        </dgm:presLayoutVars>
      </dgm:prSet>
      <dgm:spPr/>
    </dgm:pt>
    <dgm:pt modelId="{251DB6ED-D65D-B344-AD6B-3E5EA99E3093}" type="pres">
      <dgm:prSet presAssocID="{7C2DFB1F-2859-F04B-8A2B-4E5EB6A8C264}" presName="aSpace2" presStyleCnt="0"/>
      <dgm:spPr/>
    </dgm:pt>
    <dgm:pt modelId="{A29A0E05-3548-0D46-8981-31BECC87980C}" type="pres">
      <dgm:prSet presAssocID="{34512DF3-6ADE-D141-AEFF-A6783F8C02AD}" presName="childNode" presStyleLbl="node1" presStyleIdx="9" presStyleCnt="10">
        <dgm:presLayoutVars>
          <dgm:bulletEnabled val="1"/>
        </dgm:presLayoutVars>
      </dgm:prSet>
      <dgm:spPr/>
    </dgm:pt>
  </dgm:ptLst>
  <dgm:cxnLst>
    <dgm:cxn modelId="{68748E02-44D5-1740-A402-00B09670C3C5}" srcId="{2D05B955-71E7-2F42-9122-FBD0D37105B1}" destId="{D2F83F0D-3430-5546-82F5-BFB671869F3B}" srcOrd="0" destOrd="0" parTransId="{46BA96F7-0329-3448-9E40-EF708EE2ADAC}" sibTransId="{1BBEE873-05B3-D24E-946C-D2E3287A34AB}"/>
    <dgm:cxn modelId="{AFE31F04-A4CB-3142-B523-5EC846EBD1CD}" type="presOf" srcId="{B64CECA9-8115-534D-B198-5AED6091BD81}" destId="{75B130CE-AA97-9046-9778-293BD74BBE02}" srcOrd="0" destOrd="0" presId="urn:microsoft.com/office/officeart/2005/8/layout/lProcess2"/>
    <dgm:cxn modelId="{7105A804-B6CD-F547-9C8A-EB5FA4ECC939}" srcId="{7703C0BE-BFB6-1949-953C-4432FB7D5885}" destId="{7C2DFB1F-2859-F04B-8A2B-4E5EB6A8C264}" srcOrd="0" destOrd="0" parTransId="{0FAF9CBA-3771-B04A-84C2-A7F957BC3EFD}" sibTransId="{C6F6E1C4-A5C4-FC4E-9872-3AF7A44F9EF7}"/>
    <dgm:cxn modelId="{656DFC06-0544-D647-B4CD-003C7D12F25B}" type="presOf" srcId="{70CB43DC-E4FE-3648-9A3C-8462B001D1F9}" destId="{96A46320-6DED-F145-B45B-8658BACDC837}" srcOrd="0" destOrd="0" presId="urn:microsoft.com/office/officeart/2005/8/layout/lProcess2"/>
    <dgm:cxn modelId="{BBB85716-6B0B-3546-9E65-C62F11CEB299}" type="presOf" srcId="{369FDDA3-F75B-9349-8316-9AB0E091543D}" destId="{31C7072E-F20F-CD4F-A96D-06682E973BAE}" srcOrd="1" destOrd="0" presId="urn:microsoft.com/office/officeart/2005/8/layout/lProcess2"/>
    <dgm:cxn modelId="{2D9A4517-6852-A24F-AE0D-D503C7F5E431}" srcId="{7703C0BE-BFB6-1949-953C-4432FB7D5885}" destId="{34512DF3-6ADE-D141-AEFF-A6783F8C02AD}" srcOrd="1" destOrd="0" parTransId="{FABB701C-CE39-0A40-ADFE-AA28F7FB2606}" sibTransId="{1A1EFA1D-CBEA-304F-894C-1B04985363B8}"/>
    <dgm:cxn modelId="{B86FC517-BCC2-884D-81A9-634B9A215730}" type="presOf" srcId="{D2F83F0D-3430-5546-82F5-BFB671869F3B}" destId="{CCFABAB2-8643-4140-A2C3-B411F3874F20}" srcOrd="0" destOrd="0" presId="urn:microsoft.com/office/officeart/2005/8/layout/lProcess2"/>
    <dgm:cxn modelId="{167DE333-24A3-3948-BC79-568C63BFFE2B}" type="presOf" srcId="{34512DF3-6ADE-D141-AEFF-A6783F8C02AD}" destId="{A29A0E05-3548-0D46-8981-31BECC87980C}" srcOrd="0" destOrd="0" presId="urn:microsoft.com/office/officeart/2005/8/layout/lProcess2"/>
    <dgm:cxn modelId="{BFE5944B-D659-F24B-83F1-B85BC624C6D1}" type="presOf" srcId="{2D05B955-71E7-2F42-9122-FBD0D37105B1}" destId="{25E2B005-705D-F942-BCED-FDFB1D69297B}" srcOrd="1" destOrd="0" presId="urn:microsoft.com/office/officeart/2005/8/layout/lProcess2"/>
    <dgm:cxn modelId="{05490055-CC77-E14B-9A10-19ECE8B5DAC5}" srcId="{5D01E9B9-C9FB-B645-B736-1AED2A6DD6AE}" destId="{2D05B955-71E7-2F42-9122-FBD0D37105B1}" srcOrd="3" destOrd="0" parTransId="{4D0E837E-371A-7F42-9692-C23AAABBD0F9}" sibTransId="{5A928BA2-0AA5-3545-95E7-6BD653C42D9D}"/>
    <dgm:cxn modelId="{CAE12C56-D231-EF43-AC62-60CCAD63C461}" type="presOf" srcId="{E62CFD24-26AA-0A44-89B4-9A3A8EAC597B}" destId="{895C397D-F0F2-BF4B-AA4B-EFAF71C22A0E}" srcOrd="0" destOrd="0" presId="urn:microsoft.com/office/officeart/2005/8/layout/lProcess2"/>
    <dgm:cxn modelId="{EAB8F357-A496-5A4A-9A5F-4AD1778DC181}" type="presOf" srcId="{78ED964C-8A88-8243-AC72-F8E2580F84D6}" destId="{FFEC13B2-05BB-BE49-B9EF-14A62434FDDA}" srcOrd="0" destOrd="0" presId="urn:microsoft.com/office/officeart/2005/8/layout/lProcess2"/>
    <dgm:cxn modelId="{73558358-A002-EB47-9684-D5A704C8FD17}" srcId="{369FDDA3-F75B-9349-8316-9AB0E091543D}" destId="{690EB8C1-6166-F349-8545-0874BF86BCD5}" srcOrd="1" destOrd="0" parTransId="{C922131D-D145-2A43-BC18-FC63BBCD0546}" sibTransId="{609691A2-C467-5947-94AC-3FB118B7674C}"/>
    <dgm:cxn modelId="{9292505C-9775-7342-930F-A9E44D67131F}" srcId="{5D01E9B9-C9FB-B645-B736-1AED2A6DD6AE}" destId="{78ED964C-8A88-8243-AC72-F8E2580F84D6}" srcOrd="1" destOrd="0" parTransId="{31CD6B13-5582-7F40-AE7D-4D1001C3CB69}" sibTransId="{1015D2D4-E90A-0447-8CD0-9B9095E3F44B}"/>
    <dgm:cxn modelId="{DE067562-2656-0343-9533-8AEA03DFD278}" type="presOf" srcId="{7703C0BE-BFB6-1949-953C-4432FB7D5885}" destId="{6739CED1-44B9-BD47-9DA8-C3C675BC24CA}" srcOrd="1" destOrd="0" presId="urn:microsoft.com/office/officeart/2005/8/layout/lProcess2"/>
    <dgm:cxn modelId="{FE0B0675-7EEE-FB4A-A315-C77867DA423D}" srcId="{5D01E9B9-C9FB-B645-B736-1AED2A6DD6AE}" destId="{369FDDA3-F75B-9349-8316-9AB0E091543D}" srcOrd="0" destOrd="0" parTransId="{59F79053-A1C6-754D-9CDC-58E5A8716780}" sibTransId="{5B18759D-34CB-C245-8F07-B2938561E98B}"/>
    <dgm:cxn modelId="{13B7E77A-5D6B-E948-9F73-B044AD51C94B}" type="presOf" srcId="{7C2DFB1F-2859-F04B-8A2B-4E5EB6A8C264}" destId="{E09BD6EE-A535-CE46-86CA-3F7D5379AE60}" srcOrd="0" destOrd="0" presId="urn:microsoft.com/office/officeart/2005/8/layout/lProcess2"/>
    <dgm:cxn modelId="{78A69B84-790F-EC42-B027-672AD62328B8}" srcId="{E35185AD-79EB-CF41-9951-9EAC9BC9977F}" destId="{B64CECA9-8115-534D-B198-5AED6091BD81}" srcOrd="1" destOrd="0" parTransId="{DF50E86A-A2EF-514B-872F-9DEEC6B25789}" sibTransId="{B719ABE5-13B8-0D40-A894-699D8B145086}"/>
    <dgm:cxn modelId="{9A9D2386-F2BA-8F47-9658-F190C008FFA6}" type="presOf" srcId="{C50F41FE-213C-B047-BFEF-048832B199B3}" destId="{4E9F201C-93FE-9943-B976-241845FBD709}" srcOrd="0" destOrd="0" presId="urn:microsoft.com/office/officeart/2005/8/layout/lProcess2"/>
    <dgm:cxn modelId="{9C714196-30F3-F046-99E1-27C7E35B1AA7}" type="presOf" srcId="{78ED964C-8A88-8243-AC72-F8E2580F84D6}" destId="{12F9A640-3E33-A544-9868-71A03482AB0F}" srcOrd="1" destOrd="0" presId="urn:microsoft.com/office/officeart/2005/8/layout/lProcess2"/>
    <dgm:cxn modelId="{E80FB19D-C297-854C-AC80-0F1B0E862EE5}" type="presOf" srcId="{7703C0BE-BFB6-1949-953C-4432FB7D5885}" destId="{6175D9CA-CB44-6B4F-9EE9-DC581C3904E4}" srcOrd="0" destOrd="0" presId="urn:microsoft.com/office/officeart/2005/8/layout/lProcess2"/>
    <dgm:cxn modelId="{E0A800A5-781E-4C46-A1FB-3D3A5AE97EDE}" srcId="{78ED964C-8A88-8243-AC72-F8E2580F84D6}" destId="{3D974514-509D-A848-94C6-8328FD2F20A9}" srcOrd="0" destOrd="0" parTransId="{74B2E386-E06D-BA40-B2B0-D3DF043429D5}" sibTransId="{61863851-6E65-754F-A293-1F8D86EE42FB}"/>
    <dgm:cxn modelId="{9196E6A8-6ADA-3F42-9B09-2785F9C18E0B}" type="presOf" srcId="{1193CD4F-7403-824E-A7B9-380C0B48C895}" destId="{104153B6-4C20-5149-8686-2C5EFFCB1326}" srcOrd="0" destOrd="0" presId="urn:microsoft.com/office/officeart/2005/8/layout/lProcess2"/>
    <dgm:cxn modelId="{9A51B9AF-2BE8-FB49-BADA-44AD586D07E6}" srcId="{78ED964C-8A88-8243-AC72-F8E2580F84D6}" destId="{1193CD4F-7403-824E-A7B9-380C0B48C895}" srcOrd="1" destOrd="0" parTransId="{5D99A15E-64F2-B34C-86B0-F2CC5879B8AD}" sibTransId="{58B8D02D-0937-FB44-9B38-93178716F751}"/>
    <dgm:cxn modelId="{1A70BEB0-6E4F-0949-87E4-64E384C365BC}" srcId="{2D05B955-71E7-2F42-9122-FBD0D37105B1}" destId="{E62CFD24-26AA-0A44-89B4-9A3A8EAC597B}" srcOrd="1" destOrd="0" parTransId="{C4C05838-B4AA-4347-9FF4-ECC751A1D090}" sibTransId="{6778B3AE-F46A-B549-8876-9BB54D182609}"/>
    <dgm:cxn modelId="{559E30B1-5674-834D-ABF9-B2662449095B}" srcId="{5D01E9B9-C9FB-B645-B736-1AED2A6DD6AE}" destId="{7703C0BE-BFB6-1949-953C-4432FB7D5885}" srcOrd="4" destOrd="0" parTransId="{A07A708C-CDC9-9B4C-B4B5-9F30A3277ED7}" sibTransId="{88A61179-3233-BA43-90DA-7F0645725652}"/>
    <dgm:cxn modelId="{3BA2F0B2-4BC7-7F42-B6CF-D40F072C0BCC}" type="presOf" srcId="{5D01E9B9-C9FB-B645-B736-1AED2A6DD6AE}" destId="{CE52AC73-5C62-874D-AB5D-A95869053814}" srcOrd="0" destOrd="0" presId="urn:microsoft.com/office/officeart/2005/8/layout/lProcess2"/>
    <dgm:cxn modelId="{6CA1E0BB-F9CD-D14D-B010-0462F2F2A28D}" type="presOf" srcId="{3D974514-509D-A848-94C6-8328FD2F20A9}" destId="{7AA5F55C-61D1-3F47-8DBB-66183854B73D}" srcOrd="0" destOrd="0" presId="urn:microsoft.com/office/officeart/2005/8/layout/lProcess2"/>
    <dgm:cxn modelId="{81AB20C1-9FEB-E042-9839-717C24A42796}" type="presOf" srcId="{E35185AD-79EB-CF41-9951-9EAC9BC9977F}" destId="{B031889C-5885-6041-A5C2-3E8F3EEF867B}" srcOrd="1" destOrd="0" presId="urn:microsoft.com/office/officeart/2005/8/layout/lProcess2"/>
    <dgm:cxn modelId="{2C0C4EC8-D087-B54D-B1DB-8CB604E142BE}" srcId="{E35185AD-79EB-CF41-9951-9EAC9BC9977F}" destId="{C50F41FE-213C-B047-BFEF-048832B199B3}" srcOrd="0" destOrd="0" parTransId="{25DD9901-566F-F448-9F0E-B65EC70D9976}" sibTransId="{08BCFB6A-5E22-C14E-BB1C-A6C4307C7CFE}"/>
    <dgm:cxn modelId="{C32626CB-F848-7744-988D-F9909BEB64DC}" srcId="{5D01E9B9-C9FB-B645-B736-1AED2A6DD6AE}" destId="{E35185AD-79EB-CF41-9951-9EAC9BC9977F}" srcOrd="2" destOrd="0" parTransId="{D6EFCAF4-58BF-6844-B02B-6CB80DDAB3DA}" sibTransId="{DBEF386D-9DB5-A140-B026-9FC4313CF63D}"/>
    <dgm:cxn modelId="{9B3B39D0-FE96-BE40-B10E-2C0641D4CD21}" type="presOf" srcId="{2D05B955-71E7-2F42-9122-FBD0D37105B1}" destId="{24E7C1FA-43CC-BF42-9610-0ECC51D745E6}" srcOrd="0" destOrd="0" presId="urn:microsoft.com/office/officeart/2005/8/layout/lProcess2"/>
    <dgm:cxn modelId="{764B3FD5-F8DC-EF4F-B83A-757B596D6BEF}" type="presOf" srcId="{690EB8C1-6166-F349-8545-0874BF86BCD5}" destId="{3F1A57B4-44D0-B14D-AC77-32696087CD59}" srcOrd="0" destOrd="0" presId="urn:microsoft.com/office/officeart/2005/8/layout/lProcess2"/>
    <dgm:cxn modelId="{C3D50EEA-E5F8-E945-B3B1-F464FF159B64}" type="presOf" srcId="{E35185AD-79EB-CF41-9951-9EAC9BC9977F}" destId="{50CEC1C3-4D52-2043-AEED-9AF12748A5DB}" srcOrd="0" destOrd="0" presId="urn:microsoft.com/office/officeart/2005/8/layout/lProcess2"/>
    <dgm:cxn modelId="{A11B5CFB-DDF8-B746-98F7-94395F4216E8}" srcId="{369FDDA3-F75B-9349-8316-9AB0E091543D}" destId="{70CB43DC-E4FE-3648-9A3C-8462B001D1F9}" srcOrd="0" destOrd="0" parTransId="{F70A28D0-6F20-7A4F-9288-2C4A892D308F}" sibTransId="{53A5EF64-E951-5540-B648-23DE8653D755}"/>
    <dgm:cxn modelId="{9AB949FD-8E83-2E48-8AFC-69459EB6FC09}" type="presOf" srcId="{369FDDA3-F75B-9349-8316-9AB0E091543D}" destId="{76655CEB-B436-5B47-8A2B-8981EC2A7387}" srcOrd="0" destOrd="0" presId="urn:microsoft.com/office/officeart/2005/8/layout/lProcess2"/>
    <dgm:cxn modelId="{F11A70E8-7608-E748-8FB3-BEAAB41FF879}" type="presParOf" srcId="{CE52AC73-5C62-874D-AB5D-A95869053814}" destId="{0E732583-28DA-5042-916A-BDD75BE7FE86}" srcOrd="0" destOrd="0" presId="urn:microsoft.com/office/officeart/2005/8/layout/lProcess2"/>
    <dgm:cxn modelId="{F4F4425C-AF40-8040-9082-50C2C2390A4B}" type="presParOf" srcId="{0E732583-28DA-5042-916A-BDD75BE7FE86}" destId="{76655CEB-B436-5B47-8A2B-8981EC2A7387}" srcOrd="0" destOrd="0" presId="urn:microsoft.com/office/officeart/2005/8/layout/lProcess2"/>
    <dgm:cxn modelId="{11274DED-832F-EA45-82A9-341CBB506422}" type="presParOf" srcId="{0E732583-28DA-5042-916A-BDD75BE7FE86}" destId="{31C7072E-F20F-CD4F-A96D-06682E973BAE}" srcOrd="1" destOrd="0" presId="urn:microsoft.com/office/officeart/2005/8/layout/lProcess2"/>
    <dgm:cxn modelId="{A3F2C090-EBCB-3C4B-A663-B64A314EE0E2}" type="presParOf" srcId="{0E732583-28DA-5042-916A-BDD75BE7FE86}" destId="{1A872BCE-6DA6-6244-9A8E-76548AF220CA}" srcOrd="2" destOrd="0" presId="urn:microsoft.com/office/officeart/2005/8/layout/lProcess2"/>
    <dgm:cxn modelId="{6B89405C-ABB3-CC49-BEC7-BD24F9235955}" type="presParOf" srcId="{1A872BCE-6DA6-6244-9A8E-76548AF220CA}" destId="{5DEE6667-7C1F-B84D-9CDA-E2AA6F2CE365}" srcOrd="0" destOrd="0" presId="urn:microsoft.com/office/officeart/2005/8/layout/lProcess2"/>
    <dgm:cxn modelId="{307D0AC6-4451-CD40-B451-8FE4BDEA2E92}" type="presParOf" srcId="{5DEE6667-7C1F-B84D-9CDA-E2AA6F2CE365}" destId="{96A46320-6DED-F145-B45B-8658BACDC837}" srcOrd="0" destOrd="0" presId="urn:microsoft.com/office/officeart/2005/8/layout/lProcess2"/>
    <dgm:cxn modelId="{6E0DBA61-AE7B-C041-8914-C456E886F4F7}" type="presParOf" srcId="{5DEE6667-7C1F-B84D-9CDA-E2AA6F2CE365}" destId="{A698CC01-93EC-BC47-AB0A-F437D51C666B}" srcOrd="1" destOrd="0" presId="urn:microsoft.com/office/officeart/2005/8/layout/lProcess2"/>
    <dgm:cxn modelId="{9643CDD0-1F80-EB4D-AD97-0D3FAA10EEEE}" type="presParOf" srcId="{5DEE6667-7C1F-B84D-9CDA-E2AA6F2CE365}" destId="{3F1A57B4-44D0-B14D-AC77-32696087CD59}" srcOrd="2" destOrd="0" presId="urn:microsoft.com/office/officeart/2005/8/layout/lProcess2"/>
    <dgm:cxn modelId="{547C7F8E-B68B-EA4F-9C3E-29F68E91078D}" type="presParOf" srcId="{CE52AC73-5C62-874D-AB5D-A95869053814}" destId="{4701C4B2-0A2A-8A4C-9864-55F12C61E43A}" srcOrd="1" destOrd="0" presId="urn:microsoft.com/office/officeart/2005/8/layout/lProcess2"/>
    <dgm:cxn modelId="{2BD944A0-D9E6-4B4A-A0CB-BB80BB5B1594}" type="presParOf" srcId="{CE52AC73-5C62-874D-AB5D-A95869053814}" destId="{90BB8D0D-EDE4-6C4B-A7C7-394E5F716479}" srcOrd="2" destOrd="0" presId="urn:microsoft.com/office/officeart/2005/8/layout/lProcess2"/>
    <dgm:cxn modelId="{018732EB-383D-0342-8B57-F9082CFA6935}" type="presParOf" srcId="{90BB8D0D-EDE4-6C4B-A7C7-394E5F716479}" destId="{FFEC13B2-05BB-BE49-B9EF-14A62434FDDA}" srcOrd="0" destOrd="0" presId="urn:microsoft.com/office/officeart/2005/8/layout/lProcess2"/>
    <dgm:cxn modelId="{A6F22495-C093-3A4A-AF8A-70BB48697986}" type="presParOf" srcId="{90BB8D0D-EDE4-6C4B-A7C7-394E5F716479}" destId="{12F9A640-3E33-A544-9868-71A03482AB0F}" srcOrd="1" destOrd="0" presId="urn:microsoft.com/office/officeart/2005/8/layout/lProcess2"/>
    <dgm:cxn modelId="{198C67E5-9C4C-0C43-A5F6-4C25F4A091C9}" type="presParOf" srcId="{90BB8D0D-EDE4-6C4B-A7C7-394E5F716479}" destId="{CFB75B81-1541-D241-A39F-414823C85CD4}" srcOrd="2" destOrd="0" presId="urn:microsoft.com/office/officeart/2005/8/layout/lProcess2"/>
    <dgm:cxn modelId="{FC36CA27-3B44-1E45-A409-9DDC89994A62}" type="presParOf" srcId="{CFB75B81-1541-D241-A39F-414823C85CD4}" destId="{C4C9BE3C-623F-CB46-995F-E1E389C080C5}" srcOrd="0" destOrd="0" presId="urn:microsoft.com/office/officeart/2005/8/layout/lProcess2"/>
    <dgm:cxn modelId="{4896F329-8B46-D74F-9B12-FC22E2643D24}" type="presParOf" srcId="{C4C9BE3C-623F-CB46-995F-E1E389C080C5}" destId="{7AA5F55C-61D1-3F47-8DBB-66183854B73D}" srcOrd="0" destOrd="0" presId="urn:microsoft.com/office/officeart/2005/8/layout/lProcess2"/>
    <dgm:cxn modelId="{30261EAB-3938-2C4D-89C6-122769C04089}" type="presParOf" srcId="{C4C9BE3C-623F-CB46-995F-E1E389C080C5}" destId="{41915F30-3630-C841-B99A-41DA69D01C46}" srcOrd="1" destOrd="0" presId="urn:microsoft.com/office/officeart/2005/8/layout/lProcess2"/>
    <dgm:cxn modelId="{75050819-899E-9343-B7FD-A5F59E2EDAC1}" type="presParOf" srcId="{C4C9BE3C-623F-CB46-995F-E1E389C080C5}" destId="{104153B6-4C20-5149-8686-2C5EFFCB1326}" srcOrd="2" destOrd="0" presId="urn:microsoft.com/office/officeart/2005/8/layout/lProcess2"/>
    <dgm:cxn modelId="{8374CE6F-5376-AE4F-BFC9-C9021A3FA5F4}" type="presParOf" srcId="{CE52AC73-5C62-874D-AB5D-A95869053814}" destId="{5B1C17B9-742A-1543-BEC6-FC21AA6AACD9}" srcOrd="3" destOrd="0" presId="urn:microsoft.com/office/officeart/2005/8/layout/lProcess2"/>
    <dgm:cxn modelId="{608284A1-7A75-474D-B40D-98396D0F7C8E}" type="presParOf" srcId="{CE52AC73-5C62-874D-AB5D-A95869053814}" destId="{3A32E336-F31A-DD43-86B1-A7EDEBF7C620}" srcOrd="4" destOrd="0" presId="urn:microsoft.com/office/officeart/2005/8/layout/lProcess2"/>
    <dgm:cxn modelId="{FA7902B9-58FF-B647-90C6-7D0B9761FBFA}" type="presParOf" srcId="{3A32E336-F31A-DD43-86B1-A7EDEBF7C620}" destId="{50CEC1C3-4D52-2043-AEED-9AF12748A5DB}" srcOrd="0" destOrd="0" presId="urn:microsoft.com/office/officeart/2005/8/layout/lProcess2"/>
    <dgm:cxn modelId="{577526CC-4B33-7A4E-874C-2DE65E3D965E}" type="presParOf" srcId="{3A32E336-F31A-DD43-86B1-A7EDEBF7C620}" destId="{B031889C-5885-6041-A5C2-3E8F3EEF867B}" srcOrd="1" destOrd="0" presId="urn:microsoft.com/office/officeart/2005/8/layout/lProcess2"/>
    <dgm:cxn modelId="{B2962FCB-7E6C-7F41-A122-04A0BA52F468}" type="presParOf" srcId="{3A32E336-F31A-DD43-86B1-A7EDEBF7C620}" destId="{D393A163-CA05-D84E-AAE0-CE607349CA8E}" srcOrd="2" destOrd="0" presId="urn:microsoft.com/office/officeart/2005/8/layout/lProcess2"/>
    <dgm:cxn modelId="{5EA6DA1F-72B0-9B4D-8919-2A33828C7E39}" type="presParOf" srcId="{D393A163-CA05-D84E-AAE0-CE607349CA8E}" destId="{A7353CA3-5667-4B42-80BA-5B8D0BBF0068}" srcOrd="0" destOrd="0" presId="urn:microsoft.com/office/officeart/2005/8/layout/lProcess2"/>
    <dgm:cxn modelId="{B850357C-EAE3-6846-81DF-B349A5E4D270}" type="presParOf" srcId="{A7353CA3-5667-4B42-80BA-5B8D0BBF0068}" destId="{4E9F201C-93FE-9943-B976-241845FBD709}" srcOrd="0" destOrd="0" presId="urn:microsoft.com/office/officeart/2005/8/layout/lProcess2"/>
    <dgm:cxn modelId="{34300E91-23EE-9247-9C3D-ADD79BD49AD4}" type="presParOf" srcId="{A7353CA3-5667-4B42-80BA-5B8D0BBF0068}" destId="{1B8EEA6D-60A9-B04A-A84C-3726ECFE67C7}" srcOrd="1" destOrd="0" presId="urn:microsoft.com/office/officeart/2005/8/layout/lProcess2"/>
    <dgm:cxn modelId="{981BB4A3-AEF0-CB4B-87C5-9E65774796DF}" type="presParOf" srcId="{A7353CA3-5667-4B42-80BA-5B8D0BBF0068}" destId="{75B130CE-AA97-9046-9778-293BD74BBE02}" srcOrd="2" destOrd="0" presId="urn:microsoft.com/office/officeart/2005/8/layout/lProcess2"/>
    <dgm:cxn modelId="{7ED62479-57E3-D042-BE7B-2050F21E881C}" type="presParOf" srcId="{CE52AC73-5C62-874D-AB5D-A95869053814}" destId="{E88F7F44-77B7-B845-AE10-0E4FDC2C5ED3}" srcOrd="5" destOrd="0" presId="urn:microsoft.com/office/officeart/2005/8/layout/lProcess2"/>
    <dgm:cxn modelId="{BD2D3C34-A8D4-B24F-B0C9-0355E667E3BE}" type="presParOf" srcId="{CE52AC73-5C62-874D-AB5D-A95869053814}" destId="{822FEF7D-EEE4-264D-8843-153ED4BE2E5F}" srcOrd="6" destOrd="0" presId="urn:microsoft.com/office/officeart/2005/8/layout/lProcess2"/>
    <dgm:cxn modelId="{2D9F0AD7-D76D-B54E-ADE6-C6B56E577259}" type="presParOf" srcId="{822FEF7D-EEE4-264D-8843-153ED4BE2E5F}" destId="{24E7C1FA-43CC-BF42-9610-0ECC51D745E6}" srcOrd="0" destOrd="0" presId="urn:microsoft.com/office/officeart/2005/8/layout/lProcess2"/>
    <dgm:cxn modelId="{941838B6-731C-F848-97B1-EDB0EC33C717}" type="presParOf" srcId="{822FEF7D-EEE4-264D-8843-153ED4BE2E5F}" destId="{25E2B005-705D-F942-BCED-FDFB1D69297B}" srcOrd="1" destOrd="0" presId="urn:microsoft.com/office/officeart/2005/8/layout/lProcess2"/>
    <dgm:cxn modelId="{FC806609-AC24-4240-86F8-141F12A695A1}" type="presParOf" srcId="{822FEF7D-EEE4-264D-8843-153ED4BE2E5F}" destId="{21DFC177-7EF6-CC4A-A674-15188E41DC50}" srcOrd="2" destOrd="0" presId="urn:microsoft.com/office/officeart/2005/8/layout/lProcess2"/>
    <dgm:cxn modelId="{055189C4-8599-3C4A-BEEC-395D5492FBC8}" type="presParOf" srcId="{21DFC177-7EF6-CC4A-A674-15188E41DC50}" destId="{5958B2D6-5D8D-F745-88E2-D13AE3C4A5CB}" srcOrd="0" destOrd="0" presId="urn:microsoft.com/office/officeart/2005/8/layout/lProcess2"/>
    <dgm:cxn modelId="{90C21B73-A1CF-A845-9359-8CDB02097E1C}" type="presParOf" srcId="{5958B2D6-5D8D-F745-88E2-D13AE3C4A5CB}" destId="{CCFABAB2-8643-4140-A2C3-B411F3874F20}" srcOrd="0" destOrd="0" presId="urn:microsoft.com/office/officeart/2005/8/layout/lProcess2"/>
    <dgm:cxn modelId="{5F0EFB81-F2FF-1949-B68B-28564ED53B99}" type="presParOf" srcId="{5958B2D6-5D8D-F745-88E2-D13AE3C4A5CB}" destId="{B2920D40-FEFB-7F43-9962-55571B8CC988}" srcOrd="1" destOrd="0" presId="urn:microsoft.com/office/officeart/2005/8/layout/lProcess2"/>
    <dgm:cxn modelId="{92BB48BC-E0D0-8340-8E71-7DAC8A7E08F0}" type="presParOf" srcId="{5958B2D6-5D8D-F745-88E2-D13AE3C4A5CB}" destId="{895C397D-F0F2-BF4B-AA4B-EFAF71C22A0E}" srcOrd="2" destOrd="0" presId="urn:microsoft.com/office/officeart/2005/8/layout/lProcess2"/>
    <dgm:cxn modelId="{BCB80628-0CBA-2547-B145-BAF79366C017}" type="presParOf" srcId="{CE52AC73-5C62-874D-AB5D-A95869053814}" destId="{5EC497F3-A447-A843-8045-918208569E7F}" srcOrd="7" destOrd="0" presId="urn:microsoft.com/office/officeart/2005/8/layout/lProcess2"/>
    <dgm:cxn modelId="{7FAC580D-B52D-7849-9BBF-59EDADA8A280}" type="presParOf" srcId="{CE52AC73-5C62-874D-AB5D-A95869053814}" destId="{E61207E6-80D4-C048-841A-A1E26BE3A941}" srcOrd="8" destOrd="0" presId="urn:microsoft.com/office/officeart/2005/8/layout/lProcess2"/>
    <dgm:cxn modelId="{767F3F5B-5835-EE43-8D55-47704E44B14E}" type="presParOf" srcId="{E61207E6-80D4-C048-841A-A1E26BE3A941}" destId="{6175D9CA-CB44-6B4F-9EE9-DC581C3904E4}" srcOrd="0" destOrd="0" presId="urn:microsoft.com/office/officeart/2005/8/layout/lProcess2"/>
    <dgm:cxn modelId="{49B4B4A1-B24E-D941-A958-8054B1F680F1}" type="presParOf" srcId="{E61207E6-80D4-C048-841A-A1E26BE3A941}" destId="{6739CED1-44B9-BD47-9DA8-C3C675BC24CA}" srcOrd="1" destOrd="0" presId="urn:microsoft.com/office/officeart/2005/8/layout/lProcess2"/>
    <dgm:cxn modelId="{EA093950-E47B-0D4D-8530-2A0D8A0C01BB}" type="presParOf" srcId="{E61207E6-80D4-C048-841A-A1E26BE3A941}" destId="{EE173F85-576E-9146-9EE0-09836051FC06}" srcOrd="2" destOrd="0" presId="urn:microsoft.com/office/officeart/2005/8/layout/lProcess2"/>
    <dgm:cxn modelId="{14CE0CE5-AECC-2E49-8422-7050A6B3B37B}" type="presParOf" srcId="{EE173F85-576E-9146-9EE0-09836051FC06}" destId="{6EB3AA13-F927-7B46-B62B-2E39120FD9B3}" srcOrd="0" destOrd="0" presId="urn:microsoft.com/office/officeart/2005/8/layout/lProcess2"/>
    <dgm:cxn modelId="{F45EE7B5-35BB-5942-9B83-86125EC9A721}" type="presParOf" srcId="{6EB3AA13-F927-7B46-B62B-2E39120FD9B3}" destId="{E09BD6EE-A535-CE46-86CA-3F7D5379AE60}" srcOrd="0" destOrd="0" presId="urn:microsoft.com/office/officeart/2005/8/layout/lProcess2"/>
    <dgm:cxn modelId="{2447C5A8-82BE-3343-A31D-12792FF58468}" type="presParOf" srcId="{6EB3AA13-F927-7B46-B62B-2E39120FD9B3}" destId="{251DB6ED-D65D-B344-AD6B-3E5EA99E3093}" srcOrd="1" destOrd="0" presId="urn:microsoft.com/office/officeart/2005/8/layout/lProcess2"/>
    <dgm:cxn modelId="{2784A4BA-046A-5F48-813D-22E019AFCAA6}" type="presParOf" srcId="{6EB3AA13-F927-7B46-B62B-2E39120FD9B3}" destId="{A29A0E05-3548-0D46-8981-31BECC87980C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54AAE1-A20D-4623-9CFA-2BEFB54087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253691-E247-4942-954B-DDD517898F8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Univers" panose="020B0503020202020204" pitchFamily="34" charset="0"/>
              <a:cs typeface="Times New Roman" panose="02020603050405020304" pitchFamily="18" charset="0"/>
            </a:rPr>
            <a:t>Social Worker’s contribution to the eligibility conference</a:t>
          </a:r>
        </a:p>
      </dgm:t>
    </dgm:pt>
    <dgm:pt modelId="{5BB66AB6-0A79-44A7-BE2F-FA4C4D8273E7}" type="parTrans" cxnId="{B7FAEB7A-8407-4079-BC0D-27A1C1160281}">
      <dgm:prSet/>
      <dgm:spPr/>
      <dgm:t>
        <a:bodyPr/>
        <a:lstStyle/>
        <a:p>
          <a:endParaRPr lang="en-US"/>
        </a:p>
      </dgm:t>
    </dgm:pt>
    <dgm:pt modelId="{AB965F6A-32DF-4970-A3AF-4F7E4402DC8C}" type="sibTrans" cxnId="{B7FAEB7A-8407-4079-BC0D-27A1C1160281}">
      <dgm:prSet/>
      <dgm:spPr/>
      <dgm:t>
        <a:bodyPr/>
        <a:lstStyle/>
        <a:p>
          <a:endParaRPr lang="en-US"/>
        </a:p>
      </dgm:t>
    </dgm:pt>
    <dgm:pt modelId="{FFAE897F-0B3F-4F39-A274-FF311AD57F8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Univers" panose="020B0503020202020204" pitchFamily="34" charset="0"/>
              <a:cs typeface="Times New Roman" panose="02020603050405020304" pitchFamily="18" charset="0"/>
            </a:rPr>
            <a:t>Document that should be able to stand alone</a:t>
          </a:r>
        </a:p>
      </dgm:t>
    </dgm:pt>
    <dgm:pt modelId="{CEABE4A0-3AE4-49DB-A775-4E93517A5CF6}" type="parTrans" cxnId="{73A84019-AC92-41C9-99E8-603F9B87AA3A}">
      <dgm:prSet/>
      <dgm:spPr/>
      <dgm:t>
        <a:bodyPr/>
        <a:lstStyle/>
        <a:p>
          <a:endParaRPr lang="en-US"/>
        </a:p>
      </dgm:t>
    </dgm:pt>
    <dgm:pt modelId="{C5C0039B-2B1D-4042-9A50-0171C34203B2}" type="sibTrans" cxnId="{73A84019-AC92-41C9-99E8-603F9B87AA3A}">
      <dgm:prSet/>
      <dgm:spPr/>
      <dgm:t>
        <a:bodyPr/>
        <a:lstStyle/>
        <a:p>
          <a:endParaRPr lang="en-US"/>
        </a:p>
      </dgm:t>
    </dgm:pt>
    <dgm:pt modelId="{7D023501-9389-4035-8606-CC069921053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Univers" panose="020B0503020202020204" pitchFamily="34" charset="0"/>
              <a:cs typeface="Times New Roman" panose="02020603050405020304" pitchFamily="18" charset="0"/>
            </a:rPr>
            <a:t>Educational language (describe behaviors not diagnoses)</a:t>
          </a:r>
        </a:p>
      </dgm:t>
    </dgm:pt>
    <dgm:pt modelId="{2DA620ED-E688-4A54-A049-A009FE6BD55B}" type="parTrans" cxnId="{158379E9-053D-45A0-B96F-C87579297F7D}">
      <dgm:prSet/>
      <dgm:spPr/>
      <dgm:t>
        <a:bodyPr/>
        <a:lstStyle/>
        <a:p>
          <a:endParaRPr lang="en-US"/>
        </a:p>
      </dgm:t>
    </dgm:pt>
    <dgm:pt modelId="{28E94DD0-01DD-484D-834C-739E37601B2A}" type="sibTrans" cxnId="{158379E9-053D-45A0-B96F-C87579297F7D}">
      <dgm:prSet/>
      <dgm:spPr/>
      <dgm:t>
        <a:bodyPr/>
        <a:lstStyle/>
        <a:p>
          <a:endParaRPr lang="en-US"/>
        </a:p>
      </dgm:t>
    </dgm:pt>
    <dgm:pt modelId="{A853ABC8-F215-450C-8B88-DD2F8C6052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Univers" panose="020B0503020202020204" pitchFamily="34" charset="0"/>
              <a:cs typeface="Times New Roman" panose="02020603050405020304" pitchFamily="18" charset="0"/>
            </a:rPr>
            <a:t>Clinical impressions -&gt; recommendati</a:t>
          </a:r>
          <a:r>
            <a:rPr lang="en-US" sz="2200" dirty="0">
              <a:latin typeface="Univers" panose="020B0503020202020204" pitchFamily="34" charset="0"/>
              <a:cs typeface="Times New Roman" panose="02020603050405020304" pitchFamily="18" charset="0"/>
            </a:rPr>
            <a:t>ons</a:t>
          </a:r>
        </a:p>
      </dgm:t>
    </dgm:pt>
    <dgm:pt modelId="{3ADB51F4-88C7-4C21-B79C-FD3F48D95BAF}" type="parTrans" cxnId="{66E8FECF-812D-464F-B559-37D2850A156A}">
      <dgm:prSet/>
      <dgm:spPr/>
      <dgm:t>
        <a:bodyPr/>
        <a:lstStyle/>
        <a:p>
          <a:endParaRPr lang="en-US"/>
        </a:p>
      </dgm:t>
    </dgm:pt>
    <dgm:pt modelId="{7FE1B3B6-D1BA-47A1-946B-90521E707A13}" type="sibTrans" cxnId="{66E8FECF-812D-464F-B559-37D2850A156A}">
      <dgm:prSet/>
      <dgm:spPr/>
      <dgm:t>
        <a:bodyPr/>
        <a:lstStyle/>
        <a:p>
          <a:endParaRPr lang="en-US"/>
        </a:p>
      </dgm:t>
    </dgm:pt>
    <dgm:pt modelId="{1FF124FF-8951-4890-B827-017C5DB1E5A7}" type="pres">
      <dgm:prSet presAssocID="{F254AAE1-A20D-4623-9CFA-2BEFB5408726}" presName="root" presStyleCnt="0">
        <dgm:presLayoutVars>
          <dgm:dir/>
          <dgm:resizeHandles val="exact"/>
        </dgm:presLayoutVars>
      </dgm:prSet>
      <dgm:spPr/>
    </dgm:pt>
    <dgm:pt modelId="{758B11A2-4E4F-4F0B-8AF8-6B9028BA08F0}" type="pres">
      <dgm:prSet presAssocID="{F4253691-E247-4942-954B-DDD517898F8C}" presName="compNode" presStyleCnt="0"/>
      <dgm:spPr/>
    </dgm:pt>
    <dgm:pt modelId="{66D53CDF-1D8B-4511-A367-66EB1566C003}" type="pres">
      <dgm:prSet presAssocID="{F4253691-E247-4942-954B-DDD517898F8C}" presName="bgRect" presStyleLbl="bgShp" presStyleIdx="0" presStyleCnt="4" custLinFactNeighborY="3453"/>
      <dgm:spPr/>
    </dgm:pt>
    <dgm:pt modelId="{33413C29-A755-449F-9508-CCB9088FFEB3}" type="pres">
      <dgm:prSet presAssocID="{F4253691-E247-4942-954B-DDD517898F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7AC6227-D397-45A4-A9B5-0353520EDE73}" type="pres">
      <dgm:prSet presAssocID="{F4253691-E247-4942-954B-DDD517898F8C}" presName="spaceRect" presStyleCnt="0"/>
      <dgm:spPr/>
    </dgm:pt>
    <dgm:pt modelId="{DD95DC9C-8685-4F96-B715-680BC44B1305}" type="pres">
      <dgm:prSet presAssocID="{F4253691-E247-4942-954B-DDD517898F8C}" presName="parTx" presStyleLbl="revTx" presStyleIdx="0" presStyleCnt="4">
        <dgm:presLayoutVars>
          <dgm:chMax val="0"/>
          <dgm:chPref val="0"/>
        </dgm:presLayoutVars>
      </dgm:prSet>
      <dgm:spPr/>
    </dgm:pt>
    <dgm:pt modelId="{C2FEC037-C0FF-4FDF-911D-4660F12DB8A2}" type="pres">
      <dgm:prSet presAssocID="{AB965F6A-32DF-4970-A3AF-4F7E4402DC8C}" presName="sibTrans" presStyleCnt="0"/>
      <dgm:spPr/>
    </dgm:pt>
    <dgm:pt modelId="{621C0916-22FA-447B-9D6E-718911952634}" type="pres">
      <dgm:prSet presAssocID="{FFAE897F-0B3F-4F39-A274-FF311AD57F8C}" presName="compNode" presStyleCnt="0"/>
      <dgm:spPr/>
    </dgm:pt>
    <dgm:pt modelId="{72EAA40B-480E-4DBC-90EC-6C1CF6BC2450}" type="pres">
      <dgm:prSet presAssocID="{FFAE897F-0B3F-4F39-A274-FF311AD57F8C}" presName="bgRect" presStyleLbl="bgShp" presStyleIdx="1" presStyleCnt="4"/>
      <dgm:spPr/>
    </dgm:pt>
    <dgm:pt modelId="{274A4C81-0CD4-4DD2-AB16-034D6C3B3234}" type="pres">
      <dgm:prSet presAssocID="{FFAE897F-0B3F-4F39-A274-FF311AD57F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8030BEA-7C78-4F49-9583-289FE7F13D37}" type="pres">
      <dgm:prSet presAssocID="{FFAE897F-0B3F-4F39-A274-FF311AD57F8C}" presName="spaceRect" presStyleCnt="0"/>
      <dgm:spPr/>
    </dgm:pt>
    <dgm:pt modelId="{1A672B98-C0DB-429D-8B23-35EAB6965FDC}" type="pres">
      <dgm:prSet presAssocID="{FFAE897F-0B3F-4F39-A274-FF311AD57F8C}" presName="parTx" presStyleLbl="revTx" presStyleIdx="1" presStyleCnt="4">
        <dgm:presLayoutVars>
          <dgm:chMax val="0"/>
          <dgm:chPref val="0"/>
        </dgm:presLayoutVars>
      </dgm:prSet>
      <dgm:spPr/>
    </dgm:pt>
    <dgm:pt modelId="{E7757A9E-7B79-4640-B7D1-995C7064D7F5}" type="pres">
      <dgm:prSet presAssocID="{C5C0039B-2B1D-4042-9A50-0171C34203B2}" presName="sibTrans" presStyleCnt="0"/>
      <dgm:spPr/>
    </dgm:pt>
    <dgm:pt modelId="{B100F0DF-D7C9-439A-82B8-8905940BF42A}" type="pres">
      <dgm:prSet presAssocID="{7D023501-9389-4035-8606-CC069921053D}" presName="compNode" presStyleCnt="0"/>
      <dgm:spPr/>
    </dgm:pt>
    <dgm:pt modelId="{0F22FE5A-58C3-4304-999A-0D10942E8506}" type="pres">
      <dgm:prSet presAssocID="{7D023501-9389-4035-8606-CC069921053D}" presName="bgRect" presStyleLbl="bgShp" presStyleIdx="2" presStyleCnt="4"/>
      <dgm:spPr/>
    </dgm:pt>
    <dgm:pt modelId="{E269F237-A3E7-4308-A1C5-698702DD14E3}" type="pres">
      <dgm:prSet presAssocID="{7D023501-9389-4035-8606-CC069921053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6F3C8E2-9139-4107-B430-028B61549698}" type="pres">
      <dgm:prSet presAssocID="{7D023501-9389-4035-8606-CC069921053D}" presName="spaceRect" presStyleCnt="0"/>
      <dgm:spPr/>
    </dgm:pt>
    <dgm:pt modelId="{C47F66B6-69FF-4008-B70F-EEF216D2BA35}" type="pres">
      <dgm:prSet presAssocID="{7D023501-9389-4035-8606-CC069921053D}" presName="parTx" presStyleLbl="revTx" presStyleIdx="2" presStyleCnt="4">
        <dgm:presLayoutVars>
          <dgm:chMax val="0"/>
          <dgm:chPref val="0"/>
        </dgm:presLayoutVars>
      </dgm:prSet>
      <dgm:spPr/>
    </dgm:pt>
    <dgm:pt modelId="{F1471380-E532-4793-8BD0-6E8FE05E43B5}" type="pres">
      <dgm:prSet presAssocID="{28E94DD0-01DD-484D-834C-739E37601B2A}" presName="sibTrans" presStyleCnt="0"/>
      <dgm:spPr/>
    </dgm:pt>
    <dgm:pt modelId="{B2186D32-C2FF-49E1-9CB8-56E027098078}" type="pres">
      <dgm:prSet presAssocID="{A853ABC8-F215-450C-8B88-DD2F8C6052D6}" presName="compNode" presStyleCnt="0"/>
      <dgm:spPr/>
    </dgm:pt>
    <dgm:pt modelId="{5322637D-1E49-49EA-81D0-8E38861312A6}" type="pres">
      <dgm:prSet presAssocID="{A853ABC8-F215-450C-8B88-DD2F8C6052D6}" presName="bgRect" presStyleLbl="bgShp" presStyleIdx="3" presStyleCnt="4"/>
      <dgm:spPr/>
    </dgm:pt>
    <dgm:pt modelId="{3A0CABCF-1D44-44BF-93C1-ACFBE5BD18FD}" type="pres">
      <dgm:prSet presAssocID="{A853ABC8-F215-450C-8B88-DD2F8C6052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8C1D73DA-8487-469B-B8FE-913A12E44A5B}" type="pres">
      <dgm:prSet presAssocID="{A853ABC8-F215-450C-8B88-DD2F8C6052D6}" presName="spaceRect" presStyleCnt="0"/>
      <dgm:spPr/>
    </dgm:pt>
    <dgm:pt modelId="{FEFE4C34-0B2E-4F99-ADD0-2B91AEA3447B}" type="pres">
      <dgm:prSet presAssocID="{A853ABC8-F215-450C-8B88-DD2F8C6052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A84019-AC92-41C9-99E8-603F9B87AA3A}" srcId="{F254AAE1-A20D-4623-9CFA-2BEFB5408726}" destId="{FFAE897F-0B3F-4F39-A274-FF311AD57F8C}" srcOrd="1" destOrd="0" parTransId="{CEABE4A0-3AE4-49DB-A775-4E93517A5CF6}" sibTransId="{C5C0039B-2B1D-4042-9A50-0171C34203B2}"/>
    <dgm:cxn modelId="{96B3C525-DB16-427F-9599-1F9D3EB64975}" type="presOf" srcId="{F4253691-E247-4942-954B-DDD517898F8C}" destId="{DD95DC9C-8685-4F96-B715-680BC44B1305}" srcOrd="0" destOrd="0" presId="urn:microsoft.com/office/officeart/2018/2/layout/IconVerticalSolidList"/>
    <dgm:cxn modelId="{B7FAEB7A-8407-4079-BC0D-27A1C1160281}" srcId="{F254AAE1-A20D-4623-9CFA-2BEFB5408726}" destId="{F4253691-E247-4942-954B-DDD517898F8C}" srcOrd="0" destOrd="0" parTransId="{5BB66AB6-0A79-44A7-BE2F-FA4C4D8273E7}" sibTransId="{AB965F6A-32DF-4970-A3AF-4F7E4402DC8C}"/>
    <dgm:cxn modelId="{23742D82-3A70-489F-81F3-C74B5B74E732}" type="presOf" srcId="{F254AAE1-A20D-4623-9CFA-2BEFB5408726}" destId="{1FF124FF-8951-4890-B827-017C5DB1E5A7}" srcOrd="0" destOrd="0" presId="urn:microsoft.com/office/officeart/2018/2/layout/IconVerticalSolidList"/>
    <dgm:cxn modelId="{3FFDFD84-CBA3-480D-BE34-935C0C4C3555}" type="presOf" srcId="{FFAE897F-0B3F-4F39-A274-FF311AD57F8C}" destId="{1A672B98-C0DB-429D-8B23-35EAB6965FDC}" srcOrd="0" destOrd="0" presId="urn:microsoft.com/office/officeart/2018/2/layout/IconVerticalSolidList"/>
    <dgm:cxn modelId="{27666591-192A-4CEE-894D-1E116821A76C}" type="presOf" srcId="{A853ABC8-F215-450C-8B88-DD2F8C6052D6}" destId="{FEFE4C34-0B2E-4F99-ADD0-2B91AEA3447B}" srcOrd="0" destOrd="0" presId="urn:microsoft.com/office/officeart/2018/2/layout/IconVerticalSolidList"/>
    <dgm:cxn modelId="{66E8FECF-812D-464F-B559-37D2850A156A}" srcId="{F254AAE1-A20D-4623-9CFA-2BEFB5408726}" destId="{A853ABC8-F215-450C-8B88-DD2F8C6052D6}" srcOrd="3" destOrd="0" parTransId="{3ADB51F4-88C7-4C21-B79C-FD3F48D95BAF}" sibTransId="{7FE1B3B6-D1BA-47A1-946B-90521E707A13}"/>
    <dgm:cxn modelId="{077659E2-BB14-4031-B308-20F1EFFD9E69}" type="presOf" srcId="{7D023501-9389-4035-8606-CC069921053D}" destId="{C47F66B6-69FF-4008-B70F-EEF216D2BA35}" srcOrd="0" destOrd="0" presId="urn:microsoft.com/office/officeart/2018/2/layout/IconVerticalSolidList"/>
    <dgm:cxn modelId="{158379E9-053D-45A0-B96F-C87579297F7D}" srcId="{F254AAE1-A20D-4623-9CFA-2BEFB5408726}" destId="{7D023501-9389-4035-8606-CC069921053D}" srcOrd="2" destOrd="0" parTransId="{2DA620ED-E688-4A54-A049-A009FE6BD55B}" sibTransId="{28E94DD0-01DD-484D-834C-739E37601B2A}"/>
    <dgm:cxn modelId="{01B82EE5-DD0C-4CC8-8B79-EA203160D81E}" type="presParOf" srcId="{1FF124FF-8951-4890-B827-017C5DB1E5A7}" destId="{758B11A2-4E4F-4F0B-8AF8-6B9028BA08F0}" srcOrd="0" destOrd="0" presId="urn:microsoft.com/office/officeart/2018/2/layout/IconVerticalSolidList"/>
    <dgm:cxn modelId="{BAE21A63-676F-49F6-BA82-180247F06701}" type="presParOf" srcId="{758B11A2-4E4F-4F0B-8AF8-6B9028BA08F0}" destId="{66D53CDF-1D8B-4511-A367-66EB1566C003}" srcOrd="0" destOrd="0" presId="urn:microsoft.com/office/officeart/2018/2/layout/IconVerticalSolidList"/>
    <dgm:cxn modelId="{84E27A41-9E9E-4D2E-A20A-932A308449BD}" type="presParOf" srcId="{758B11A2-4E4F-4F0B-8AF8-6B9028BA08F0}" destId="{33413C29-A755-449F-9508-CCB9088FFEB3}" srcOrd="1" destOrd="0" presId="urn:microsoft.com/office/officeart/2018/2/layout/IconVerticalSolidList"/>
    <dgm:cxn modelId="{D2AC38E5-F020-4632-9696-189DA68C1F8D}" type="presParOf" srcId="{758B11A2-4E4F-4F0B-8AF8-6B9028BA08F0}" destId="{A7AC6227-D397-45A4-A9B5-0353520EDE73}" srcOrd="2" destOrd="0" presId="urn:microsoft.com/office/officeart/2018/2/layout/IconVerticalSolidList"/>
    <dgm:cxn modelId="{3F58EC6A-09BC-4788-8246-65E814582BBC}" type="presParOf" srcId="{758B11A2-4E4F-4F0B-8AF8-6B9028BA08F0}" destId="{DD95DC9C-8685-4F96-B715-680BC44B1305}" srcOrd="3" destOrd="0" presId="urn:microsoft.com/office/officeart/2018/2/layout/IconVerticalSolidList"/>
    <dgm:cxn modelId="{BD081385-4050-4786-8A2B-668C6F519176}" type="presParOf" srcId="{1FF124FF-8951-4890-B827-017C5DB1E5A7}" destId="{C2FEC037-C0FF-4FDF-911D-4660F12DB8A2}" srcOrd="1" destOrd="0" presId="urn:microsoft.com/office/officeart/2018/2/layout/IconVerticalSolidList"/>
    <dgm:cxn modelId="{9946CA15-0860-4FCA-870A-3D09AE19225D}" type="presParOf" srcId="{1FF124FF-8951-4890-B827-017C5DB1E5A7}" destId="{621C0916-22FA-447B-9D6E-718911952634}" srcOrd="2" destOrd="0" presId="urn:microsoft.com/office/officeart/2018/2/layout/IconVerticalSolidList"/>
    <dgm:cxn modelId="{C820F683-7E67-4AAE-8F77-F75D36A1A1CF}" type="presParOf" srcId="{621C0916-22FA-447B-9D6E-718911952634}" destId="{72EAA40B-480E-4DBC-90EC-6C1CF6BC2450}" srcOrd="0" destOrd="0" presId="urn:microsoft.com/office/officeart/2018/2/layout/IconVerticalSolidList"/>
    <dgm:cxn modelId="{DBA4F8F3-7034-493B-91E8-0B1196750117}" type="presParOf" srcId="{621C0916-22FA-447B-9D6E-718911952634}" destId="{274A4C81-0CD4-4DD2-AB16-034D6C3B3234}" srcOrd="1" destOrd="0" presId="urn:microsoft.com/office/officeart/2018/2/layout/IconVerticalSolidList"/>
    <dgm:cxn modelId="{4C798CD4-0E0E-4973-9FBE-8D1A509B7F2F}" type="presParOf" srcId="{621C0916-22FA-447B-9D6E-718911952634}" destId="{78030BEA-7C78-4F49-9583-289FE7F13D37}" srcOrd="2" destOrd="0" presId="urn:microsoft.com/office/officeart/2018/2/layout/IconVerticalSolidList"/>
    <dgm:cxn modelId="{9BC09451-A2EC-4E62-8A4F-64F277A5CBE4}" type="presParOf" srcId="{621C0916-22FA-447B-9D6E-718911952634}" destId="{1A672B98-C0DB-429D-8B23-35EAB6965FDC}" srcOrd="3" destOrd="0" presId="urn:microsoft.com/office/officeart/2018/2/layout/IconVerticalSolidList"/>
    <dgm:cxn modelId="{FFDD5FEE-8221-45D6-B866-3A5DD8A7D370}" type="presParOf" srcId="{1FF124FF-8951-4890-B827-017C5DB1E5A7}" destId="{E7757A9E-7B79-4640-B7D1-995C7064D7F5}" srcOrd="3" destOrd="0" presId="urn:microsoft.com/office/officeart/2018/2/layout/IconVerticalSolidList"/>
    <dgm:cxn modelId="{0CEC9CB3-9858-42ED-9A92-BA6AA5E5EF33}" type="presParOf" srcId="{1FF124FF-8951-4890-B827-017C5DB1E5A7}" destId="{B100F0DF-D7C9-439A-82B8-8905940BF42A}" srcOrd="4" destOrd="0" presId="urn:microsoft.com/office/officeart/2018/2/layout/IconVerticalSolidList"/>
    <dgm:cxn modelId="{A6DC6F0A-1742-4691-8E4D-0FC19B87947E}" type="presParOf" srcId="{B100F0DF-D7C9-439A-82B8-8905940BF42A}" destId="{0F22FE5A-58C3-4304-999A-0D10942E8506}" srcOrd="0" destOrd="0" presId="urn:microsoft.com/office/officeart/2018/2/layout/IconVerticalSolidList"/>
    <dgm:cxn modelId="{08E5F266-C0CD-4625-91A5-C4206606D967}" type="presParOf" srcId="{B100F0DF-D7C9-439A-82B8-8905940BF42A}" destId="{E269F237-A3E7-4308-A1C5-698702DD14E3}" srcOrd="1" destOrd="0" presId="urn:microsoft.com/office/officeart/2018/2/layout/IconVerticalSolidList"/>
    <dgm:cxn modelId="{200D3367-618A-46BD-AB96-48AA82775DF8}" type="presParOf" srcId="{B100F0DF-D7C9-439A-82B8-8905940BF42A}" destId="{A6F3C8E2-9139-4107-B430-028B61549698}" srcOrd="2" destOrd="0" presId="urn:microsoft.com/office/officeart/2018/2/layout/IconVerticalSolidList"/>
    <dgm:cxn modelId="{4AA732F3-1C02-4CC7-BC9F-08837E31A546}" type="presParOf" srcId="{B100F0DF-D7C9-439A-82B8-8905940BF42A}" destId="{C47F66B6-69FF-4008-B70F-EEF216D2BA35}" srcOrd="3" destOrd="0" presId="urn:microsoft.com/office/officeart/2018/2/layout/IconVerticalSolidList"/>
    <dgm:cxn modelId="{33A304B1-CFC6-4C03-9D54-F57F08DD3929}" type="presParOf" srcId="{1FF124FF-8951-4890-B827-017C5DB1E5A7}" destId="{F1471380-E532-4793-8BD0-6E8FE05E43B5}" srcOrd="5" destOrd="0" presId="urn:microsoft.com/office/officeart/2018/2/layout/IconVerticalSolidList"/>
    <dgm:cxn modelId="{23FDC956-6D9E-4CD8-A76F-BC10D4C668DD}" type="presParOf" srcId="{1FF124FF-8951-4890-B827-017C5DB1E5A7}" destId="{B2186D32-C2FF-49E1-9CB8-56E027098078}" srcOrd="6" destOrd="0" presId="urn:microsoft.com/office/officeart/2018/2/layout/IconVerticalSolidList"/>
    <dgm:cxn modelId="{65AD5409-D2E9-4B2A-B998-273C038EAA7E}" type="presParOf" srcId="{B2186D32-C2FF-49E1-9CB8-56E027098078}" destId="{5322637D-1E49-49EA-81D0-8E38861312A6}" srcOrd="0" destOrd="0" presId="urn:microsoft.com/office/officeart/2018/2/layout/IconVerticalSolidList"/>
    <dgm:cxn modelId="{1F682432-B520-427A-8C13-B2C1108CD5C0}" type="presParOf" srcId="{B2186D32-C2FF-49E1-9CB8-56E027098078}" destId="{3A0CABCF-1D44-44BF-93C1-ACFBE5BD18FD}" srcOrd="1" destOrd="0" presId="urn:microsoft.com/office/officeart/2018/2/layout/IconVerticalSolidList"/>
    <dgm:cxn modelId="{CBD46752-CF93-4431-9485-1086B67E8AD3}" type="presParOf" srcId="{B2186D32-C2FF-49E1-9CB8-56E027098078}" destId="{8C1D73DA-8487-469B-B8FE-913A12E44A5B}" srcOrd="2" destOrd="0" presId="urn:microsoft.com/office/officeart/2018/2/layout/IconVerticalSolidList"/>
    <dgm:cxn modelId="{32284CC5-B872-4CE9-B0B0-8AEDE4C6617A}" type="presParOf" srcId="{B2186D32-C2FF-49E1-9CB8-56E027098078}" destId="{FEFE4C34-0B2E-4F99-ADD0-2B91AEA344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ECEC7B-B4C5-CB4B-B431-246E3E3D707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02A50FD-0EC2-AB44-A982-1C588F8185DA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b="0" i="0" dirty="0">
              <a:latin typeface="Univers" panose="020B0503020202020204" pitchFamily="34" charset="0"/>
            </a:rPr>
            <a:t>Identifying information and reason for referral</a:t>
          </a:r>
          <a:endParaRPr lang="en-US" dirty="0">
            <a:latin typeface="Univers" panose="020B0503020202020204" pitchFamily="34" charset="0"/>
          </a:endParaRPr>
        </a:p>
      </dgm:t>
    </dgm:pt>
    <dgm:pt modelId="{4986A945-5180-124B-A43E-95347CBEB40C}" type="parTrans" cxnId="{655BC9D1-4B59-6647-84A3-F98804C7F666}">
      <dgm:prSet/>
      <dgm:spPr/>
      <dgm:t>
        <a:bodyPr/>
        <a:lstStyle/>
        <a:p>
          <a:endParaRPr lang="en-US"/>
        </a:p>
      </dgm:t>
    </dgm:pt>
    <dgm:pt modelId="{A3AD86DE-02A9-A147-B8A5-43EDDD9F1FC4}" type="sibTrans" cxnId="{655BC9D1-4B59-6647-84A3-F98804C7F666}">
      <dgm:prSet/>
      <dgm:spPr/>
      <dgm:t>
        <a:bodyPr/>
        <a:lstStyle/>
        <a:p>
          <a:endParaRPr lang="en-US"/>
        </a:p>
      </dgm:t>
    </dgm:pt>
    <dgm:pt modelId="{2F4DE3B7-0751-6945-A392-F4ED6FE2CF97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b="0" i="0" dirty="0">
              <a:latin typeface="Univers" panose="020B0503020202020204" pitchFamily="34" charset="0"/>
            </a:rPr>
            <a:t>Interviews (student, parent, teacher, outside agencies)</a:t>
          </a:r>
          <a:endParaRPr lang="en-US" dirty="0">
            <a:latin typeface="Univers" panose="020B0503020202020204" pitchFamily="34" charset="0"/>
          </a:endParaRPr>
        </a:p>
      </dgm:t>
    </dgm:pt>
    <dgm:pt modelId="{67FB9D51-3722-5646-B738-E8296D13CBA9}" type="parTrans" cxnId="{992C2B69-CF69-2A4D-B103-D1D2990D0E94}">
      <dgm:prSet/>
      <dgm:spPr/>
      <dgm:t>
        <a:bodyPr/>
        <a:lstStyle/>
        <a:p>
          <a:endParaRPr lang="en-US"/>
        </a:p>
      </dgm:t>
    </dgm:pt>
    <dgm:pt modelId="{BE33BBF4-E8C3-1048-B421-A479ED2785CC}" type="sibTrans" cxnId="{992C2B69-CF69-2A4D-B103-D1D2990D0E94}">
      <dgm:prSet/>
      <dgm:spPr/>
      <dgm:t>
        <a:bodyPr/>
        <a:lstStyle/>
        <a:p>
          <a:endParaRPr lang="en-US"/>
        </a:p>
      </dgm:t>
    </dgm:pt>
    <dgm:pt modelId="{222CB266-B622-AA4F-B61B-F5EA05830A23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b="0" i="0" dirty="0">
              <a:latin typeface="Univers" panose="020B0503020202020204" pitchFamily="34" charset="0"/>
            </a:rPr>
            <a:t>Perception of current strengths, needs, functioning</a:t>
          </a:r>
          <a:endParaRPr lang="en-US" dirty="0">
            <a:latin typeface="Univers" panose="020B0503020202020204" pitchFamily="34" charset="0"/>
          </a:endParaRPr>
        </a:p>
      </dgm:t>
    </dgm:pt>
    <dgm:pt modelId="{8446553B-146F-A84F-889B-3E555D7FDA0C}" type="parTrans" cxnId="{4A28F72B-F3A2-3040-8D47-49EB99896AA3}">
      <dgm:prSet/>
      <dgm:spPr/>
      <dgm:t>
        <a:bodyPr/>
        <a:lstStyle/>
        <a:p>
          <a:endParaRPr lang="en-US"/>
        </a:p>
      </dgm:t>
    </dgm:pt>
    <dgm:pt modelId="{0EE9ABEB-A5E9-7949-B408-D843A53FF5B7}" type="sibTrans" cxnId="{4A28F72B-F3A2-3040-8D47-49EB99896AA3}">
      <dgm:prSet/>
      <dgm:spPr/>
      <dgm:t>
        <a:bodyPr/>
        <a:lstStyle/>
        <a:p>
          <a:endParaRPr lang="en-US"/>
        </a:p>
      </dgm:t>
    </dgm:pt>
    <dgm:pt modelId="{4641E2F8-3891-8E4D-83E7-45B77269EA2B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b="0" i="0" dirty="0">
              <a:latin typeface="Univers" panose="020B0503020202020204" pitchFamily="34" charset="0"/>
            </a:rPr>
            <a:t>Student history (developmental, health, school)</a:t>
          </a:r>
          <a:endParaRPr lang="en-US" dirty="0">
            <a:latin typeface="Univers" panose="020B0503020202020204" pitchFamily="34" charset="0"/>
          </a:endParaRPr>
        </a:p>
      </dgm:t>
    </dgm:pt>
    <dgm:pt modelId="{1732CBEC-4391-004A-AC59-95CD5E1EC9D2}" type="parTrans" cxnId="{2AB2A14A-5ED6-9E49-B71A-C099C57FF688}">
      <dgm:prSet/>
      <dgm:spPr/>
      <dgm:t>
        <a:bodyPr/>
        <a:lstStyle/>
        <a:p>
          <a:endParaRPr lang="en-US"/>
        </a:p>
      </dgm:t>
    </dgm:pt>
    <dgm:pt modelId="{02F7B287-3CF0-114B-9FBD-11A5BA2FF92E}" type="sibTrans" cxnId="{2AB2A14A-5ED6-9E49-B71A-C099C57FF688}">
      <dgm:prSet/>
      <dgm:spPr/>
      <dgm:t>
        <a:bodyPr/>
        <a:lstStyle/>
        <a:p>
          <a:endParaRPr lang="en-US"/>
        </a:p>
      </dgm:t>
    </dgm:pt>
    <dgm:pt modelId="{34B66FF5-1B6D-524D-8656-EF6C0EEC84B7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>
              <a:latin typeface="Univers" panose="020B0503020202020204" pitchFamily="34" charset="0"/>
            </a:rPr>
            <a:t>Family situation and functioning including cultural background</a:t>
          </a:r>
          <a:endParaRPr lang="en-US" dirty="0">
            <a:latin typeface="Univers" panose="020B0503020202020204" pitchFamily="34" charset="0"/>
          </a:endParaRPr>
        </a:p>
      </dgm:t>
    </dgm:pt>
    <dgm:pt modelId="{81937BA1-4A54-0B4F-B892-0820C2093B6F}" type="parTrans" cxnId="{56D1CA76-92BC-FC47-B394-BC091E18D197}">
      <dgm:prSet/>
      <dgm:spPr/>
      <dgm:t>
        <a:bodyPr/>
        <a:lstStyle/>
        <a:p>
          <a:endParaRPr lang="en-US"/>
        </a:p>
      </dgm:t>
    </dgm:pt>
    <dgm:pt modelId="{0B5B81C0-ECAE-BE43-9A56-69B1A1970F06}" type="sibTrans" cxnId="{56D1CA76-92BC-FC47-B394-BC091E18D197}">
      <dgm:prSet/>
      <dgm:spPr/>
      <dgm:t>
        <a:bodyPr/>
        <a:lstStyle/>
        <a:p>
          <a:endParaRPr lang="en-US"/>
        </a:p>
      </dgm:t>
    </dgm:pt>
    <dgm:pt modelId="{8CA99C74-CEAD-6F40-87B0-AB20686CB721}">
      <dgm:prSet/>
      <dgm:spPr/>
      <dgm:t>
        <a:bodyPr/>
        <a:lstStyle/>
        <a:p>
          <a:r>
            <a:rPr lang="en-US" b="0" i="0">
              <a:latin typeface="Univers" panose="020B0503020202020204" pitchFamily="34" charset="0"/>
            </a:rPr>
            <a:t>Summary and impressions</a:t>
          </a:r>
          <a:endParaRPr lang="en-US">
            <a:latin typeface="Univers" panose="020B0503020202020204" pitchFamily="34" charset="0"/>
          </a:endParaRPr>
        </a:p>
      </dgm:t>
    </dgm:pt>
    <dgm:pt modelId="{2523C51D-E192-274E-A806-B50B8969374F}" type="parTrans" cxnId="{40B50F3B-4EC3-6646-A1B9-E01AB9E333CA}">
      <dgm:prSet/>
      <dgm:spPr/>
      <dgm:t>
        <a:bodyPr/>
        <a:lstStyle/>
        <a:p>
          <a:endParaRPr lang="en-US"/>
        </a:p>
      </dgm:t>
    </dgm:pt>
    <dgm:pt modelId="{F3B9735C-8A0B-B942-AA93-3195AF23F319}" type="sibTrans" cxnId="{40B50F3B-4EC3-6646-A1B9-E01AB9E333CA}">
      <dgm:prSet/>
      <dgm:spPr/>
      <dgm:t>
        <a:bodyPr/>
        <a:lstStyle/>
        <a:p>
          <a:endParaRPr lang="en-US"/>
        </a:p>
      </dgm:t>
    </dgm:pt>
    <dgm:pt modelId="{2BB8D8E7-0BAB-0841-8AC9-D37B97E7048E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b="0" i="0" dirty="0">
              <a:latin typeface="Univers" panose="020B0503020202020204" pitchFamily="34" charset="0"/>
            </a:rPr>
            <a:t>Adaptive behavior and other data</a:t>
          </a:r>
          <a:endParaRPr lang="en-US" dirty="0">
            <a:latin typeface="Univers" panose="020B0503020202020204" pitchFamily="34" charset="0"/>
          </a:endParaRPr>
        </a:p>
      </dgm:t>
    </dgm:pt>
    <dgm:pt modelId="{066B3077-FBAD-5D41-B0E1-3300F91D9A59}" type="parTrans" cxnId="{6C5C6C36-1D33-5C4F-8C45-2B9F85FDECB0}">
      <dgm:prSet/>
      <dgm:spPr/>
      <dgm:t>
        <a:bodyPr/>
        <a:lstStyle/>
        <a:p>
          <a:endParaRPr lang="en-US"/>
        </a:p>
      </dgm:t>
    </dgm:pt>
    <dgm:pt modelId="{BBFC84BF-49D3-3F42-B2FF-5EE610013BC9}" type="sibTrans" cxnId="{6C5C6C36-1D33-5C4F-8C45-2B9F85FDECB0}">
      <dgm:prSet/>
      <dgm:spPr/>
      <dgm:t>
        <a:bodyPr/>
        <a:lstStyle/>
        <a:p>
          <a:endParaRPr lang="en-US"/>
        </a:p>
      </dgm:t>
    </dgm:pt>
    <dgm:pt modelId="{D1824555-3F58-2A46-8E3C-6BFD97D12DB2}" type="pres">
      <dgm:prSet presAssocID="{67ECEC7B-B4C5-CB4B-B431-246E3E3D707C}" presName="linear" presStyleCnt="0">
        <dgm:presLayoutVars>
          <dgm:animLvl val="lvl"/>
          <dgm:resizeHandles val="exact"/>
        </dgm:presLayoutVars>
      </dgm:prSet>
      <dgm:spPr/>
    </dgm:pt>
    <dgm:pt modelId="{E81ADAAB-54AE-964B-AD24-8967DBDD4DAF}" type="pres">
      <dgm:prSet presAssocID="{F02A50FD-0EC2-AB44-A982-1C588F8185D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6FE79CF-C3F3-5748-8727-43C7103A390C}" type="pres">
      <dgm:prSet presAssocID="{A3AD86DE-02A9-A147-B8A5-43EDDD9F1FC4}" presName="spacer" presStyleCnt="0"/>
      <dgm:spPr/>
    </dgm:pt>
    <dgm:pt modelId="{1421118A-DC8B-3B46-80E4-E405EB66AB37}" type="pres">
      <dgm:prSet presAssocID="{2F4DE3B7-0751-6945-A392-F4ED6FE2CF9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F38AE20-8240-BB47-8477-DF5DB95D6DD3}" type="pres">
      <dgm:prSet presAssocID="{BE33BBF4-E8C3-1048-B421-A479ED2785CC}" presName="spacer" presStyleCnt="0"/>
      <dgm:spPr/>
    </dgm:pt>
    <dgm:pt modelId="{673B71EC-F275-D241-90D0-BFEC53A74272}" type="pres">
      <dgm:prSet presAssocID="{222CB266-B622-AA4F-B61B-F5EA05830A2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538C2D-681E-1B4E-B256-4D5A2C45CE49}" type="pres">
      <dgm:prSet presAssocID="{0EE9ABEB-A5E9-7949-B408-D843A53FF5B7}" presName="spacer" presStyleCnt="0"/>
      <dgm:spPr/>
    </dgm:pt>
    <dgm:pt modelId="{092B9829-80D6-7B47-8BC9-4D368F7787F9}" type="pres">
      <dgm:prSet presAssocID="{4641E2F8-3891-8E4D-83E7-45B77269EA2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5C6EC8B-E335-374E-9208-8751F1EC20E1}" type="pres">
      <dgm:prSet presAssocID="{02F7B287-3CF0-114B-9FBD-11A5BA2FF92E}" presName="spacer" presStyleCnt="0"/>
      <dgm:spPr/>
    </dgm:pt>
    <dgm:pt modelId="{E8D418C6-A339-8C41-81D2-EC77B207994F}" type="pres">
      <dgm:prSet presAssocID="{2BB8D8E7-0BAB-0841-8AC9-D37B97E7048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6AD64DC-25E0-EE42-BF03-A9A5B09F681E}" type="pres">
      <dgm:prSet presAssocID="{BBFC84BF-49D3-3F42-B2FF-5EE610013BC9}" presName="spacer" presStyleCnt="0"/>
      <dgm:spPr/>
    </dgm:pt>
    <dgm:pt modelId="{B4EBDF34-1C97-104E-ACE8-0CCD45C8F31F}" type="pres">
      <dgm:prSet presAssocID="{34B66FF5-1B6D-524D-8656-EF6C0EEC84B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D3926D9-9EE2-6D4A-853E-6A958DBFFE9F}" type="pres">
      <dgm:prSet presAssocID="{0B5B81C0-ECAE-BE43-9A56-69B1A1970F06}" presName="spacer" presStyleCnt="0"/>
      <dgm:spPr/>
    </dgm:pt>
    <dgm:pt modelId="{5B864331-223E-0E47-9B69-37E59EDCF5A1}" type="pres">
      <dgm:prSet presAssocID="{8CA99C74-CEAD-6F40-87B0-AB20686CB72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A28F72B-F3A2-3040-8D47-49EB99896AA3}" srcId="{67ECEC7B-B4C5-CB4B-B431-246E3E3D707C}" destId="{222CB266-B622-AA4F-B61B-F5EA05830A23}" srcOrd="2" destOrd="0" parTransId="{8446553B-146F-A84F-889B-3E555D7FDA0C}" sibTransId="{0EE9ABEB-A5E9-7949-B408-D843A53FF5B7}"/>
    <dgm:cxn modelId="{6C5C6C36-1D33-5C4F-8C45-2B9F85FDECB0}" srcId="{67ECEC7B-B4C5-CB4B-B431-246E3E3D707C}" destId="{2BB8D8E7-0BAB-0841-8AC9-D37B97E7048E}" srcOrd="4" destOrd="0" parTransId="{066B3077-FBAD-5D41-B0E1-3300F91D9A59}" sibTransId="{BBFC84BF-49D3-3F42-B2FF-5EE610013BC9}"/>
    <dgm:cxn modelId="{40B50F3B-4EC3-6646-A1B9-E01AB9E333CA}" srcId="{67ECEC7B-B4C5-CB4B-B431-246E3E3D707C}" destId="{8CA99C74-CEAD-6F40-87B0-AB20686CB721}" srcOrd="6" destOrd="0" parTransId="{2523C51D-E192-274E-A806-B50B8969374F}" sibTransId="{F3B9735C-8A0B-B942-AA93-3195AF23F319}"/>
    <dgm:cxn modelId="{4FA48649-1144-2A47-9F08-800F23949C30}" type="presOf" srcId="{4641E2F8-3891-8E4D-83E7-45B77269EA2B}" destId="{092B9829-80D6-7B47-8BC9-4D368F7787F9}" srcOrd="0" destOrd="0" presId="urn:microsoft.com/office/officeart/2005/8/layout/vList2"/>
    <dgm:cxn modelId="{2AB2A14A-5ED6-9E49-B71A-C099C57FF688}" srcId="{67ECEC7B-B4C5-CB4B-B431-246E3E3D707C}" destId="{4641E2F8-3891-8E4D-83E7-45B77269EA2B}" srcOrd="3" destOrd="0" parTransId="{1732CBEC-4391-004A-AC59-95CD5E1EC9D2}" sibTransId="{02F7B287-3CF0-114B-9FBD-11A5BA2FF92E}"/>
    <dgm:cxn modelId="{2FF89F62-B238-BF42-A5CD-4496E1392D3F}" type="presOf" srcId="{2F4DE3B7-0751-6945-A392-F4ED6FE2CF97}" destId="{1421118A-DC8B-3B46-80E4-E405EB66AB37}" srcOrd="0" destOrd="0" presId="urn:microsoft.com/office/officeart/2005/8/layout/vList2"/>
    <dgm:cxn modelId="{992C2B69-CF69-2A4D-B103-D1D2990D0E94}" srcId="{67ECEC7B-B4C5-CB4B-B431-246E3E3D707C}" destId="{2F4DE3B7-0751-6945-A392-F4ED6FE2CF97}" srcOrd="1" destOrd="0" parTransId="{67FB9D51-3722-5646-B738-E8296D13CBA9}" sibTransId="{BE33BBF4-E8C3-1048-B421-A479ED2785CC}"/>
    <dgm:cxn modelId="{56D1CA76-92BC-FC47-B394-BC091E18D197}" srcId="{67ECEC7B-B4C5-CB4B-B431-246E3E3D707C}" destId="{34B66FF5-1B6D-524D-8656-EF6C0EEC84B7}" srcOrd="5" destOrd="0" parTransId="{81937BA1-4A54-0B4F-B892-0820C2093B6F}" sibTransId="{0B5B81C0-ECAE-BE43-9A56-69B1A1970F06}"/>
    <dgm:cxn modelId="{14223078-81DD-E040-9EB9-CBD894CC7624}" type="presOf" srcId="{67ECEC7B-B4C5-CB4B-B431-246E3E3D707C}" destId="{D1824555-3F58-2A46-8E3C-6BFD97D12DB2}" srcOrd="0" destOrd="0" presId="urn:microsoft.com/office/officeart/2005/8/layout/vList2"/>
    <dgm:cxn modelId="{30D1559E-91C7-1742-9FFA-C1B455A31CEB}" type="presOf" srcId="{222CB266-B622-AA4F-B61B-F5EA05830A23}" destId="{673B71EC-F275-D241-90D0-BFEC53A74272}" srcOrd="0" destOrd="0" presId="urn:microsoft.com/office/officeart/2005/8/layout/vList2"/>
    <dgm:cxn modelId="{155427A3-7B0B-ED49-A1A2-19997D47DCE4}" type="presOf" srcId="{F02A50FD-0EC2-AB44-A982-1C588F8185DA}" destId="{E81ADAAB-54AE-964B-AD24-8967DBDD4DAF}" srcOrd="0" destOrd="0" presId="urn:microsoft.com/office/officeart/2005/8/layout/vList2"/>
    <dgm:cxn modelId="{C8AE19C4-0DCD-8845-9878-D529211E2A00}" type="presOf" srcId="{2BB8D8E7-0BAB-0841-8AC9-D37B97E7048E}" destId="{E8D418C6-A339-8C41-81D2-EC77B207994F}" srcOrd="0" destOrd="0" presId="urn:microsoft.com/office/officeart/2005/8/layout/vList2"/>
    <dgm:cxn modelId="{655BC9D1-4B59-6647-84A3-F98804C7F666}" srcId="{67ECEC7B-B4C5-CB4B-B431-246E3E3D707C}" destId="{F02A50FD-0EC2-AB44-A982-1C588F8185DA}" srcOrd="0" destOrd="0" parTransId="{4986A945-5180-124B-A43E-95347CBEB40C}" sibTransId="{A3AD86DE-02A9-A147-B8A5-43EDDD9F1FC4}"/>
    <dgm:cxn modelId="{C17DD8EB-9EAD-EB45-B14C-9826C82AF5CC}" type="presOf" srcId="{8CA99C74-CEAD-6F40-87B0-AB20686CB721}" destId="{5B864331-223E-0E47-9B69-37E59EDCF5A1}" srcOrd="0" destOrd="0" presId="urn:microsoft.com/office/officeart/2005/8/layout/vList2"/>
    <dgm:cxn modelId="{162111FF-1CA8-E846-B2D3-A48BFE1518B4}" type="presOf" srcId="{34B66FF5-1B6D-524D-8656-EF6C0EEC84B7}" destId="{B4EBDF34-1C97-104E-ACE8-0CCD45C8F31F}" srcOrd="0" destOrd="0" presId="urn:microsoft.com/office/officeart/2005/8/layout/vList2"/>
    <dgm:cxn modelId="{53077C0C-CFFB-9641-B7C7-7A8B351D2B2B}" type="presParOf" srcId="{D1824555-3F58-2A46-8E3C-6BFD97D12DB2}" destId="{E81ADAAB-54AE-964B-AD24-8967DBDD4DAF}" srcOrd="0" destOrd="0" presId="urn:microsoft.com/office/officeart/2005/8/layout/vList2"/>
    <dgm:cxn modelId="{788F76A1-2213-3C45-BF8D-4E1C22F1BE9B}" type="presParOf" srcId="{D1824555-3F58-2A46-8E3C-6BFD97D12DB2}" destId="{76FE79CF-C3F3-5748-8727-43C7103A390C}" srcOrd="1" destOrd="0" presId="urn:microsoft.com/office/officeart/2005/8/layout/vList2"/>
    <dgm:cxn modelId="{29C8F01C-F3F2-3940-B7AA-2E5FD11A56E3}" type="presParOf" srcId="{D1824555-3F58-2A46-8E3C-6BFD97D12DB2}" destId="{1421118A-DC8B-3B46-80E4-E405EB66AB37}" srcOrd="2" destOrd="0" presId="urn:microsoft.com/office/officeart/2005/8/layout/vList2"/>
    <dgm:cxn modelId="{62593F77-BAA5-C147-98C7-38143B115270}" type="presParOf" srcId="{D1824555-3F58-2A46-8E3C-6BFD97D12DB2}" destId="{EF38AE20-8240-BB47-8477-DF5DB95D6DD3}" srcOrd="3" destOrd="0" presId="urn:microsoft.com/office/officeart/2005/8/layout/vList2"/>
    <dgm:cxn modelId="{AD660F61-016A-A744-B2CC-3F3287F2B24F}" type="presParOf" srcId="{D1824555-3F58-2A46-8E3C-6BFD97D12DB2}" destId="{673B71EC-F275-D241-90D0-BFEC53A74272}" srcOrd="4" destOrd="0" presId="urn:microsoft.com/office/officeart/2005/8/layout/vList2"/>
    <dgm:cxn modelId="{62537207-399E-394D-9809-6F93CA34E5BE}" type="presParOf" srcId="{D1824555-3F58-2A46-8E3C-6BFD97D12DB2}" destId="{C0538C2D-681E-1B4E-B256-4D5A2C45CE49}" srcOrd="5" destOrd="0" presId="urn:microsoft.com/office/officeart/2005/8/layout/vList2"/>
    <dgm:cxn modelId="{9E1BDFAA-1FF9-174F-A8EB-F98943E95330}" type="presParOf" srcId="{D1824555-3F58-2A46-8E3C-6BFD97D12DB2}" destId="{092B9829-80D6-7B47-8BC9-4D368F7787F9}" srcOrd="6" destOrd="0" presId="urn:microsoft.com/office/officeart/2005/8/layout/vList2"/>
    <dgm:cxn modelId="{9C07E7E0-67D5-3B4F-851A-C5EA7743ECA7}" type="presParOf" srcId="{D1824555-3F58-2A46-8E3C-6BFD97D12DB2}" destId="{D5C6EC8B-E335-374E-9208-8751F1EC20E1}" srcOrd="7" destOrd="0" presId="urn:microsoft.com/office/officeart/2005/8/layout/vList2"/>
    <dgm:cxn modelId="{EC43CE8C-042F-554A-9291-A768546CC222}" type="presParOf" srcId="{D1824555-3F58-2A46-8E3C-6BFD97D12DB2}" destId="{E8D418C6-A339-8C41-81D2-EC77B207994F}" srcOrd="8" destOrd="0" presId="urn:microsoft.com/office/officeart/2005/8/layout/vList2"/>
    <dgm:cxn modelId="{05510E75-470E-994A-B109-54A60673DBC6}" type="presParOf" srcId="{D1824555-3F58-2A46-8E3C-6BFD97D12DB2}" destId="{A6AD64DC-25E0-EE42-BF03-A9A5B09F681E}" srcOrd="9" destOrd="0" presId="urn:microsoft.com/office/officeart/2005/8/layout/vList2"/>
    <dgm:cxn modelId="{67DEC617-B67F-FF4A-B0B5-676C5294769D}" type="presParOf" srcId="{D1824555-3F58-2A46-8E3C-6BFD97D12DB2}" destId="{B4EBDF34-1C97-104E-ACE8-0CCD45C8F31F}" srcOrd="10" destOrd="0" presId="urn:microsoft.com/office/officeart/2005/8/layout/vList2"/>
    <dgm:cxn modelId="{91001DE9-96C7-9446-B49C-F1332A4ECC25}" type="presParOf" srcId="{D1824555-3F58-2A46-8E3C-6BFD97D12DB2}" destId="{2D3926D9-9EE2-6D4A-853E-6A958DBFFE9F}" srcOrd="11" destOrd="0" presId="urn:microsoft.com/office/officeart/2005/8/layout/vList2"/>
    <dgm:cxn modelId="{E25752BF-D883-744A-A846-8DDD7C26E09B}" type="presParOf" srcId="{D1824555-3F58-2A46-8E3C-6BFD97D12DB2}" destId="{5B864331-223E-0E47-9B69-37E59EDCF5A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05463B-3385-FF41-BFCE-B77F672D1525}" type="doc">
      <dgm:prSet loTypeId="urn:microsoft.com/office/officeart/2005/8/layout/radial4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F3557D0-4934-3A40-B972-F2FC84682869}">
      <dgm:prSet phldrT="[Text]"/>
      <dgm:spPr/>
      <dgm:t>
        <a:bodyPr/>
        <a:lstStyle/>
        <a:p>
          <a:r>
            <a:rPr lang="en-US" dirty="0"/>
            <a:t>Student</a:t>
          </a:r>
        </a:p>
      </dgm:t>
    </dgm:pt>
    <dgm:pt modelId="{C981FD96-F57E-7544-8600-E462E4DEE7E7}" type="parTrans" cxnId="{337C2361-523A-3D4C-85E6-ED7725052B4C}">
      <dgm:prSet/>
      <dgm:spPr/>
      <dgm:t>
        <a:bodyPr/>
        <a:lstStyle/>
        <a:p>
          <a:endParaRPr lang="en-US"/>
        </a:p>
      </dgm:t>
    </dgm:pt>
    <dgm:pt modelId="{1A26DB40-B6DC-CE41-A369-A4D9D74AA1F6}" type="sibTrans" cxnId="{337C2361-523A-3D4C-85E6-ED7725052B4C}">
      <dgm:prSet/>
      <dgm:spPr/>
      <dgm:t>
        <a:bodyPr/>
        <a:lstStyle/>
        <a:p>
          <a:endParaRPr lang="en-US"/>
        </a:p>
      </dgm:t>
    </dgm:pt>
    <dgm:pt modelId="{ACBA8FF7-C84D-654F-80A2-DAF6B67B358A}">
      <dgm:prSet phldrT="[Text]"/>
      <dgm:spPr/>
      <dgm:t>
        <a:bodyPr/>
        <a:lstStyle/>
        <a:p>
          <a:r>
            <a:rPr lang="en-US" dirty="0"/>
            <a:t>Family</a:t>
          </a:r>
        </a:p>
      </dgm:t>
    </dgm:pt>
    <dgm:pt modelId="{DD40D6EB-759B-8542-B238-C2CE196ADDBD}" type="parTrans" cxnId="{84B53BE4-7E79-2045-A77A-FD3D11FA0AE0}">
      <dgm:prSet/>
      <dgm:spPr/>
      <dgm:t>
        <a:bodyPr/>
        <a:lstStyle/>
        <a:p>
          <a:endParaRPr lang="en-US"/>
        </a:p>
      </dgm:t>
    </dgm:pt>
    <dgm:pt modelId="{016F0360-F807-4C42-84C6-582D588C9648}" type="sibTrans" cxnId="{84B53BE4-7E79-2045-A77A-FD3D11FA0AE0}">
      <dgm:prSet/>
      <dgm:spPr/>
      <dgm:t>
        <a:bodyPr/>
        <a:lstStyle/>
        <a:p>
          <a:endParaRPr lang="en-US"/>
        </a:p>
      </dgm:t>
    </dgm:pt>
    <dgm:pt modelId="{1B097349-7C4E-A648-AC96-6E0AF58AE8BD}">
      <dgm:prSet phldrT="[Text]"/>
      <dgm:spPr/>
      <dgm:t>
        <a:bodyPr/>
        <a:lstStyle/>
        <a:p>
          <a:r>
            <a:rPr lang="en-US" dirty="0"/>
            <a:t>School</a:t>
          </a:r>
        </a:p>
      </dgm:t>
    </dgm:pt>
    <dgm:pt modelId="{5F949B24-2BFC-EB41-BC64-6667165D2CD6}" type="parTrans" cxnId="{555C46EF-BFC6-A14A-8296-846E35222C79}">
      <dgm:prSet/>
      <dgm:spPr/>
      <dgm:t>
        <a:bodyPr/>
        <a:lstStyle/>
        <a:p>
          <a:endParaRPr lang="en-US"/>
        </a:p>
      </dgm:t>
    </dgm:pt>
    <dgm:pt modelId="{025FE37A-F8EF-0941-A619-3DE421DB3A8B}" type="sibTrans" cxnId="{555C46EF-BFC6-A14A-8296-846E35222C79}">
      <dgm:prSet/>
      <dgm:spPr/>
      <dgm:t>
        <a:bodyPr/>
        <a:lstStyle/>
        <a:p>
          <a:endParaRPr lang="en-US"/>
        </a:p>
      </dgm:t>
    </dgm:pt>
    <dgm:pt modelId="{61470CE9-7BF4-2C45-82FD-53D2E4167E49}">
      <dgm:prSet phldrT="[Text]"/>
      <dgm:spPr/>
      <dgm:t>
        <a:bodyPr/>
        <a:lstStyle/>
        <a:p>
          <a:r>
            <a:rPr lang="en-US" dirty="0"/>
            <a:t>Peers</a:t>
          </a:r>
        </a:p>
      </dgm:t>
    </dgm:pt>
    <dgm:pt modelId="{C529B840-C576-A840-9946-304F57103C6E}" type="parTrans" cxnId="{37488808-37EB-554E-A1EC-8F3B8DF0901E}">
      <dgm:prSet/>
      <dgm:spPr/>
      <dgm:t>
        <a:bodyPr/>
        <a:lstStyle/>
        <a:p>
          <a:endParaRPr lang="en-US"/>
        </a:p>
      </dgm:t>
    </dgm:pt>
    <dgm:pt modelId="{4EA99C61-5B7E-3345-BD1C-56C73E4D03AB}" type="sibTrans" cxnId="{37488808-37EB-554E-A1EC-8F3B8DF0901E}">
      <dgm:prSet/>
      <dgm:spPr/>
      <dgm:t>
        <a:bodyPr/>
        <a:lstStyle/>
        <a:p>
          <a:endParaRPr lang="en-US"/>
        </a:p>
      </dgm:t>
    </dgm:pt>
    <dgm:pt modelId="{918D3A3D-A0DB-C447-BBA1-0D4ECD0C2390}">
      <dgm:prSet phldrT="[Text]"/>
      <dgm:spPr/>
      <dgm:t>
        <a:bodyPr/>
        <a:lstStyle/>
        <a:p>
          <a:r>
            <a:rPr lang="en-US" dirty="0"/>
            <a:t>Abilities</a:t>
          </a:r>
        </a:p>
      </dgm:t>
    </dgm:pt>
    <dgm:pt modelId="{BCC5F441-E66E-E745-B62F-EC9070B896A8}" type="parTrans" cxnId="{9D7C945F-7196-864B-B60D-BB81D0B8EBF1}">
      <dgm:prSet/>
      <dgm:spPr/>
      <dgm:t>
        <a:bodyPr/>
        <a:lstStyle/>
        <a:p>
          <a:endParaRPr lang="en-US"/>
        </a:p>
      </dgm:t>
    </dgm:pt>
    <dgm:pt modelId="{1A95DC4C-94A4-4E43-964F-EC5C1D84D443}" type="sibTrans" cxnId="{9D7C945F-7196-864B-B60D-BB81D0B8EBF1}">
      <dgm:prSet/>
      <dgm:spPr/>
      <dgm:t>
        <a:bodyPr/>
        <a:lstStyle/>
        <a:p>
          <a:endParaRPr lang="en-US"/>
        </a:p>
      </dgm:t>
    </dgm:pt>
    <dgm:pt modelId="{63BAE1F0-92C8-6245-AE95-761E089E1340}">
      <dgm:prSet phldrT="[Text]"/>
      <dgm:spPr/>
      <dgm:t>
        <a:bodyPr/>
        <a:lstStyle/>
        <a:p>
          <a:r>
            <a:rPr lang="en-US" dirty="0"/>
            <a:t>Interests</a:t>
          </a:r>
        </a:p>
      </dgm:t>
    </dgm:pt>
    <dgm:pt modelId="{54FB306F-F9CA-9F4F-A24A-C3A4BF208408}" type="parTrans" cxnId="{000D9B08-21EE-B146-8D1B-9B3E4CF312CB}">
      <dgm:prSet/>
      <dgm:spPr/>
      <dgm:t>
        <a:bodyPr/>
        <a:lstStyle/>
        <a:p>
          <a:endParaRPr lang="en-US"/>
        </a:p>
      </dgm:t>
    </dgm:pt>
    <dgm:pt modelId="{CD87B665-406B-6B45-B9D4-D15F7BE94329}" type="sibTrans" cxnId="{000D9B08-21EE-B146-8D1B-9B3E4CF312CB}">
      <dgm:prSet/>
      <dgm:spPr/>
      <dgm:t>
        <a:bodyPr/>
        <a:lstStyle/>
        <a:p>
          <a:endParaRPr lang="en-US"/>
        </a:p>
      </dgm:t>
    </dgm:pt>
    <dgm:pt modelId="{4E929026-0093-E741-B39D-29A848162595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History</a:t>
          </a:r>
        </a:p>
      </dgm:t>
    </dgm:pt>
    <dgm:pt modelId="{488BA4F5-DCA9-844D-BB9D-7FB7A26AFB80}" type="parTrans" cxnId="{3B07D74D-43D2-CF4F-B503-F0187E583EF4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B0ADBCB2-759F-4445-B922-0C7CC0E1AE5B}" type="sibTrans" cxnId="{3B07D74D-43D2-CF4F-B503-F0187E583EF4}">
      <dgm:prSet/>
      <dgm:spPr/>
      <dgm:t>
        <a:bodyPr/>
        <a:lstStyle/>
        <a:p>
          <a:endParaRPr lang="en-US"/>
        </a:p>
      </dgm:t>
    </dgm:pt>
    <dgm:pt modelId="{0256EC99-F743-9644-9DEC-9121F1573541}">
      <dgm:prSet phldrT="[Text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Needs</a:t>
          </a:r>
        </a:p>
      </dgm:t>
    </dgm:pt>
    <dgm:pt modelId="{BC277355-79F3-A447-8470-59406C1BBC73}" type="parTrans" cxnId="{5D24AC2A-1EC2-F442-A813-F1CAC9E82CF9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02A4663D-7E36-2B47-AA58-4394A2089231}" type="sibTrans" cxnId="{5D24AC2A-1EC2-F442-A813-F1CAC9E82CF9}">
      <dgm:prSet/>
      <dgm:spPr/>
      <dgm:t>
        <a:bodyPr/>
        <a:lstStyle/>
        <a:p>
          <a:endParaRPr lang="en-US"/>
        </a:p>
      </dgm:t>
    </dgm:pt>
    <dgm:pt modelId="{1C348192-B9C9-D34E-8C73-357DFF1A9B85}" type="pres">
      <dgm:prSet presAssocID="{5D05463B-3385-FF41-BFCE-B77F672D15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9018F57-F364-FB46-A9EE-E35C8643082F}" type="pres">
      <dgm:prSet presAssocID="{3F3557D0-4934-3A40-B972-F2FC84682869}" presName="centerShape" presStyleLbl="node0" presStyleIdx="0" presStyleCnt="1"/>
      <dgm:spPr/>
    </dgm:pt>
    <dgm:pt modelId="{F2BE1FAA-1CD2-EC4A-895B-26A4221DA028}" type="pres">
      <dgm:prSet presAssocID="{DD40D6EB-759B-8542-B238-C2CE196ADDBD}" presName="parTrans" presStyleLbl="bgSibTrans2D1" presStyleIdx="0" presStyleCnt="7"/>
      <dgm:spPr/>
    </dgm:pt>
    <dgm:pt modelId="{66E4A050-2EB2-634B-BF7A-05BB6CDD68B4}" type="pres">
      <dgm:prSet presAssocID="{ACBA8FF7-C84D-654F-80A2-DAF6B67B358A}" presName="node" presStyleLbl="node1" presStyleIdx="0" presStyleCnt="7">
        <dgm:presLayoutVars>
          <dgm:bulletEnabled val="1"/>
        </dgm:presLayoutVars>
      </dgm:prSet>
      <dgm:spPr/>
    </dgm:pt>
    <dgm:pt modelId="{565FE3C7-A138-444C-942A-14782AD0C699}" type="pres">
      <dgm:prSet presAssocID="{5F949B24-2BFC-EB41-BC64-6667165D2CD6}" presName="parTrans" presStyleLbl="bgSibTrans2D1" presStyleIdx="1" presStyleCnt="7"/>
      <dgm:spPr/>
    </dgm:pt>
    <dgm:pt modelId="{A89FE8DD-B7CB-9F43-B835-26C96F434DED}" type="pres">
      <dgm:prSet presAssocID="{1B097349-7C4E-A648-AC96-6E0AF58AE8BD}" presName="node" presStyleLbl="node1" presStyleIdx="1" presStyleCnt="7">
        <dgm:presLayoutVars>
          <dgm:bulletEnabled val="1"/>
        </dgm:presLayoutVars>
      </dgm:prSet>
      <dgm:spPr/>
    </dgm:pt>
    <dgm:pt modelId="{2042729D-F057-F646-8941-9C65E1FA108C}" type="pres">
      <dgm:prSet presAssocID="{C529B840-C576-A840-9946-304F57103C6E}" presName="parTrans" presStyleLbl="bgSibTrans2D1" presStyleIdx="2" presStyleCnt="7"/>
      <dgm:spPr/>
    </dgm:pt>
    <dgm:pt modelId="{DCD00818-06FB-8146-B2DD-582EC652ECFB}" type="pres">
      <dgm:prSet presAssocID="{61470CE9-7BF4-2C45-82FD-53D2E4167E49}" presName="node" presStyleLbl="node1" presStyleIdx="2" presStyleCnt="7">
        <dgm:presLayoutVars>
          <dgm:bulletEnabled val="1"/>
        </dgm:presLayoutVars>
      </dgm:prSet>
      <dgm:spPr/>
    </dgm:pt>
    <dgm:pt modelId="{2A482AD1-1EC0-9846-9471-F585C253A8C1}" type="pres">
      <dgm:prSet presAssocID="{BCC5F441-E66E-E745-B62F-EC9070B896A8}" presName="parTrans" presStyleLbl="bgSibTrans2D1" presStyleIdx="3" presStyleCnt="7"/>
      <dgm:spPr/>
    </dgm:pt>
    <dgm:pt modelId="{FE635BA1-55A1-104A-BE2E-91AD96A0DDC3}" type="pres">
      <dgm:prSet presAssocID="{918D3A3D-A0DB-C447-BBA1-0D4ECD0C2390}" presName="node" presStyleLbl="node1" presStyleIdx="3" presStyleCnt="7">
        <dgm:presLayoutVars>
          <dgm:bulletEnabled val="1"/>
        </dgm:presLayoutVars>
      </dgm:prSet>
      <dgm:spPr/>
    </dgm:pt>
    <dgm:pt modelId="{B5376DA9-1024-4649-88CF-A21DB49DA484}" type="pres">
      <dgm:prSet presAssocID="{54FB306F-F9CA-9F4F-A24A-C3A4BF208408}" presName="parTrans" presStyleLbl="bgSibTrans2D1" presStyleIdx="4" presStyleCnt="7"/>
      <dgm:spPr/>
    </dgm:pt>
    <dgm:pt modelId="{A48ED629-EB20-614C-8A09-9ABCC5826076}" type="pres">
      <dgm:prSet presAssocID="{63BAE1F0-92C8-6245-AE95-761E089E1340}" presName="node" presStyleLbl="node1" presStyleIdx="4" presStyleCnt="7">
        <dgm:presLayoutVars>
          <dgm:bulletEnabled val="1"/>
        </dgm:presLayoutVars>
      </dgm:prSet>
      <dgm:spPr/>
    </dgm:pt>
    <dgm:pt modelId="{8A3C2602-1E17-2743-A5E4-1B4D3977CC33}" type="pres">
      <dgm:prSet presAssocID="{488BA4F5-DCA9-844D-BB9D-7FB7A26AFB80}" presName="parTrans" presStyleLbl="bgSibTrans2D1" presStyleIdx="5" presStyleCnt="7"/>
      <dgm:spPr/>
    </dgm:pt>
    <dgm:pt modelId="{9BB9E672-EFEA-9942-9A00-C0C49E430EB4}" type="pres">
      <dgm:prSet presAssocID="{4E929026-0093-E741-B39D-29A848162595}" presName="node" presStyleLbl="node1" presStyleIdx="5" presStyleCnt="7">
        <dgm:presLayoutVars>
          <dgm:bulletEnabled val="1"/>
        </dgm:presLayoutVars>
      </dgm:prSet>
      <dgm:spPr/>
    </dgm:pt>
    <dgm:pt modelId="{F0B4A071-01A2-1340-8143-04D945DC5559}" type="pres">
      <dgm:prSet presAssocID="{BC277355-79F3-A447-8470-59406C1BBC73}" presName="parTrans" presStyleLbl="bgSibTrans2D1" presStyleIdx="6" presStyleCnt="7"/>
      <dgm:spPr/>
    </dgm:pt>
    <dgm:pt modelId="{51AEBE10-CC42-DB46-B321-5BF722DD13B5}" type="pres">
      <dgm:prSet presAssocID="{0256EC99-F743-9644-9DEC-9121F1573541}" presName="node" presStyleLbl="node1" presStyleIdx="6" presStyleCnt="7">
        <dgm:presLayoutVars>
          <dgm:bulletEnabled val="1"/>
        </dgm:presLayoutVars>
      </dgm:prSet>
      <dgm:spPr/>
    </dgm:pt>
  </dgm:ptLst>
  <dgm:cxnLst>
    <dgm:cxn modelId="{37488808-37EB-554E-A1EC-8F3B8DF0901E}" srcId="{3F3557D0-4934-3A40-B972-F2FC84682869}" destId="{61470CE9-7BF4-2C45-82FD-53D2E4167E49}" srcOrd="2" destOrd="0" parTransId="{C529B840-C576-A840-9946-304F57103C6E}" sibTransId="{4EA99C61-5B7E-3345-BD1C-56C73E4D03AB}"/>
    <dgm:cxn modelId="{000D9B08-21EE-B146-8D1B-9B3E4CF312CB}" srcId="{3F3557D0-4934-3A40-B972-F2FC84682869}" destId="{63BAE1F0-92C8-6245-AE95-761E089E1340}" srcOrd="4" destOrd="0" parTransId="{54FB306F-F9CA-9F4F-A24A-C3A4BF208408}" sibTransId="{CD87B665-406B-6B45-B9D4-D15F7BE94329}"/>
    <dgm:cxn modelId="{0329FE09-099E-5446-A622-DA94432662F2}" type="presOf" srcId="{ACBA8FF7-C84D-654F-80A2-DAF6B67B358A}" destId="{66E4A050-2EB2-634B-BF7A-05BB6CDD68B4}" srcOrd="0" destOrd="0" presId="urn:microsoft.com/office/officeart/2005/8/layout/radial4"/>
    <dgm:cxn modelId="{67FF2414-ABB8-5F4C-83EA-BF22CF348340}" type="presOf" srcId="{488BA4F5-DCA9-844D-BB9D-7FB7A26AFB80}" destId="{8A3C2602-1E17-2743-A5E4-1B4D3977CC33}" srcOrd="0" destOrd="0" presId="urn:microsoft.com/office/officeart/2005/8/layout/radial4"/>
    <dgm:cxn modelId="{CE74CB19-97CD-484D-99D9-6E1EE73AF6C5}" type="presOf" srcId="{63BAE1F0-92C8-6245-AE95-761E089E1340}" destId="{A48ED629-EB20-614C-8A09-9ABCC5826076}" srcOrd="0" destOrd="0" presId="urn:microsoft.com/office/officeart/2005/8/layout/radial4"/>
    <dgm:cxn modelId="{5D24AC2A-1EC2-F442-A813-F1CAC9E82CF9}" srcId="{3F3557D0-4934-3A40-B972-F2FC84682869}" destId="{0256EC99-F743-9644-9DEC-9121F1573541}" srcOrd="6" destOrd="0" parTransId="{BC277355-79F3-A447-8470-59406C1BBC73}" sibTransId="{02A4663D-7E36-2B47-AA58-4394A2089231}"/>
    <dgm:cxn modelId="{21AEFA44-843A-4F4F-9489-3A99E49CC4E8}" type="presOf" srcId="{918D3A3D-A0DB-C447-BBA1-0D4ECD0C2390}" destId="{FE635BA1-55A1-104A-BE2E-91AD96A0DDC3}" srcOrd="0" destOrd="0" presId="urn:microsoft.com/office/officeart/2005/8/layout/radial4"/>
    <dgm:cxn modelId="{3B07D74D-43D2-CF4F-B503-F0187E583EF4}" srcId="{3F3557D0-4934-3A40-B972-F2FC84682869}" destId="{4E929026-0093-E741-B39D-29A848162595}" srcOrd="5" destOrd="0" parTransId="{488BA4F5-DCA9-844D-BB9D-7FB7A26AFB80}" sibTransId="{B0ADBCB2-759F-4445-B922-0C7CC0E1AE5B}"/>
    <dgm:cxn modelId="{9D7C945F-7196-864B-B60D-BB81D0B8EBF1}" srcId="{3F3557D0-4934-3A40-B972-F2FC84682869}" destId="{918D3A3D-A0DB-C447-BBA1-0D4ECD0C2390}" srcOrd="3" destOrd="0" parTransId="{BCC5F441-E66E-E745-B62F-EC9070B896A8}" sibTransId="{1A95DC4C-94A4-4E43-964F-EC5C1D84D443}"/>
    <dgm:cxn modelId="{337C2361-523A-3D4C-85E6-ED7725052B4C}" srcId="{5D05463B-3385-FF41-BFCE-B77F672D1525}" destId="{3F3557D0-4934-3A40-B972-F2FC84682869}" srcOrd="0" destOrd="0" parTransId="{C981FD96-F57E-7544-8600-E462E4DEE7E7}" sibTransId="{1A26DB40-B6DC-CE41-A369-A4D9D74AA1F6}"/>
    <dgm:cxn modelId="{81084A6F-BCF3-8649-9ACA-F634B43AFBDC}" type="presOf" srcId="{BCC5F441-E66E-E745-B62F-EC9070B896A8}" destId="{2A482AD1-1EC0-9846-9471-F585C253A8C1}" srcOrd="0" destOrd="0" presId="urn:microsoft.com/office/officeart/2005/8/layout/radial4"/>
    <dgm:cxn modelId="{87E4C77E-7D45-4940-9564-22905226993E}" type="presOf" srcId="{4E929026-0093-E741-B39D-29A848162595}" destId="{9BB9E672-EFEA-9942-9A00-C0C49E430EB4}" srcOrd="0" destOrd="0" presId="urn:microsoft.com/office/officeart/2005/8/layout/radial4"/>
    <dgm:cxn modelId="{D73D6A91-8EB5-1649-A4D7-824C20FC18BB}" type="presOf" srcId="{3F3557D0-4934-3A40-B972-F2FC84682869}" destId="{49018F57-F364-FB46-A9EE-E35C8643082F}" srcOrd="0" destOrd="0" presId="urn:microsoft.com/office/officeart/2005/8/layout/radial4"/>
    <dgm:cxn modelId="{0BA308A2-57BB-814A-88B1-B5DBA63156EA}" type="presOf" srcId="{5D05463B-3385-FF41-BFCE-B77F672D1525}" destId="{1C348192-B9C9-D34E-8C73-357DFF1A9B85}" srcOrd="0" destOrd="0" presId="urn:microsoft.com/office/officeart/2005/8/layout/radial4"/>
    <dgm:cxn modelId="{11FCD1C7-F13B-034E-A063-DDA5F85230AA}" type="presOf" srcId="{54FB306F-F9CA-9F4F-A24A-C3A4BF208408}" destId="{B5376DA9-1024-4649-88CF-A21DB49DA484}" srcOrd="0" destOrd="0" presId="urn:microsoft.com/office/officeart/2005/8/layout/radial4"/>
    <dgm:cxn modelId="{7B2814CC-7BAA-A842-ABB2-3C44A197062A}" type="presOf" srcId="{C529B840-C576-A840-9946-304F57103C6E}" destId="{2042729D-F057-F646-8941-9C65E1FA108C}" srcOrd="0" destOrd="0" presId="urn:microsoft.com/office/officeart/2005/8/layout/radial4"/>
    <dgm:cxn modelId="{826D22DA-CC68-FC4C-A2D1-7835143BE249}" type="presOf" srcId="{BC277355-79F3-A447-8470-59406C1BBC73}" destId="{F0B4A071-01A2-1340-8143-04D945DC5559}" srcOrd="0" destOrd="0" presId="urn:microsoft.com/office/officeart/2005/8/layout/radial4"/>
    <dgm:cxn modelId="{8D4B30E4-0C3F-F841-A9B7-A2469C5C5A38}" type="presOf" srcId="{1B097349-7C4E-A648-AC96-6E0AF58AE8BD}" destId="{A89FE8DD-B7CB-9F43-B835-26C96F434DED}" srcOrd="0" destOrd="0" presId="urn:microsoft.com/office/officeart/2005/8/layout/radial4"/>
    <dgm:cxn modelId="{84B53BE4-7E79-2045-A77A-FD3D11FA0AE0}" srcId="{3F3557D0-4934-3A40-B972-F2FC84682869}" destId="{ACBA8FF7-C84D-654F-80A2-DAF6B67B358A}" srcOrd="0" destOrd="0" parTransId="{DD40D6EB-759B-8542-B238-C2CE196ADDBD}" sibTransId="{016F0360-F807-4C42-84C6-582D588C9648}"/>
    <dgm:cxn modelId="{80B1E1E5-D23D-A042-8034-D9D6888C46BC}" type="presOf" srcId="{DD40D6EB-759B-8542-B238-C2CE196ADDBD}" destId="{F2BE1FAA-1CD2-EC4A-895B-26A4221DA028}" srcOrd="0" destOrd="0" presId="urn:microsoft.com/office/officeart/2005/8/layout/radial4"/>
    <dgm:cxn modelId="{555C46EF-BFC6-A14A-8296-846E35222C79}" srcId="{3F3557D0-4934-3A40-B972-F2FC84682869}" destId="{1B097349-7C4E-A648-AC96-6E0AF58AE8BD}" srcOrd="1" destOrd="0" parTransId="{5F949B24-2BFC-EB41-BC64-6667165D2CD6}" sibTransId="{025FE37A-F8EF-0941-A619-3DE421DB3A8B}"/>
    <dgm:cxn modelId="{C09F03F0-01B8-0344-8E3E-80638F8DF696}" type="presOf" srcId="{0256EC99-F743-9644-9DEC-9121F1573541}" destId="{51AEBE10-CC42-DB46-B321-5BF722DD13B5}" srcOrd="0" destOrd="0" presId="urn:microsoft.com/office/officeart/2005/8/layout/radial4"/>
    <dgm:cxn modelId="{11523DF2-A7D1-EE4F-89C9-E278992F3CE1}" type="presOf" srcId="{61470CE9-7BF4-2C45-82FD-53D2E4167E49}" destId="{DCD00818-06FB-8146-B2DD-582EC652ECFB}" srcOrd="0" destOrd="0" presId="urn:microsoft.com/office/officeart/2005/8/layout/radial4"/>
    <dgm:cxn modelId="{A331F2F7-016B-E44E-9558-84C7A6B49DB4}" type="presOf" srcId="{5F949B24-2BFC-EB41-BC64-6667165D2CD6}" destId="{565FE3C7-A138-444C-942A-14782AD0C699}" srcOrd="0" destOrd="0" presId="urn:microsoft.com/office/officeart/2005/8/layout/radial4"/>
    <dgm:cxn modelId="{82B0E8B6-D26F-FE4D-806F-25E9D113C1AB}" type="presParOf" srcId="{1C348192-B9C9-D34E-8C73-357DFF1A9B85}" destId="{49018F57-F364-FB46-A9EE-E35C8643082F}" srcOrd="0" destOrd="0" presId="urn:microsoft.com/office/officeart/2005/8/layout/radial4"/>
    <dgm:cxn modelId="{5D376586-5E80-774E-A49F-EECCEA3A493F}" type="presParOf" srcId="{1C348192-B9C9-D34E-8C73-357DFF1A9B85}" destId="{F2BE1FAA-1CD2-EC4A-895B-26A4221DA028}" srcOrd="1" destOrd="0" presId="urn:microsoft.com/office/officeart/2005/8/layout/radial4"/>
    <dgm:cxn modelId="{54783319-0F87-FA49-9D93-C9ABF58DAA87}" type="presParOf" srcId="{1C348192-B9C9-D34E-8C73-357DFF1A9B85}" destId="{66E4A050-2EB2-634B-BF7A-05BB6CDD68B4}" srcOrd="2" destOrd="0" presId="urn:microsoft.com/office/officeart/2005/8/layout/radial4"/>
    <dgm:cxn modelId="{C73B11E8-F133-3E44-931E-FAFB112D33D4}" type="presParOf" srcId="{1C348192-B9C9-D34E-8C73-357DFF1A9B85}" destId="{565FE3C7-A138-444C-942A-14782AD0C699}" srcOrd="3" destOrd="0" presId="urn:microsoft.com/office/officeart/2005/8/layout/radial4"/>
    <dgm:cxn modelId="{4B078D3F-2480-4240-9668-E1656A5A7E7A}" type="presParOf" srcId="{1C348192-B9C9-D34E-8C73-357DFF1A9B85}" destId="{A89FE8DD-B7CB-9F43-B835-26C96F434DED}" srcOrd="4" destOrd="0" presId="urn:microsoft.com/office/officeart/2005/8/layout/radial4"/>
    <dgm:cxn modelId="{1DB55C3C-05F3-0340-8955-8DCD5FF706A2}" type="presParOf" srcId="{1C348192-B9C9-D34E-8C73-357DFF1A9B85}" destId="{2042729D-F057-F646-8941-9C65E1FA108C}" srcOrd="5" destOrd="0" presId="urn:microsoft.com/office/officeart/2005/8/layout/radial4"/>
    <dgm:cxn modelId="{1DF57877-9427-9346-924C-96C023E3C570}" type="presParOf" srcId="{1C348192-B9C9-D34E-8C73-357DFF1A9B85}" destId="{DCD00818-06FB-8146-B2DD-582EC652ECFB}" srcOrd="6" destOrd="0" presId="urn:microsoft.com/office/officeart/2005/8/layout/radial4"/>
    <dgm:cxn modelId="{079260CB-9B0B-C44B-A6A4-A4828EB46239}" type="presParOf" srcId="{1C348192-B9C9-D34E-8C73-357DFF1A9B85}" destId="{2A482AD1-1EC0-9846-9471-F585C253A8C1}" srcOrd="7" destOrd="0" presId="urn:microsoft.com/office/officeart/2005/8/layout/radial4"/>
    <dgm:cxn modelId="{6695D36B-B860-2C47-AEFF-1151F135527F}" type="presParOf" srcId="{1C348192-B9C9-D34E-8C73-357DFF1A9B85}" destId="{FE635BA1-55A1-104A-BE2E-91AD96A0DDC3}" srcOrd="8" destOrd="0" presId="urn:microsoft.com/office/officeart/2005/8/layout/radial4"/>
    <dgm:cxn modelId="{9845AA92-5964-E84D-9833-825D9CE89EA4}" type="presParOf" srcId="{1C348192-B9C9-D34E-8C73-357DFF1A9B85}" destId="{B5376DA9-1024-4649-88CF-A21DB49DA484}" srcOrd="9" destOrd="0" presId="urn:microsoft.com/office/officeart/2005/8/layout/radial4"/>
    <dgm:cxn modelId="{4FC2839E-A815-B84E-AC6F-F5D85EBBD6D4}" type="presParOf" srcId="{1C348192-B9C9-D34E-8C73-357DFF1A9B85}" destId="{A48ED629-EB20-614C-8A09-9ABCC5826076}" srcOrd="10" destOrd="0" presId="urn:microsoft.com/office/officeart/2005/8/layout/radial4"/>
    <dgm:cxn modelId="{B1EF7392-1150-6D4D-B1D1-2CC5930914B9}" type="presParOf" srcId="{1C348192-B9C9-D34E-8C73-357DFF1A9B85}" destId="{8A3C2602-1E17-2743-A5E4-1B4D3977CC33}" srcOrd="11" destOrd="0" presId="urn:microsoft.com/office/officeart/2005/8/layout/radial4"/>
    <dgm:cxn modelId="{93847149-3F4A-3B49-9AE8-77E0255B272E}" type="presParOf" srcId="{1C348192-B9C9-D34E-8C73-357DFF1A9B85}" destId="{9BB9E672-EFEA-9942-9A00-C0C49E430EB4}" srcOrd="12" destOrd="0" presId="urn:microsoft.com/office/officeart/2005/8/layout/radial4"/>
    <dgm:cxn modelId="{8BB884A4-505F-504E-BF01-B3F1163CD164}" type="presParOf" srcId="{1C348192-B9C9-D34E-8C73-357DFF1A9B85}" destId="{F0B4A071-01A2-1340-8143-04D945DC5559}" srcOrd="13" destOrd="0" presId="urn:microsoft.com/office/officeart/2005/8/layout/radial4"/>
    <dgm:cxn modelId="{BA64BC56-54B5-C447-AF61-E2502FDB8EF1}" type="presParOf" srcId="{1C348192-B9C9-D34E-8C73-357DFF1A9B85}" destId="{51AEBE10-CC42-DB46-B321-5BF722DD13B5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7E3193-9DC2-DB40-999B-1933081D69A7}" type="doc">
      <dgm:prSet loTypeId="urn:microsoft.com/office/officeart/2005/8/layout/cycle4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CACD2D2-EB46-E54E-9F76-81B491B6B81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PLOP</a:t>
          </a:r>
        </a:p>
      </dgm:t>
    </dgm:pt>
    <dgm:pt modelId="{463E5527-7C1B-414D-B2E8-915AE57DC111}" type="parTrans" cxnId="{13C9C52C-B713-8546-A5CC-D769DFCE5A9F}">
      <dgm:prSet/>
      <dgm:spPr/>
      <dgm:t>
        <a:bodyPr/>
        <a:lstStyle/>
        <a:p>
          <a:endParaRPr lang="en-US"/>
        </a:p>
      </dgm:t>
    </dgm:pt>
    <dgm:pt modelId="{A249C3BA-0560-E042-9B20-0BCB6524DF77}" type="sibTrans" cxnId="{13C9C52C-B713-8546-A5CC-D769DFCE5A9F}">
      <dgm:prSet/>
      <dgm:spPr/>
      <dgm:t>
        <a:bodyPr/>
        <a:lstStyle/>
        <a:p>
          <a:endParaRPr lang="en-US"/>
        </a:p>
      </dgm:t>
    </dgm:pt>
    <dgm:pt modelId="{161C098D-A362-374F-8D7C-5225DEEDC18F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Academic</a:t>
          </a:r>
        </a:p>
      </dgm:t>
    </dgm:pt>
    <dgm:pt modelId="{D1D032CA-6800-0D46-94E8-0D3C054AA1A4}" type="parTrans" cxnId="{780308D1-2A01-1640-8D7A-C3B329831D2B}">
      <dgm:prSet/>
      <dgm:spPr/>
      <dgm:t>
        <a:bodyPr/>
        <a:lstStyle/>
        <a:p>
          <a:endParaRPr lang="en-US"/>
        </a:p>
      </dgm:t>
    </dgm:pt>
    <dgm:pt modelId="{CB117A18-75ED-884C-9A33-711100455FD0}" type="sibTrans" cxnId="{780308D1-2A01-1640-8D7A-C3B329831D2B}">
      <dgm:prSet/>
      <dgm:spPr/>
      <dgm:t>
        <a:bodyPr/>
        <a:lstStyle/>
        <a:p>
          <a:endParaRPr lang="en-US"/>
        </a:p>
      </dgm:t>
    </dgm:pt>
    <dgm:pt modelId="{DD56159A-4F10-E943-B271-27D3114BA349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Family</a:t>
          </a:r>
        </a:p>
      </dgm:t>
    </dgm:pt>
    <dgm:pt modelId="{C96D1EEB-516F-CB40-9BD7-37FC90968758}" type="parTrans" cxnId="{C6761EDC-53D3-B24B-BF72-0D96F41BE163}">
      <dgm:prSet/>
      <dgm:spPr/>
      <dgm:t>
        <a:bodyPr/>
        <a:lstStyle/>
        <a:p>
          <a:endParaRPr lang="en-US"/>
        </a:p>
      </dgm:t>
    </dgm:pt>
    <dgm:pt modelId="{B133D0C9-BCB0-5346-AF57-56A1FDED73EE}" type="sibTrans" cxnId="{C6761EDC-53D3-B24B-BF72-0D96F41BE163}">
      <dgm:prSet/>
      <dgm:spPr/>
      <dgm:t>
        <a:bodyPr/>
        <a:lstStyle/>
        <a:p>
          <a:endParaRPr lang="en-US"/>
        </a:p>
      </dgm:t>
    </dgm:pt>
    <dgm:pt modelId="{B759BE36-CD9B-C94B-A6CF-C36990CADD2A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Constellation</a:t>
          </a:r>
        </a:p>
      </dgm:t>
    </dgm:pt>
    <dgm:pt modelId="{730EC9A7-3CD6-5F49-8543-1F38BD4BE5FC}" type="parTrans" cxnId="{AC6DC1DB-BE8D-D440-B0D7-0F7DBF1E0ACF}">
      <dgm:prSet/>
      <dgm:spPr/>
      <dgm:t>
        <a:bodyPr/>
        <a:lstStyle/>
        <a:p>
          <a:endParaRPr lang="en-US"/>
        </a:p>
      </dgm:t>
    </dgm:pt>
    <dgm:pt modelId="{6D808AC6-F405-354D-8AF9-FAA52DC033F6}" type="sibTrans" cxnId="{AC6DC1DB-BE8D-D440-B0D7-0F7DBF1E0ACF}">
      <dgm:prSet/>
      <dgm:spPr/>
      <dgm:t>
        <a:bodyPr/>
        <a:lstStyle/>
        <a:p>
          <a:endParaRPr lang="en-US"/>
        </a:p>
      </dgm:t>
    </dgm:pt>
    <dgm:pt modelId="{C577DF0A-A71A-6B4F-A7DD-EFD4B706C3B5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Student</a:t>
          </a:r>
        </a:p>
      </dgm:t>
    </dgm:pt>
    <dgm:pt modelId="{84A0BA48-EB31-164E-8A99-02218423C5B5}" type="parTrans" cxnId="{13EDFE79-A4AB-BA4F-A29C-78F3E4BEC521}">
      <dgm:prSet/>
      <dgm:spPr/>
      <dgm:t>
        <a:bodyPr/>
        <a:lstStyle/>
        <a:p>
          <a:endParaRPr lang="en-US"/>
        </a:p>
      </dgm:t>
    </dgm:pt>
    <dgm:pt modelId="{06E47B96-675A-674B-8D88-54BFBB63B618}" type="sibTrans" cxnId="{13EDFE79-A4AB-BA4F-A29C-78F3E4BEC521}">
      <dgm:prSet/>
      <dgm:spPr/>
      <dgm:t>
        <a:bodyPr/>
        <a:lstStyle/>
        <a:p>
          <a:endParaRPr lang="en-US"/>
        </a:p>
      </dgm:t>
    </dgm:pt>
    <dgm:pt modelId="{8A803694-7027-CE42-9B6F-1245CDCEF8C8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Interview</a:t>
          </a:r>
        </a:p>
      </dgm:t>
    </dgm:pt>
    <dgm:pt modelId="{FDFB9D51-C818-5D4F-B3BB-B0BCC1CB5AAB}" type="parTrans" cxnId="{EC3D3B07-CEEB-264B-BFA6-4FB4BCA57C8A}">
      <dgm:prSet/>
      <dgm:spPr/>
      <dgm:t>
        <a:bodyPr/>
        <a:lstStyle/>
        <a:p>
          <a:endParaRPr lang="en-US"/>
        </a:p>
      </dgm:t>
    </dgm:pt>
    <dgm:pt modelId="{C09400BB-C5A6-E645-AC94-8FB03246844A}" type="sibTrans" cxnId="{EC3D3B07-CEEB-264B-BFA6-4FB4BCA57C8A}">
      <dgm:prSet/>
      <dgm:spPr/>
      <dgm:t>
        <a:bodyPr/>
        <a:lstStyle/>
        <a:p>
          <a:endParaRPr lang="en-US"/>
        </a:p>
      </dgm:t>
    </dgm:pt>
    <dgm:pt modelId="{8CA2BA69-6820-2645-B8B1-62D8C35F4137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School</a:t>
          </a:r>
        </a:p>
      </dgm:t>
    </dgm:pt>
    <dgm:pt modelId="{B2746D9D-3BC3-6B47-86FF-F798B867974B}" type="parTrans" cxnId="{2BF95C09-ABAC-154A-A30B-3448EF1A7520}">
      <dgm:prSet/>
      <dgm:spPr/>
      <dgm:t>
        <a:bodyPr/>
        <a:lstStyle/>
        <a:p>
          <a:endParaRPr lang="en-US"/>
        </a:p>
      </dgm:t>
    </dgm:pt>
    <dgm:pt modelId="{2672EE64-F17F-DD45-A403-2614368AE789}" type="sibTrans" cxnId="{2BF95C09-ABAC-154A-A30B-3448EF1A7520}">
      <dgm:prSet/>
      <dgm:spPr/>
      <dgm:t>
        <a:bodyPr/>
        <a:lstStyle/>
        <a:p>
          <a:endParaRPr lang="en-US"/>
        </a:p>
      </dgm:t>
    </dgm:pt>
    <dgm:pt modelId="{CD082863-4CEE-7F41-96DE-FF9D631EEABB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History</a:t>
          </a:r>
        </a:p>
      </dgm:t>
    </dgm:pt>
    <dgm:pt modelId="{C9007281-D041-B441-A5F4-0CC6F91CDB69}" type="parTrans" cxnId="{723082A2-DEF0-CF46-90D9-9E3D41E69CFC}">
      <dgm:prSet/>
      <dgm:spPr/>
      <dgm:t>
        <a:bodyPr/>
        <a:lstStyle/>
        <a:p>
          <a:endParaRPr lang="en-US"/>
        </a:p>
      </dgm:t>
    </dgm:pt>
    <dgm:pt modelId="{7421DF30-C8B5-8C47-AC2C-0A2F2261D325}" type="sibTrans" cxnId="{723082A2-DEF0-CF46-90D9-9E3D41E69CFC}">
      <dgm:prSet/>
      <dgm:spPr/>
      <dgm:t>
        <a:bodyPr/>
        <a:lstStyle/>
        <a:p>
          <a:endParaRPr lang="en-US"/>
        </a:p>
      </dgm:t>
    </dgm:pt>
    <dgm:pt modelId="{100E91D2-25ED-B647-A597-D9E6D375F073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Social</a:t>
          </a:r>
        </a:p>
      </dgm:t>
    </dgm:pt>
    <dgm:pt modelId="{4A82C3D9-F651-364D-8530-951E5790EA99}" type="parTrans" cxnId="{542B363D-45ED-504D-BD56-7DDDBE323157}">
      <dgm:prSet/>
      <dgm:spPr/>
      <dgm:t>
        <a:bodyPr/>
        <a:lstStyle/>
        <a:p>
          <a:endParaRPr lang="en-US"/>
        </a:p>
      </dgm:t>
    </dgm:pt>
    <dgm:pt modelId="{86982169-606E-8F42-8CF8-33EF0E8ACB34}" type="sibTrans" cxnId="{542B363D-45ED-504D-BD56-7DDDBE323157}">
      <dgm:prSet/>
      <dgm:spPr/>
      <dgm:t>
        <a:bodyPr/>
        <a:lstStyle/>
        <a:p>
          <a:endParaRPr lang="en-US"/>
        </a:p>
      </dgm:t>
    </dgm:pt>
    <dgm:pt modelId="{1A192D9D-B249-7647-A2FB-B6E8690E63B6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FBA</a:t>
          </a:r>
        </a:p>
      </dgm:t>
    </dgm:pt>
    <dgm:pt modelId="{D5666A64-5BCB-624F-8BB5-BA4F2D5459BC}" type="parTrans" cxnId="{36831997-7E37-444F-9231-06678B48CBF2}">
      <dgm:prSet/>
      <dgm:spPr/>
      <dgm:t>
        <a:bodyPr/>
        <a:lstStyle/>
        <a:p>
          <a:endParaRPr lang="en-US"/>
        </a:p>
      </dgm:t>
    </dgm:pt>
    <dgm:pt modelId="{811B5CBB-4740-1846-8710-19DD41E5DC04}" type="sibTrans" cxnId="{36831997-7E37-444F-9231-06678B48CBF2}">
      <dgm:prSet/>
      <dgm:spPr/>
      <dgm:t>
        <a:bodyPr/>
        <a:lstStyle/>
        <a:p>
          <a:endParaRPr lang="en-US"/>
        </a:p>
      </dgm:t>
    </dgm:pt>
    <dgm:pt modelId="{DDF2AABC-6CDC-A849-8C7D-E29B8804ECD4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History</a:t>
          </a:r>
        </a:p>
      </dgm:t>
    </dgm:pt>
    <dgm:pt modelId="{D8ADD1A6-98AC-C44E-84A7-17A0320FFCBF}" type="parTrans" cxnId="{7AF894C8-38E8-B642-AE40-0E9C133ADEE4}">
      <dgm:prSet/>
      <dgm:spPr/>
      <dgm:t>
        <a:bodyPr/>
        <a:lstStyle/>
        <a:p>
          <a:endParaRPr lang="en-US"/>
        </a:p>
      </dgm:t>
    </dgm:pt>
    <dgm:pt modelId="{2560C537-D945-5448-9B88-FC2733CAD7FF}" type="sibTrans" cxnId="{7AF894C8-38E8-B642-AE40-0E9C133ADEE4}">
      <dgm:prSet/>
      <dgm:spPr/>
      <dgm:t>
        <a:bodyPr/>
        <a:lstStyle/>
        <a:p>
          <a:endParaRPr lang="en-US"/>
        </a:p>
      </dgm:t>
    </dgm:pt>
    <dgm:pt modelId="{43AF5118-5DAB-574E-A9AD-D11D271C3750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Perceptions</a:t>
          </a:r>
        </a:p>
      </dgm:t>
    </dgm:pt>
    <dgm:pt modelId="{FDA3B735-1869-D945-BF70-3A6591B44333}" type="parTrans" cxnId="{45539920-E5D4-324C-8769-4E09EF2E7CA6}">
      <dgm:prSet/>
      <dgm:spPr/>
      <dgm:t>
        <a:bodyPr/>
        <a:lstStyle/>
        <a:p>
          <a:endParaRPr lang="en-US"/>
        </a:p>
      </dgm:t>
    </dgm:pt>
    <dgm:pt modelId="{DB9980E3-1A29-9E42-BA29-4262E1D1F9D0}" type="sibTrans" cxnId="{45539920-E5D4-324C-8769-4E09EF2E7CA6}">
      <dgm:prSet/>
      <dgm:spPr/>
      <dgm:t>
        <a:bodyPr/>
        <a:lstStyle/>
        <a:p>
          <a:endParaRPr lang="en-US"/>
        </a:p>
      </dgm:t>
    </dgm:pt>
    <dgm:pt modelId="{B2552D5F-A0BA-3743-B008-9929F75841CD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Cultural Factors</a:t>
          </a:r>
        </a:p>
      </dgm:t>
    </dgm:pt>
    <dgm:pt modelId="{24456480-8FA8-BD43-A022-630AF41E54CD}" type="parTrans" cxnId="{E1D21908-630D-E341-9797-2AABC39B3B0B}">
      <dgm:prSet/>
      <dgm:spPr/>
      <dgm:t>
        <a:bodyPr/>
        <a:lstStyle/>
        <a:p>
          <a:endParaRPr lang="en-US"/>
        </a:p>
      </dgm:t>
    </dgm:pt>
    <dgm:pt modelId="{0CF6FFB0-4DC2-2043-9528-B3A3A8BD42AA}" type="sibTrans" cxnId="{E1D21908-630D-E341-9797-2AABC39B3B0B}">
      <dgm:prSet/>
      <dgm:spPr/>
      <dgm:t>
        <a:bodyPr/>
        <a:lstStyle/>
        <a:p>
          <a:endParaRPr lang="en-US"/>
        </a:p>
      </dgm:t>
    </dgm:pt>
    <dgm:pt modelId="{D17FE75F-0672-A644-97E0-2477FA4E2FD2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Teacher input</a:t>
          </a:r>
        </a:p>
      </dgm:t>
    </dgm:pt>
    <dgm:pt modelId="{8FBCC2E0-AAFA-6844-909D-579904AD2951}" type="parTrans" cxnId="{A7EE600D-1B18-904F-906E-785127090F22}">
      <dgm:prSet/>
      <dgm:spPr/>
      <dgm:t>
        <a:bodyPr/>
        <a:lstStyle/>
        <a:p>
          <a:endParaRPr lang="en-US"/>
        </a:p>
      </dgm:t>
    </dgm:pt>
    <dgm:pt modelId="{EAA2B545-2732-744B-BC52-AAB3127D400B}" type="sibTrans" cxnId="{A7EE600D-1B18-904F-906E-785127090F22}">
      <dgm:prSet/>
      <dgm:spPr/>
      <dgm:t>
        <a:bodyPr/>
        <a:lstStyle/>
        <a:p>
          <a:endParaRPr lang="en-US"/>
        </a:p>
      </dgm:t>
    </dgm:pt>
    <dgm:pt modelId="{572EF7DB-43DA-8248-B2A2-A20DA8D947B4}">
      <dgm:prSet phldrT="[Text]"/>
      <dgm:spPr/>
      <dgm:t>
        <a:bodyPr/>
        <a:lstStyle/>
        <a:p>
          <a:endParaRPr lang="en-US" dirty="0"/>
        </a:p>
      </dgm:t>
    </dgm:pt>
    <dgm:pt modelId="{EA4B76C5-4958-E045-B64F-FA8526D417FA}" type="parTrans" cxnId="{2CFE2308-298A-874B-9F85-46DE33B7631D}">
      <dgm:prSet/>
      <dgm:spPr/>
      <dgm:t>
        <a:bodyPr/>
        <a:lstStyle/>
        <a:p>
          <a:endParaRPr lang="en-US"/>
        </a:p>
      </dgm:t>
    </dgm:pt>
    <dgm:pt modelId="{E9A8A7A8-6FFE-804F-AC62-7C2BCEF0CAEB}" type="sibTrans" cxnId="{2CFE2308-298A-874B-9F85-46DE33B7631D}">
      <dgm:prSet/>
      <dgm:spPr/>
      <dgm:t>
        <a:bodyPr/>
        <a:lstStyle/>
        <a:p>
          <a:endParaRPr lang="en-US"/>
        </a:p>
      </dgm:t>
    </dgm:pt>
    <dgm:pt modelId="{63104003-1443-AA44-BF7D-0E86373B08D6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Adaptive behavior</a:t>
          </a:r>
        </a:p>
      </dgm:t>
    </dgm:pt>
    <dgm:pt modelId="{3DFD4F99-E86E-3C47-B14F-BB25708C9E9C}" type="parTrans" cxnId="{6323F37E-1519-1844-A7C8-82EE3A74D9BE}">
      <dgm:prSet/>
      <dgm:spPr/>
      <dgm:t>
        <a:bodyPr/>
        <a:lstStyle/>
        <a:p>
          <a:endParaRPr lang="en-US"/>
        </a:p>
      </dgm:t>
    </dgm:pt>
    <dgm:pt modelId="{57AE807E-648E-A543-B998-22C34707EBB4}" type="sibTrans" cxnId="{6323F37E-1519-1844-A7C8-82EE3A74D9BE}">
      <dgm:prSet/>
      <dgm:spPr/>
      <dgm:t>
        <a:bodyPr/>
        <a:lstStyle/>
        <a:p>
          <a:endParaRPr lang="en-US"/>
        </a:p>
      </dgm:t>
    </dgm:pt>
    <dgm:pt modelId="{3CA30F59-DA2E-CD47-A11C-B62A682B8C93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Developmental History</a:t>
          </a:r>
        </a:p>
      </dgm:t>
    </dgm:pt>
    <dgm:pt modelId="{A9549D3E-A017-1A49-A562-6A04FDAA69BA}" type="parTrans" cxnId="{6C6251DD-84DD-594B-BC07-EFBC5E965991}">
      <dgm:prSet/>
      <dgm:spPr/>
      <dgm:t>
        <a:bodyPr/>
        <a:lstStyle/>
        <a:p>
          <a:endParaRPr lang="en-US"/>
        </a:p>
      </dgm:t>
    </dgm:pt>
    <dgm:pt modelId="{A4CB4E6D-F839-4C49-9986-97436A0E4962}" type="sibTrans" cxnId="{6C6251DD-84DD-594B-BC07-EFBC5E965991}">
      <dgm:prSet/>
      <dgm:spPr/>
      <dgm:t>
        <a:bodyPr/>
        <a:lstStyle/>
        <a:p>
          <a:endParaRPr lang="en-US"/>
        </a:p>
      </dgm:t>
    </dgm:pt>
    <dgm:pt modelId="{9D3E8A57-FA6D-BC43-8662-2AAEA7279C1B}">
      <dgm:prSet phldrT="[Text]"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Relationship with peers</a:t>
          </a:r>
        </a:p>
      </dgm:t>
    </dgm:pt>
    <dgm:pt modelId="{2D62EB10-CEB4-9645-BD0D-3D8315080063}" type="parTrans" cxnId="{6516BDA8-BD08-4245-8CBF-200D7CEF526A}">
      <dgm:prSet/>
      <dgm:spPr/>
      <dgm:t>
        <a:bodyPr/>
        <a:lstStyle/>
        <a:p>
          <a:endParaRPr lang="en-US"/>
        </a:p>
      </dgm:t>
    </dgm:pt>
    <dgm:pt modelId="{C165A9F2-2E40-0540-A5AD-BC592DFD25EE}" type="sibTrans" cxnId="{6516BDA8-BD08-4245-8CBF-200D7CEF526A}">
      <dgm:prSet/>
      <dgm:spPr/>
      <dgm:t>
        <a:bodyPr/>
        <a:lstStyle/>
        <a:p>
          <a:endParaRPr lang="en-US"/>
        </a:p>
      </dgm:t>
    </dgm:pt>
    <dgm:pt modelId="{972E865F-E59A-8E4C-8739-626555A6EC9C}" type="pres">
      <dgm:prSet presAssocID="{057E3193-9DC2-DB40-999B-1933081D69A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22B42CDA-FECE-4147-AFCF-3BAB75DB4A59}" type="pres">
      <dgm:prSet presAssocID="{057E3193-9DC2-DB40-999B-1933081D69A7}" presName="children" presStyleCnt="0"/>
      <dgm:spPr/>
    </dgm:pt>
    <dgm:pt modelId="{226EF0CF-CEAB-AB45-96F3-64037440DB07}" type="pres">
      <dgm:prSet presAssocID="{057E3193-9DC2-DB40-999B-1933081D69A7}" presName="child1group" presStyleCnt="0"/>
      <dgm:spPr/>
    </dgm:pt>
    <dgm:pt modelId="{8849985C-1590-D742-A494-4E08C7A43BEF}" type="pres">
      <dgm:prSet presAssocID="{057E3193-9DC2-DB40-999B-1933081D69A7}" presName="child1" presStyleLbl="bgAcc1" presStyleIdx="0" presStyleCnt="4"/>
      <dgm:spPr/>
    </dgm:pt>
    <dgm:pt modelId="{5F4DCFEE-0E49-BC4E-90C0-A3D95340FBCF}" type="pres">
      <dgm:prSet presAssocID="{057E3193-9DC2-DB40-999B-1933081D69A7}" presName="child1Text" presStyleLbl="bgAcc1" presStyleIdx="0" presStyleCnt="4">
        <dgm:presLayoutVars>
          <dgm:bulletEnabled val="1"/>
        </dgm:presLayoutVars>
      </dgm:prSet>
      <dgm:spPr/>
    </dgm:pt>
    <dgm:pt modelId="{8329AFF7-BC0A-2144-9D3B-32FFE4AE2E94}" type="pres">
      <dgm:prSet presAssocID="{057E3193-9DC2-DB40-999B-1933081D69A7}" presName="child2group" presStyleCnt="0"/>
      <dgm:spPr/>
    </dgm:pt>
    <dgm:pt modelId="{A2724E27-1008-9142-A9EA-79A6F087705E}" type="pres">
      <dgm:prSet presAssocID="{057E3193-9DC2-DB40-999B-1933081D69A7}" presName="child2" presStyleLbl="bgAcc1" presStyleIdx="1" presStyleCnt="4"/>
      <dgm:spPr/>
    </dgm:pt>
    <dgm:pt modelId="{6E47FB9B-25C8-F246-8181-0322BAAEEB5C}" type="pres">
      <dgm:prSet presAssocID="{057E3193-9DC2-DB40-999B-1933081D69A7}" presName="child2Text" presStyleLbl="bgAcc1" presStyleIdx="1" presStyleCnt="4">
        <dgm:presLayoutVars>
          <dgm:bulletEnabled val="1"/>
        </dgm:presLayoutVars>
      </dgm:prSet>
      <dgm:spPr/>
    </dgm:pt>
    <dgm:pt modelId="{C2CACB24-C98F-3649-96EC-7FB911488952}" type="pres">
      <dgm:prSet presAssocID="{057E3193-9DC2-DB40-999B-1933081D69A7}" presName="child3group" presStyleCnt="0"/>
      <dgm:spPr/>
    </dgm:pt>
    <dgm:pt modelId="{26775031-029B-F844-B0FE-2B20718627A2}" type="pres">
      <dgm:prSet presAssocID="{057E3193-9DC2-DB40-999B-1933081D69A7}" presName="child3" presStyleLbl="bgAcc1" presStyleIdx="2" presStyleCnt="4"/>
      <dgm:spPr/>
    </dgm:pt>
    <dgm:pt modelId="{83D0E7E7-CC65-044E-B87E-4C5C53D2030F}" type="pres">
      <dgm:prSet presAssocID="{057E3193-9DC2-DB40-999B-1933081D69A7}" presName="child3Text" presStyleLbl="bgAcc1" presStyleIdx="2" presStyleCnt="4">
        <dgm:presLayoutVars>
          <dgm:bulletEnabled val="1"/>
        </dgm:presLayoutVars>
      </dgm:prSet>
      <dgm:spPr/>
    </dgm:pt>
    <dgm:pt modelId="{F95D1C86-F8C3-CF47-B304-95CF1672B7B2}" type="pres">
      <dgm:prSet presAssocID="{057E3193-9DC2-DB40-999B-1933081D69A7}" presName="child4group" presStyleCnt="0"/>
      <dgm:spPr/>
    </dgm:pt>
    <dgm:pt modelId="{CE959D6F-3D65-3440-98DC-8621D5EA1B18}" type="pres">
      <dgm:prSet presAssocID="{057E3193-9DC2-DB40-999B-1933081D69A7}" presName="child4" presStyleLbl="bgAcc1" presStyleIdx="3" presStyleCnt="4"/>
      <dgm:spPr/>
    </dgm:pt>
    <dgm:pt modelId="{32DADE85-4864-B748-8D02-95612928285B}" type="pres">
      <dgm:prSet presAssocID="{057E3193-9DC2-DB40-999B-1933081D69A7}" presName="child4Text" presStyleLbl="bgAcc1" presStyleIdx="3" presStyleCnt="4">
        <dgm:presLayoutVars>
          <dgm:bulletEnabled val="1"/>
        </dgm:presLayoutVars>
      </dgm:prSet>
      <dgm:spPr/>
    </dgm:pt>
    <dgm:pt modelId="{AC46A68B-6C44-B447-A36C-09FD21AC1FCE}" type="pres">
      <dgm:prSet presAssocID="{057E3193-9DC2-DB40-999B-1933081D69A7}" presName="childPlaceholder" presStyleCnt="0"/>
      <dgm:spPr/>
    </dgm:pt>
    <dgm:pt modelId="{7E4C8B15-226C-FA43-B780-4FA1CE3E8FD4}" type="pres">
      <dgm:prSet presAssocID="{057E3193-9DC2-DB40-999B-1933081D69A7}" presName="circle" presStyleCnt="0"/>
      <dgm:spPr/>
    </dgm:pt>
    <dgm:pt modelId="{9FBC98BF-45B7-FB4D-BE41-AAC2C8E440DC}" type="pres">
      <dgm:prSet presAssocID="{057E3193-9DC2-DB40-999B-1933081D69A7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0043CCD0-CC6B-6348-A50F-2A907F205AB9}" type="pres">
      <dgm:prSet presAssocID="{057E3193-9DC2-DB40-999B-1933081D69A7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15A06EAF-E849-0344-A5A1-BEB5D67FF6C2}" type="pres">
      <dgm:prSet presAssocID="{057E3193-9DC2-DB40-999B-1933081D69A7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4CAF0AC8-DFE6-4B40-9FB8-4F2C2A8F9399}" type="pres">
      <dgm:prSet presAssocID="{057E3193-9DC2-DB40-999B-1933081D69A7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38BB72F-13AD-264D-B2FE-202850F0A9BF}" type="pres">
      <dgm:prSet presAssocID="{057E3193-9DC2-DB40-999B-1933081D69A7}" presName="quadrantPlaceholder" presStyleCnt="0"/>
      <dgm:spPr/>
    </dgm:pt>
    <dgm:pt modelId="{27991C4D-D7D0-7541-86B6-12DA35A8C468}" type="pres">
      <dgm:prSet presAssocID="{057E3193-9DC2-DB40-999B-1933081D69A7}" presName="center1" presStyleLbl="fgShp" presStyleIdx="0" presStyleCnt="2"/>
      <dgm:spPr/>
    </dgm:pt>
    <dgm:pt modelId="{CDCA2996-F6EC-DB4A-ACC8-3DE7C7740D3A}" type="pres">
      <dgm:prSet presAssocID="{057E3193-9DC2-DB40-999B-1933081D69A7}" presName="center2" presStyleLbl="fgShp" presStyleIdx="1" presStyleCnt="2"/>
      <dgm:spPr/>
    </dgm:pt>
  </dgm:ptLst>
  <dgm:cxnLst>
    <dgm:cxn modelId="{EC3D3B07-CEEB-264B-BFA6-4FB4BCA57C8A}" srcId="{C577DF0A-A71A-6B4F-A7DD-EFD4B706C3B5}" destId="{8A803694-7027-CE42-9B6F-1245CDCEF8C8}" srcOrd="0" destOrd="0" parTransId="{FDFB9D51-C818-5D4F-B3BB-B0BCC1CB5AAB}" sibTransId="{C09400BB-C5A6-E645-AC94-8FB03246844A}"/>
    <dgm:cxn modelId="{E1D21908-630D-E341-9797-2AABC39B3B0B}" srcId="{DD56159A-4F10-E943-B271-27D3114BA349}" destId="{B2552D5F-A0BA-3743-B008-9929F75841CD}" srcOrd="3" destOrd="0" parTransId="{24456480-8FA8-BD43-A022-630AF41E54CD}" sibTransId="{0CF6FFB0-4DC2-2043-9528-B3A3A8BD42AA}"/>
    <dgm:cxn modelId="{2CFE2308-298A-874B-9F85-46DE33B7631D}" srcId="{8CA2BA69-6820-2645-B8B1-62D8C35F4137}" destId="{572EF7DB-43DA-8248-B2A2-A20DA8D947B4}" srcOrd="3" destOrd="0" parTransId="{EA4B76C5-4958-E045-B64F-FA8526D417FA}" sibTransId="{E9A8A7A8-6FFE-804F-AC62-7C2BCEF0CAEB}"/>
    <dgm:cxn modelId="{2BF95C09-ABAC-154A-A30B-3448EF1A7520}" srcId="{057E3193-9DC2-DB40-999B-1933081D69A7}" destId="{8CA2BA69-6820-2645-B8B1-62D8C35F4137}" srcOrd="3" destOrd="0" parTransId="{B2746D9D-3BC3-6B47-86FF-F798B867974B}" sibTransId="{2672EE64-F17F-DD45-A403-2614368AE789}"/>
    <dgm:cxn modelId="{A7EE600D-1B18-904F-906E-785127090F22}" srcId="{8CA2BA69-6820-2645-B8B1-62D8C35F4137}" destId="{D17FE75F-0672-A644-97E0-2477FA4E2FD2}" srcOrd="1" destOrd="0" parTransId="{8FBCC2E0-AAFA-6844-909D-579904AD2951}" sibTransId="{EAA2B545-2732-744B-BC52-AAB3127D400B}"/>
    <dgm:cxn modelId="{BF559415-F4A9-C544-9EF8-6330E51EAEF5}" type="presOf" srcId="{63104003-1443-AA44-BF7D-0E86373B08D6}" destId="{83D0E7E7-CC65-044E-B87E-4C5C53D2030F}" srcOrd="1" destOrd="2" presId="urn:microsoft.com/office/officeart/2005/8/layout/cycle4"/>
    <dgm:cxn modelId="{4C3C6617-86B5-D044-B040-3DFD70261CEE}" type="presOf" srcId="{B759BE36-CD9B-C94B-A6CF-C36990CADD2A}" destId="{A2724E27-1008-9142-A9EA-79A6F087705E}" srcOrd="0" destOrd="0" presId="urn:microsoft.com/office/officeart/2005/8/layout/cycle4"/>
    <dgm:cxn modelId="{0FB89218-B7C6-4F43-ADD4-90AC735AFAA4}" type="presOf" srcId="{CD082863-4CEE-7F41-96DE-FF9D631EEABB}" destId="{CE959D6F-3D65-3440-98DC-8621D5EA1B18}" srcOrd="0" destOrd="0" presId="urn:microsoft.com/office/officeart/2005/8/layout/cycle4"/>
    <dgm:cxn modelId="{45539920-E5D4-324C-8769-4E09EF2E7CA6}" srcId="{DD56159A-4F10-E943-B271-27D3114BA349}" destId="{43AF5118-5DAB-574E-A9AD-D11D271C3750}" srcOrd="2" destOrd="0" parTransId="{FDA3B735-1869-D945-BF70-3A6591B44333}" sibTransId="{DB9980E3-1A29-9E42-BA29-4262E1D1F9D0}"/>
    <dgm:cxn modelId="{694C9723-BE15-2048-B3CF-47F15F2706B8}" type="presOf" srcId="{DD56159A-4F10-E943-B271-27D3114BA349}" destId="{0043CCD0-CC6B-6348-A50F-2A907F205AB9}" srcOrd="0" destOrd="0" presId="urn:microsoft.com/office/officeart/2005/8/layout/cycle4"/>
    <dgm:cxn modelId="{13C9C52C-B713-8546-A5CC-D769DFCE5A9F}" srcId="{057E3193-9DC2-DB40-999B-1933081D69A7}" destId="{7CACD2D2-EB46-E54E-9F76-81B491B6B813}" srcOrd="0" destOrd="0" parTransId="{463E5527-7C1B-414D-B2E8-915AE57DC111}" sibTransId="{A249C3BA-0560-E042-9B20-0BCB6524DF77}"/>
    <dgm:cxn modelId="{4032CC2C-DBD6-274A-BC5C-5292D45FA16D}" type="presOf" srcId="{572EF7DB-43DA-8248-B2A2-A20DA8D947B4}" destId="{CE959D6F-3D65-3440-98DC-8621D5EA1B18}" srcOrd="0" destOrd="3" presId="urn:microsoft.com/office/officeart/2005/8/layout/cycle4"/>
    <dgm:cxn modelId="{6A2E212D-0697-EC4E-8286-97AC03A67E21}" type="presOf" srcId="{100E91D2-25ED-B647-A597-D9E6D375F073}" destId="{8849985C-1590-D742-A494-4E08C7A43BEF}" srcOrd="0" destOrd="1" presId="urn:microsoft.com/office/officeart/2005/8/layout/cycle4"/>
    <dgm:cxn modelId="{EC4DEB2E-40B5-C54B-9CB7-6CE62F1C2AF9}" type="presOf" srcId="{C577DF0A-A71A-6B4F-A7DD-EFD4B706C3B5}" destId="{15A06EAF-E849-0344-A5A1-BEB5D67FF6C2}" srcOrd="0" destOrd="0" presId="urn:microsoft.com/office/officeart/2005/8/layout/cycle4"/>
    <dgm:cxn modelId="{F3A71934-31BC-EC4D-94DD-5BB714D0AE55}" type="presOf" srcId="{9D3E8A57-FA6D-BC43-8662-2AAEA7279C1B}" destId="{32DADE85-4864-B748-8D02-95612928285B}" srcOrd="1" destOrd="2" presId="urn:microsoft.com/office/officeart/2005/8/layout/cycle4"/>
    <dgm:cxn modelId="{5E35BE37-967B-F741-A682-46F5C56D73B3}" type="presOf" srcId="{B2552D5F-A0BA-3743-B008-9929F75841CD}" destId="{6E47FB9B-25C8-F246-8181-0322BAAEEB5C}" srcOrd="1" destOrd="3" presId="urn:microsoft.com/office/officeart/2005/8/layout/cycle4"/>
    <dgm:cxn modelId="{A3A8103C-A358-AD4C-845A-1DFA7716A4D7}" type="presOf" srcId="{8A803694-7027-CE42-9B6F-1245CDCEF8C8}" destId="{26775031-029B-F844-B0FE-2B20718627A2}" srcOrd="0" destOrd="0" presId="urn:microsoft.com/office/officeart/2005/8/layout/cycle4"/>
    <dgm:cxn modelId="{EF72293C-2399-9B41-AEF3-C6F7C9F54305}" type="presOf" srcId="{8A803694-7027-CE42-9B6F-1245CDCEF8C8}" destId="{83D0E7E7-CC65-044E-B87E-4C5C53D2030F}" srcOrd="1" destOrd="0" presId="urn:microsoft.com/office/officeart/2005/8/layout/cycle4"/>
    <dgm:cxn modelId="{542B363D-45ED-504D-BD56-7DDDBE323157}" srcId="{7CACD2D2-EB46-E54E-9F76-81B491B6B813}" destId="{100E91D2-25ED-B647-A597-D9E6D375F073}" srcOrd="1" destOrd="0" parTransId="{4A82C3D9-F651-364D-8530-951E5790EA99}" sibTransId="{86982169-606E-8F42-8CF8-33EF0E8ACB34}"/>
    <dgm:cxn modelId="{1C7BDD3D-28D4-BC42-8A25-5736A64B7DCF}" type="presOf" srcId="{8CA2BA69-6820-2645-B8B1-62D8C35F4137}" destId="{4CAF0AC8-DFE6-4B40-9FB8-4F2C2A8F9399}" srcOrd="0" destOrd="0" presId="urn:microsoft.com/office/officeart/2005/8/layout/cycle4"/>
    <dgm:cxn modelId="{7A91EC49-6D0F-2C44-A237-27B49E240328}" type="presOf" srcId="{B2552D5F-A0BA-3743-B008-9929F75841CD}" destId="{A2724E27-1008-9142-A9EA-79A6F087705E}" srcOrd="0" destOrd="3" presId="urn:microsoft.com/office/officeart/2005/8/layout/cycle4"/>
    <dgm:cxn modelId="{3E60B054-2070-9540-92DA-84B10550F26E}" type="presOf" srcId="{161C098D-A362-374F-8D7C-5225DEEDC18F}" destId="{5F4DCFEE-0E49-BC4E-90C0-A3D95340FBCF}" srcOrd="1" destOrd="0" presId="urn:microsoft.com/office/officeart/2005/8/layout/cycle4"/>
    <dgm:cxn modelId="{01F71856-87EB-7E46-8378-A352FCFBACAA}" type="presOf" srcId="{DDF2AABC-6CDC-A849-8C7D-E29B8804ECD4}" destId="{A2724E27-1008-9142-A9EA-79A6F087705E}" srcOrd="0" destOrd="1" presId="urn:microsoft.com/office/officeart/2005/8/layout/cycle4"/>
    <dgm:cxn modelId="{FE659161-BC1D-CE43-924C-920A09C40800}" type="presOf" srcId="{43AF5118-5DAB-574E-A9AD-D11D271C3750}" destId="{A2724E27-1008-9142-A9EA-79A6F087705E}" srcOrd="0" destOrd="2" presId="urn:microsoft.com/office/officeart/2005/8/layout/cycle4"/>
    <dgm:cxn modelId="{323A0E6E-1A03-0049-994A-19B8D091980A}" type="presOf" srcId="{3CA30F59-DA2E-CD47-A11C-B62A682B8C93}" destId="{83D0E7E7-CC65-044E-B87E-4C5C53D2030F}" srcOrd="1" destOrd="1" presId="urn:microsoft.com/office/officeart/2005/8/layout/cycle4"/>
    <dgm:cxn modelId="{13EDFE79-A4AB-BA4F-A29C-78F3E4BEC521}" srcId="{057E3193-9DC2-DB40-999B-1933081D69A7}" destId="{C577DF0A-A71A-6B4F-A7DD-EFD4B706C3B5}" srcOrd="2" destOrd="0" parTransId="{84A0BA48-EB31-164E-8A99-02218423C5B5}" sibTransId="{06E47B96-675A-674B-8D88-54BFBB63B618}"/>
    <dgm:cxn modelId="{6323F37E-1519-1844-A7C8-82EE3A74D9BE}" srcId="{C577DF0A-A71A-6B4F-A7DD-EFD4B706C3B5}" destId="{63104003-1443-AA44-BF7D-0E86373B08D6}" srcOrd="2" destOrd="0" parTransId="{3DFD4F99-E86E-3C47-B14F-BB25708C9E9C}" sibTransId="{57AE807E-648E-A543-B998-22C34707EBB4}"/>
    <dgm:cxn modelId="{7E5B6782-5079-F343-8E0C-ED2EBA97E38D}" type="presOf" srcId="{161C098D-A362-374F-8D7C-5225DEEDC18F}" destId="{8849985C-1590-D742-A494-4E08C7A43BEF}" srcOrd="0" destOrd="0" presId="urn:microsoft.com/office/officeart/2005/8/layout/cycle4"/>
    <dgm:cxn modelId="{887FEC8B-B5A0-1745-B3DB-F3964484E4B4}" type="presOf" srcId="{D17FE75F-0672-A644-97E0-2477FA4E2FD2}" destId="{32DADE85-4864-B748-8D02-95612928285B}" srcOrd="1" destOrd="1" presId="urn:microsoft.com/office/officeart/2005/8/layout/cycle4"/>
    <dgm:cxn modelId="{A039348D-D6B2-D240-98F2-3388E37D662E}" type="presOf" srcId="{7CACD2D2-EB46-E54E-9F76-81B491B6B813}" destId="{9FBC98BF-45B7-FB4D-BE41-AAC2C8E440DC}" srcOrd="0" destOrd="0" presId="urn:microsoft.com/office/officeart/2005/8/layout/cycle4"/>
    <dgm:cxn modelId="{36831997-7E37-444F-9231-06678B48CBF2}" srcId="{7CACD2D2-EB46-E54E-9F76-81B491B6B813}" destId="{1A192D9D-B249-7647-A2FB-B6E8690E63B6}" srcOrd="2" destOrd="0" parTransId="{D5666A64-5BCB-624F-8BB5-BA4F2D5459BC}" sibTransId="{811B5CBB-4740-1846-8710-19DD41E5DC04}"/>
    <dgm:cxn modelId="{F6A7319D-06DE-1C48-AA5E-535D882762FC}" type="presOf" srcId="{1A192D9D-B249-7647-A2FB-B6E8690E63B6}" destId="{5F4DCFEE-0E49-BC4E-90C0-A3D95340FBCF}" srcOrd="1" destOrd="2" presId="urn:microsoft.com/office/officeart/2005/8/layout/cycle4"/>
    <dgm:cxn modelId="{723082A2-DEF0-CF46-90D9-9E3D41E69CFC}" srcId="{8CA2BA69-6820-2645-B8B1-62D8C35F4137}" destId="{CD082863-4CEE-7F41-96DE-FF9D631EEABB}" srcOrd="0" destOrd="0" parTransId="{C9007281-D041-B441-A5F4-0CC6F91CDB69}" sibTransId="{7421DF30-C8B5-8C47-AC2C-0A2F2261D325}"/>
    <dgm:cxn modelId="{6516BDA8-BD08-4245-8CBF-200D7CEF526A}" srcId="{8CA2BA69-6820-2645-B8B1-62D8C35F4137}" destId="{9D3E8A57-FA6D-BC43-8662-2AAEA7279C1B}" srcOrd="2" destOrd="0" parTransId="{2D62EB10-CEB4-9645-BD0D-3D8315080063}" sibTransId="{C165A9F2-2E40-0540-A5AD-BC592DFD25EE}"/>
    <dgm:cxn modelId="{8F3700A9-0B5C-E64B-8106-01DB9D5824ED}" type="presOf" srcId="{057E3193-9DC2-DB40-999B-1933081D69A7}" destId="{972E865F-E59A-8E4C-8739-626555A6EC9C}" srcOrd="0" destOrd="0" presId="urn:microsoft.com/office/officeart/2005/8/layout/cycle4"/>
    <dgm:cxn modelId="{3459E8B5-C11F-AD4E-B14A-AFC83DD0A6DF}" type="presOf" srcId="{572EF7DB-43DA-8248-B2A2-A20DA8D947B4}" destId="{32DADE85-4864-B748-8D02-95612928285B}" srcOrd="1" destOrd="3" presId="urn:microsoft.com/office/officeart/2005/8/layout/cycle4"/>
    <dgm:cxn modelId="{AD938BB6-FBB7-2D46-9600-64F5445AC96E}" type="presOf" srcId="{43AF5118-5DAB-574E-A9AD-D11D271C3750}" destId="{6E47FB9B-25C8-F246-8181-0322BAAEEB5C}" srcOrd="1" destOrd="2" presId="urn:microsoft.com/office/officeart/2005/8/layout/cycle4"/>
    <dgm:cxn modelId="{472F6CC5-0F81-2248-B9E2-EA13F31BC37D}" type="presOf" srcId="{1A192D9D-B249-7647-A2FB-B6E8690E63B6}" destId="{8849985C-1590-D742-A494-4E08C7A43BEF}" srcOrd="0" destOrd="2" presId="urn:microsoft.com/office/officeart/2005/8/layout/cycle4"/>
    <dgm:cxn modelId="{B0499BC7-F3C0-B24F-9139-21983966EAB4}" type="presOf" srcId="{D17FE75F-0672-A644-97E0-2477FA4E2FD2}" destId="{CE959D6F-3D65-3440-98DC-8621D5EA1B18}" srcOrd="0" destOrd="1" presId="urn:microsoft.com/office/officeart/2005/8/layout/cycle4"/>
    <dgm:cxn modelId="{7AF894C8-38E8-B642-AE40-0E9C133ADEE4}" srcId="{DD56159A-4F10-E943-B271-27D3114BA349}" destId="{DDF2AABC-6CDC-A849-8C7D-E29B8804ECD4}" srcOrd="1" destOrd="0" parTransId="{D8ADD1A6-98AC-C44E-84A7-17A0320FFCBF}" sibTransId="{2560C537-D945-5448-9B88-FC2733CAD7FF}"/>
    <dgm:cxn modelId="{780308D1-2A01-1640-8D7A-C3B329831D2B}" srcId="{7CACD2D2-EB46-E54E-9F76-81B491B6B813}" destId="{161C098D-A362-374F-8D7C-5225DEEDC18F}" srcOrd="0" destOrd="0" parTransId="{D1D032CA-6800-0D46-94E8-0D3C054AA1A4}" sibTransId="{CB117A18-75ED-884C-9A33-711100455FD0}"/>
    <dgm:cxn modelId="{082D80D4-D329-2B4C-A8E9-4D883BD66C2D}" type="presOf" srcId="{63104003-1443-AA44-BF7D-0E86373B08D6}" destId="{26775031-029B-F844-B0FE-2B20718627A2}" srcOrd="0" destOrd="2" presId="urn:microsoft.com/office/officeart/2005/8/layout/cycle4"/>
    <dgm:cxn modelId="{F9FABAD6-60E2-7644-B221-263100AF0853}" type="presOf" srcId="{9D3E8A57-FA6D-BC43-8662-2AAEA7279C1B}" destId="{CE959D6F-3D65-3440-98DC-8621D5EA1B18}" srcOrd="0" destOrd="2" presId="urn:microsoft.com/office/officeart/2005/8/layout/cycle4"/>
    <dgm:cxn modelId="{AC6DC1DB-BE8D-D440-B0D7-0F7DBF1E0ACF}" srcId="{DD56159A-4F10-E943-B271-27D3114BA349}" destId="{B759BE36-CD9B-C94B-A6CF-C36990CADD2A}" srcOrd="0" destOrd="0" parTransId="{730EC9A7-3CD6-5F49-8543-1F38BD4BE5FC}" sibTransId="{6D808AC6-F405-354D-8AF9-FAA52DC033F6}"/>
    <dgm:cxn modelId="{C6761EDC-53D3-B24B-BF72-0D96F41BE163}" srcId="{057E3193-9DC2-DB40-999B-1933081D69A7}" destId="{DD56159A-4F10-E943-B271-27D3114BA349}" srcOrd="1" destOrd="0" parTransId="{C96D1EEB-516F-CB40-9BD7-37FC90968758}" sibTransId="{B133D0C9-BCB0-5346-AF57-56A1FDED73EE}"/>
    <dgm:cxn modelId="{6C6251DD-84DD-594B-BC07-EFBC5E965991}" srcId="{C577DF0A-A71A-6B4F-A7DD-EFD4B706C3B5}" destId="{3CA30F59-DA2E-CD47-A11C-B62A682B8C93}" srcOrd="1" destOrd="0" parTransId="{A9549D3E-A017-1A49-A562-6A04FDAA69BA}" sibTransId="{A4CB4E6D-F839-4C49-9986-97436A0E4962}"/>
    <dgm:cxn modelId="{133350E4-9222-C14A-8B86-87DA14866290}" type="presOf" srcId="{3CA30F59-DA2E-CD47-A11C-B62A682B8C93}" destId="{26775031-029B-F844-B0FE-2B20718627A2}" srcOrd="0" destOrd="1" presId="urn:microsoft.com/office/officeart/2005/8/layout/cycle4"/>
    <dgm:cxn modelId="{89E97FE6-5425-874D-86FC-0CEFD1D28A2A}" type="presOf" srcId="{CD082863-4CEE-7F41-96DE-FF9D631EEABB}" destId="{32DADE85-4864-B748-8D02-95612928285B}" srcOrd="1" destOrd="0" presId="urn:microsoft.com/office/officeart/2005/8/layout/cycle4"/>
    <dgm:cxn modelId="{5DEA21E7-35BF-5047-9191-F585A8E0262A}" type="presOf" srcId="{100E91D2-25ED-B647-A597-D9E6D375F073}" destId="{5F4DCFEE-0E49-BC4E-90C0-A3D95340FBCF}" srcOrd="1" destOrd="1" presId="urn:microsoft.com/office/officeart/2005/8/layout/cycle4"/>
    <dgm:cxn modelId="{985539EB-6906-0D4A-92FB-9A4E4AC0D77C}" type="presOf" srcId="{B759BE36-CD9B-C94B-A6CF-C36990CADD2A}" destId="{6E47FB9B-25C8-F246-8181-0322BAAEEB5C}" srcOrd="1" destOrd="0" presId="urn:microsoft.com/office/officeart/2005/8/layout/cycle4"/>
    <dgm:cxn modelId="{85C249F5-777F-0C48-BE0A-0BCC677A0D19}" type="presOf" srcId="{DDF2AABC-6CDC-A849-8C7D-E29B8804ECD4}" destId="{6E47FB9B-25C8-F246-8181-0322BAAEEB5C}" srcOrd="1" destOrd="1" presId="urn:microsoft.com/office/officeart/2005/8/layout/cycle4"/>
    <dgm:cxn modelId="{6EB51273-9127-9E4B-BA89-613C9C6818CB}" type="presParOf" srcId="{972E865F-E59A-8E4C-8739-626555A6EC9C}" destId="{22B42CDA-FECE-4147-AFCF-3BAB75DB4A59}" srcOrd="0" destOrd="0" presId="urn:microsoft.com/office/officeart/2005/8/layout/cycle4"/>
    <dgm:cxn modelId="{F4691E02-076D-9D4F-A78E-61E0FEC670F2}" type="presParOf" srcId="{22B42CDA-FECE-4147-AFCF-3BAB75DB4A59}" destId="{226EF0CF-CEAB-AB45-96F3-64037440DB07}" srcOrd="0" destOrd="0" presId="urn:microsoft.com/office/officeart/2005/8/layout/cycle4"/>
    <dgm:cxn modelId="{E71E4B4C-66D5-3649-B4F7-DF0A3C5FBA1F}" type="presParOf" srcId="{226EF0CF-CEAB-AB45-96F3-64037440DB07}" destId="{8849985C-1590-D742-A494-4E08C7A43BEF}" srcOrd="0" destOrd="0" presId="urn:microsoft.com/office/officeart/2005/8/layout/cycle4"/>
    <dgm:cxn modelId="{D3BB590E-CF64-8848-B34E-76B369A725B0}" type="presParOf" srcId="{226EF0CF-CEAB-AB45-96F3-64037440DB07}" destId="{5F4DCFEE-0E49-BC4E-90C0-A3D95340FBCF}" srcOrd="1" destOrd="0" presId="urn:microsoft.com/office/officeart/2005/8/layout/cycle4"/>
    <dgm:cxn modelId="{E584A114-B833-0940-BAEC-40D45597C1D6}" type="presParOf" srcId="{22B42CDA-FECE-4147-AFCF-3BAB75DB4A59}" destId="{8329AFF7-BC0A-2144-9D3B-32FFE4AE2E94}" srcOrd="1" destOrd="0" presId="urn:microsoft.com/office/officeart/2005/8/layout/cycle4"/>
    <dgm:cxn modelId="{C1FFEDAD-C805-3C44-8663-699F3E7D4249}" type="presParOf" srcId="{8329AFF7-BC0A-2144-9D3B-32FFE4AE2E94}" destId="{A2724E27-1008-9142-A9EA-79A6F087705E}" srcOrd="0" destOrd="0" presId="urn:microsoft.com/office/officeart/2005/8/layout/cycle4"/>
    <dgm:cxn modelId="{2EF73F96-7867-BD43-BA0F-7900170C8DA8}" type="presParOf" srcId="{8329AFF7-BC0A-2144-9D3B-32FFE4AE2E94}" destId="{6E47FB9B-25C8-F246-8181-0322BAAEEB5C}" srcOrd="1" destOrd="0" presId="urn:microsoft.com/office/officeart/2005/8/layout/cycle4"/>
    <dgm:cxn modelId="{1A7BB1E5-58A8-174A-8E63-95B094B46105}" type="presParOf" srcId="{22B42CDA-FECE-4147-AFCF-3BAB75DB4A59}" destId="{C2CACB24-C98F-3649-96EC-7FB911488952}" srcOrd="2" destOrd="0" presId="urn:microsoft.com/office/officeart/2005/8/layout/cycle4"/>
    <dgm:cxn modelId="{C0DDBD8D-A549-1246-BE24-65A5E8FD32F3}" type="presParOf" srcId="{C2CACB24-C98F-3649-96EC-7FB911488952}" destId="{26775031-029B-F844-B0FE-2B20718627A2}" srcOrd="0" destOrd="0" presId="urn:microsoft.com/office/officeart/2005/8/layout/cycle4"/>
    <dgm:cxn modelId="{E9A546C0-72AA-0148-8E3A-54C37FA1243A}" type="presParOf" srcId="{C2CACB24-C98F-3649-96EC-7FB911488952}" destId="{83D0E7E7-CC65-044E-B87E-4C5C53D2030F}" srcOrd="1" destOrd="0" presId="urn:microsoft.com/office/officeart/2005/8/layout/cycle4"/>
    <dgm:cxn modelId="{54E48151-A82F-4D49-94AA-F4EE72F17CBF}" type="presParOf" srcId="{22B42CDA-FECE-4147-AFCF-3BAB75DB4A59}" destId="{F95D1C86-F8C3-CF47-B304-95CF1672B7B2}" srcOrd="3" destOrd="0" presId="urn:microsoft.com/office/officeart/2005/8/layout/cycle4"/>
    <dgm:cxn modelId="{776664A8-C72E-884C-B711-23C6BB43A726}" type="presParOf" srcId="{F95D1C86-F8C3-CF47-B304-95CF1672B7B2}" destId="{CE959D6F-3D65-3440-98DC-8621D5EA1B18}" srcOrd="0" destOrd="0" presId="urn:microsoft.com/office/officeart/2005/8/layout/cycle4"/>
    <dgm:cxn modelId="{5E788E1F-B668-4A4A-BC45-1BC1EE5EEEE4}" type="presParOf" srcId="{F95D1C86-F8C3-CF47-B304-95CF1672B7B2}" destId="{32DADE85-4864-B748-8D02-95612928285B}" srcOrd="1" destOrd="0" presId="urn:microsoft.com/office/officeart/2005/8/layout/cycle4"/>
    <dgm:cxn modelId="{B683DD93-C4A2-6D44-8D17-28D93466BCBF}" type="presParOf" srcId="{22B42CDA-FECE-4147-AFCF-3BAB75DB4A59}" destId="{AC46A68B-6C44-B447-A36C-09FD21AC1FCE}" srcOrd="4" destOrd="0" presId="urn:microsoft.com/office/officeart/2005/8/layout/cycle4"/>
    <dgm:cxn modelId="{2E51A6C2-D392-884F-B477-562FAC785B48}" type="presParOf" srcId="{972E865F-E59A-8E4C-8739-626555A6EC9C}" destId="{7E4C8B15-226C-FA43-B780-4FA1CE3E8FD4}" srcOrd="1" destOrd="0" presId="urn:microsoft.com/office/officeart/2005/8/layout/cycle4"/>
    <dgm:cxn modelId="{671B89AA-0B99-3045-B77B-7993178E5FBF}" type="presParOf" srcId="{7E4C8B15-226C-FA43-B780-4FA1CE3E8FD4}" destId="{9FBC98BF-45B7-FB4D-BE41-AAC2C8E440DC}" srcOrd="0" destOrd="0" presId="urn:microsoft.com/office/officeart/2005/8/layout/cycle4"/>
    <dgm:cxn modelId="{E2BBE85D-6539-0D42-9410-61E339C04072}" type="presParOf" srcId="{7E4C8B15-226C-FA43-B780-4FA1CE3E8FD4}" destId="{0043CCD0-CC6B-6348-A50F-2A907F205AB9}" srcOrd="1" destOrd="0" presId="urn:microsoft.com/office/officeart/2005/8/layout/cycle4"/>
    <dgm:cxn modelId="{EFD1202A-2248-DF46-A80E-77C3359E25E3}" type="presParOf" srcId="{7E4C8B15-226C-FA43-B780-4FA1CE3E8FD4}" destId="{15A06EAF-E849-0344-A5A1-BEB5D67FF6C2}" srcOrd="2" destOrd="0" presId="urn:microsoft.com/office/officeart/2005/8/layout/cycle4"/>
    <dgm:cxn modelId="{4B3A0DB9-0E7F-4B4A-A6E0-C56832C238E1}" type="presParOf" srcId="{7E4C8B15-226C-FA43-B780-4FA1CE3E8FD4}" destId="{4CAF0AC8-DFE6-4B40-9FB8-4F2C2A8F9399}" srcOrd="3" destOrd="0" presId="urn:microsoft.com/office/officeart/2005/8/layout/cycle4"/>
    <dgm:cxn modelId="{3035D9F0-498E-CF4D-9477-DB6D6B93A79E}" type="presParOf" srcId="{7E4C8B15-226C-FA43-B780-4FA1CE3E8FD4}" destId="{438BB72F-13AD-264D-B2FE-202850F0A9BF}" srcOrd="4" destOrd="0" presId="urn:microsoft.com/office/officeart/2005/8/layout/cycle4"/>
    <dgm:cxn modelId="{0C669DD6-32A3-FB45-8CF1-270F08B79133}" type="presParOf" srcId="{972E865F-E59A-8E4C-8739-626555A6EC9C}" destId="{27991C4D-D7D0-7541-86B6-12DA35A8C468}" srcOrd="2" destOrd="0" presId="urn:microsoft.com/office/officeart/2005/8/layout/cycle4"/>
    <dgm:cxn modelId="{EE2D5C33-FF95-AA43-944F-C9B67C1DF46C}" type="presParOf" srcId="{972E865F-E59A-8E4C-8739-626555A6EC9C}" destId="{CDCA2996-F6EC-DB4A-ACC8-3DE7C7740D3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286AA0-F80D-444F-A5C2-DAD35C003D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83DC7A-593F-4929-9DF4-3E9BCA64F0B7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Race/ethnicity/gender/social identities</a:t>
          </a:r>
        </a:p>
      </dgm:t>
    </dgm:pt>
    <dgm:pt modelId="{265DB47C-3ED0-42A8-BC6F-91FB204285EF}" type="parTrans" cxnId="{29A7A916-C8AE-4C8B-A37D-EAE6BCD47708}">
      <dgm:prSet/>
      <dgm:spPr/>
      <dgm:t>
        <a:bodyPr/>
        <a:lstStyle/>
        <a:p>
          <a:endParaRPr lang="en-US"/>
        </a:p>
      </dgm:t>
    </dgm:pt>
    <dgm:pt modelId="{0B5CF30E-F068-426F-9B36-CD605D2B7185}" type="sibTrans" cxnId="{29A7A916-C8AE-4C8B-A37D-EAE6BCD47708}">
      <dgm:prSet/>
      <dgm:spPr/>
      <dgm:t>
        <a:bodyPr/>
        <a:lstStyle/>
        <a:p>
          <a:endParaRPr lang="en-US"/>
        </a:p>
      </dgm:t>
    </dgm:pt>
    <dgm:pt modelId="{6DD9C3AB-7E85-4C5E-8F6A-5B2F9E72281A}">
      <dgm:prSet/>
      <dgm:spPr/>
      <dgm:t>
        <a:bodyPr/>
        <a:lstStyle/>
        <a:p>
          <a:r>
            <a:rPr lang="en-US"/>
            <a:t>Impact of structural racism</a:t>
          </a:r>
        </a:p>
      </dgm:t>
    </dgm:pt>
    <dgm:pt modelId="{A988DF0D-519C-45E8-B106-4DB38E30938E}" type="parTrans" cxnId="{6FB1E1B7-CE73-492B-8CCD-6254B190651C}">
      <dgm:prSet/>
      <dgm:spPr/>
      <dgm:t>
        <a:bodyPr/>
        <a:lstStyle/>
        <a:p>
          <a:endParaRPr lang="en-US"/>
        </a:p>
      </dgm:t>
    </dgm:pt>
    <dgm:pt modelId="{85F2F80B-C720-4ABB-ADF6-7A20F44FA0E7}" type="sibTrans" cxnId="{6FB1E1B7-CE73-492B-8CCD-6254B190651C}">
      <dgm:prSet/>
      <dgm:spPr/>
      <dgm:t>
        <a:bodyPr/>
        <a:lstStyle/>
        <a:p>
          <a:endParaRPr lang="en-US"/>
        </a:p>
      </dgm:t>
    </dgm:pt>
    <dgm:pt modelId="{4CC798BB-4A67-4EE8-ABFA-8FB62621D976}">
      <dgm:prSet/>
      <dgm:spPr/>
      <dgm:t>
        <a:bodyPr/>
        <a:lstStyle/>
        <a:p>
          <a:r>
            <a:rPr lang="en-US"/>
            <a:t>Need to code switch</a:t>
          </a:r>
        </a:p>
      </dgm:t>
    </dgm:pt>
    <dgm:pt modelId="{FCE2C683-3D5F-4513-9DBF-B3F72E9DC1A1}" type="parTrans" cxnId="{70DC539A-66D8-4390-95D3-F41BC2E480C5}">
      <dgm:prSet/>
      <dgm:spPr/>
      <dgm:t>
        <a:bodyPr/>
        <a:lstStyle/>
        <a:p>
          <a:endParaRPr lang="en-US"/>
        </a:p>
      </dgm:t>
    </dgm:pt>
    <dgm:pt modelId="{1FC5F8AF-09A9-4ED5-BB36-E634FECE301F}" type="sibTrans" cxnId="{70DC539A-66D8-4390-95D3-F41BC2E480C5}">
      <dgm:prSet/>
      <dgm:spPr/>
      <dgm:t>
        <a:bodyPr/>
        <a:lstStyle/>
        <a:p>
          <a:endParaRPr lang="en-US"/>
        </a:p>
      </dgm:t>
    </dgm:pt>
    <dgm:pt modelId="{F478FA99-65CF-41F3-846B-FE89138F557C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Impact of cultural background(s) and values</a:t>
          </a:r>
        </a:p>
      </dgm:t>
    </dgm:pt>
    <dgm:pt modelId="{E48DE046-A872-47EA-A858-CAF9A1287630}" type="parTrans" cxnId="{6219A0A5-FEC1-441F-8530-EFC5F48F67A4}">
      <dgm:prSet/>
      <dgm:spPr/>
      <dgm:t>
        <a:bodyPr/>
        <a:lstStyle/>
        <a:p>
          <a:endParaRPr lang="en-US"/>
        </a:p>
      </dgm:t>
    </dgm:pt>
    <dgm:pt modelId="{C1BBEE00-5FE1-479E-B26D-733CD958CDE6}" type="sibTrans" cxnId="{6219A0A5-FEC1-441F-8530-EFC5F48F67A4}">
      <dgm:prSet/>
      <dgm:spPr/>
      <dgm:t>
        <a:bodyPr/>
        <a:lstStyle/>
        <a:p>
          <a:endParaRPr lang="en-US"/>
        </a:p>
      </dgm:t>
    </dgm:pt>
    <dgm:pt modelId="{1ED9C0EA-0FD0-4F7B-9DF2-2E54ABF3685A}">
      <dgm:prSet/>
      <dgm:spPr/>
      <dgm:t>
        <a:bodyPr/>
        <a:lstStyle/>
        <a:p>
          <a:r>
            <a:rPr lang="en-US"/>
            <a:t>What is the purpose of school?</a:t>
          </a:r>
        </a:p>
      </dgm:t>
    </dgm:pt>
    <dgm:pt modelId="{D125EF60-24A1-4A35-8870-4BA661EB0054}" type="parTrans" cxnId="{74B14F09-2FEA-4040-B65B-73B3A46EE583}">
      <dgm:prSet/>
      <dgm:spPr/>
      <dgm:t>
        <a:bodyPr/>
        <a:lstStyle/>
        <a:p>
          <a:endParaRPr lang="en-US"/>
        </a:p>
      </dgm:t>
    </dgm:pt>
    <dgm:pt modelId="{DDA79BD3-9E0A-4183-8553-4C12F343744A}" type="sibTrans" cxnId="{74B14F09-2FEA-4040-B65B-73B3A46EE583}">
      <dgm:prSet/>
      <dgm:spPr/>
      <dgm:t>
        <a:bodyPr/>
        <a:lstStyle/>
        <a:p>
          <a:endParaRPr lang="en-US"/>
        </a:p>
      </dgm:t>
    </dgm:pt>
    <dgm:pt modelId="{A5A09E9C-8CC9-4F4D-89CB-8DA32DCB78B7}">
      <dgm:prSet/>
      <dgm:spPr/>
      <dgm:t>
        <a:bodyPr/>
        <a:lstStyle/>
        <a:p>
          <a:r>
            <a:rPr lang="en-US"/>
            <a:t>What are expectation on the child?</a:t>
          </a:r>
        </a:p>
      </dgm:t>
    </dgm:pt>
    <dgm:pt modelId="{DE4EDE7B-62F8-40C5-AA0E-DD000075DB19}" type="parTrans" cxnId="{3CA39B9B-4C1D-4C25-9A6F-D7732F365A91}">
      <dgm:prSet/>
      <dgm:spPr/>
      <dgm:t>
        <a:bodyPr/>
        <a:lstStyle/>
        <a:p>
          <a:endParaRPr lang="en-US"/>
        </a:p>
      </dgm:t>
    </dgm:pt>
    <dgm:pt modelId="{83CCB939-038E-45A2-BF75-E5A8696CEBF6}" type="sibTrans" cxnId="{3CA39B9B-4C1D-4C25-9A6F-D7732F365A91}">
      <dgm:prSet/>
      <dgm:spPr/>
      <dgm:t>
        <a:bodyPr/>
        <a:lstStyle/>
        <a:p>
          <a:endParaRPr lang="en-US"/>
        </a:p>
      </dgm:t>
    </dgm:pt>
    <dgm:pt modelId="{FD117AC5-AD56-4A37-A69B-81B64E0C78C1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/>
            <a:t>Socioeconomic status</a:t>
          </a:r>
        </a:p>
      </dgm:t>
    </dgm:pt>
    <dgm:pt modelId="{3109E750-380B-4169-A33D-8CF08EACE348}" type="parTrans" cxnId="{ED4B1C07-13A5-4FA3-96BD-91A481FDEAAF}">
      <dgm:prSet/>
      <dgm:spPr/>
      <dgm:t>
        <a:bodyPr/>
        <a:lstStyle/>
        <a:p>
          <a:endParaRPr lang="en-US"/>
        </a:p>
      </dgm:t>
    </dgm:pt>
    <dgm:pt modelId="{3BE1195F-5BF2-48A6-9B26-02CEEF0463D9}" type="sibTrans" cxnId="{ED4B1C07-13A5-4FA3-96BD-91A481FDEAAF}">
      <dgm:prSet/>
      <dgm:spPr/>
      <dgm:t>
        <a:bodyPr/>
        <a:lstStyle/>
        <a:p>
          <a:endParaRPr lang="en-US"/>
        </a:p>
      </dgm:t>
    </dgm:pt>
    <dgm:pt modelId="{2A30EBE3-BABB-5F43-B465-879E8E31F7F1}" type="pres">
      <dgm:prSet presAssocID="{CB286AA0-F80D-444F-A5C2-DAD35C003D52}" presName="linear" presStyleCnt="0">
        <dgm:presLayoutVars>
          <dgm:animLvl val="lvl"/>
          <dgm:resizeHandles val="exact"/>
        </dgm:presLayoutVars>
      </dgm:prSet>
      <dgm:spPr/>
    </dgm:pt>
    <dgm:pt modelId="{236617CD-31DD-B94C-85A7-2070917DF966}" type="pres">
      <dgm:prSet presAssocID="{7383DC7A-593F-4929-9DF4-3E9BCA64F0B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F31EF0-96B1-2243-99BA-9DDD9E08605A}" type="pres">
      <dgm:prSet presAssocID="{7383DC7A-593F-4929-9DF4-3E9BCA64F0B7}" presName="childText" presStyleLbl="revTx" presStyleIdx="0" presStyleCnt="2">
        <dgm:presLayoutVars>
          <dgm:bulletEnabled val="1"/>
        </dgm:presLayoutVars>
      </dgm:prSet>
      <dgm:spPr/>
    </dgm:pt>
    <dgm:pt modelId="{50732046-3A72-7F4C-9EBC-F2E45FC3C6F9}" type="pres">
      <dgm:prSet presAssocID="{F478FA99-65CF-41F3-846B-FE89138F557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D3DA949-C22E-0C44-9BCB-C06B866D5833}" type="pres">
      <dgm:prSet presAssocID="{F478FA99-65CF-41F3-846B-FE89138F557C}" presName="childText" presStyleLbl="revTx" presStyleIdx="1" presStyleCnt="2">
        <dgm:presLayoutVars>
          <dgm:bulletEnabled val="1"/>
        </dgm:presLayoutVars>
      </dgm:prSet>
      <dgm:spPr/>
    </dgm:pt>
    <dgm:pt modelId="{7B770D3F-1541-A44F-9A16-E14BB7910947}" type="pres">
      <dgm:prSet presAssocID="{FD117AC5-AD56-4A37-A69B-81B64E0C78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D4B1C07-13A5-4FA3-96BD-91A481FDEAAF}" srcId="{CB286AA0-F80D-444F-A5C2-DAD35C003D52}" destId="{FD117AC5-AD56-4A37-A69B-81B64E0C78C1}" srcOrd="2" destOrd="0" parTransId="{3109E750-380B-4169-A33D-8CF08EACE348}" sibTransId="{3BE1195F-5BF2-48A6-9B26-02CEEF0463D9}"/>
    <dgm:cxn modelId="{74B14F09-2FEA-4040-B65B-73B3A46EE583}" srcId="{F478FA99-65CF-41F3-846B-FE89138F557C}" destId="{1ED9C0EA-0FD0-4F7B-9DF2-2E54ABF3685A}" srcOrd="0" destOrd="0" parTransId="{D125EF60-24A1-4A35-8870-4BA661EB0054}" sibTransId="{DDA79BD3-9E0A-4183-8553-4C12F343744A}"/>
    <dgm:cxn modelId="{29A7A916-C8AE-4C8B-A37D-EAE6BCD47708}" srcId="{CB286AA0-F80D-444F-A5C2-DAD35C003D52}" destId="{7383DC7A-593F-4929-9DF4-3E9BCA64F0B7}" srcOrd="0" destOrd="0" parTransId="{265DB47C-3ED0-42A8-BC6F-91FB204285EF}" sibTransId="{0B5CF30E-F068-426F-9B36-CD605D2B7185}"/>
    <dgm:cxn modelId="{59A8A669-B1DE-AC4C-8449-2419DD12D2D7}" type="presOf" srcId="{6DD9C3AB-7E85-4C5E-8F6A-5B2F9E72281A}" destId="{EAF31EF0-96B1-2243-99BA-9DDD9E08605A}" srcOrd="0" destOrd="0" presId="urn:microsoft.com/office/officeart/2005/8/layout/vList2"/>
    <dgm:cxn modelId="{07D0746F-AD79-F343-BE7C-4B2806C77F0D}" type="presOf" srcId="{4CC798BB-4A67-4EE8-ABFA-8FB62621D976}" destId="{EAF31EF0-96B1-2243-99BA-9DDD9E08605A}" srcOrd="0" destOrd="1" presId="urn:microsoft.com/office/officeart/2005/8/layout/vList2"/>
    <dgm:cxn modelId="{70DC539A-66D8-4390-95D3-F41BC2E480C5}" srcId="{7383DC7A-593F-4929-9DF4-3E9BCA64F0B7}" destId="{4CC798BB-4A67-4EE8-ABFA-8FB62621D976}" srcOrd="1" destOrd="0" parTransId="{FCE2C683-3D5F-4513-9DBF-B3F72E9DC1A1}" sibTransId="{1FC5F8AF-09A9-4ED5-BB36-E634FECE301F}"/>
    <dgm:cxn modelId="{3CA39B9B-4C1D-4C25-9A6F-D7732F365A91}" srcId="{F478FA99-65CF-41F3-846B-FE89138F557C}" destId="{A5A09E9C-8CC9-4F4D-89CB-8DA32DCB78B7}" srcOrd="1" destOrd="0" parTransId="{DE4EDE7B-62F8-40C5-AA0E-DD000075DB19}" sibTransId="{83CCB939-038E-45A2-BF75-E5A8696CEBF6}"/>
    <dgm:cxn modelId="{10B57C9F-B9DC-4B41-A59D-BE93BEC42A45}" type="presOf" srcId="{FD117AC5-AD56-4A37-A69B-81B64E0C78C1}" destId="{7B770D3F-1541-A44F-9A16-E14BB7910947}" srcOrd="0" destOrd="0" presId="urn:microsoft.com/office/officeart/2005/8/layout/vList2"/>
    <dgm:cxn modelId="{6219A0A5-FEC1-441F-8530-EFC5F48F67A4}" srcId="{CB286AA0-F80D-444F-A5C2-DAD35C003D52}" destId="{F478FA99-65CF-41F3-846B-FE89138F557C}" srcOrd="1" destOrd="0" parTransId="{E48DE046-A872-47EA-A858-CAF9A1287630}" sibTransId="{C1BBEE00-5FE1-479E-B26D-733CD958CDE6}"/>
    <dgm:cxn modelId="{6FB1E1B7-CE73-492B-8CCD-6254B190651C}" srcId="{7383DC7A-593F-4929-9DF4-3E9BCA64F0B7}" destId="{6DD9C3AB-7E85-4C5E-8F6A-5B2F9E72281A}" srcOrd="0" destOrd="0" parTransId="{A988DF0D-519C-45E8-B106-4DB38E30938E}" sibTransId="{85F2F80B-C720-4ABB-ADF6-7A20F44FA0E7}"/>
    <dgm:cxn modelId="{182961EA-D9EE-A84D-A74C-56AA5349B0DF}" type="presOf" srcId="{CB286AA0-F80D-444F-A5C2-DAD35C003D52}" destId="{2A30EBE3-BABB-5F43-B465-879E8E31F7F1}" srcOrd="0" destOrd="0" presId="urn:microsoft.com/office/officeart/2005/8/layout/vList2"/>
    <dgm:cxn modelId="{74324BF1-00BE-1047-AC35-BD5ED4A0A8C2}" type="presOf" srcId="{A5A09E9C-8CC9-4F4D-89CB-8DA32DCB78B7}" destId="{8D3DA949-C22E-0C44-9BCB-C06B866D5833}" srcOrd="0" destOrd="1" presId="urn:microsoft.com/office/officeart/2005/8/layout/vList2"/>
    <dgm:cxn modelId="{E3E4CBF1-0695-C34B-A3CD-F8F6E805FE23}" type="presOf" srcId="{1ED9C0EA-0FD0-4F7B-9DF2-2E54ABF3685A}" destId="{8D3DA949-C22E-0C44-9BCB-C06B866D5833}" srcOrd="0" destOrd="0" presId="urn:microsoft.com/office/officeart/2005/8/layout/vList2"/>
    <dgm:cxn modelId="{86615BFC-6F88-E043-9DF9-19E5C9CC2F77}" type="presOf" srcId="{F478FA99-65CF-41F3-846B-FE89138F557C}" destId="{50732046-3A72-7F4C-9EBC-F2E45FC3C6F9}" srcOrd="0" destOrd="0" presId="urn:microsoft.com/office/officeart/2005/8/layout/vList2"/>
    <dgm:cxn modelId="{02B390FC-3575-9E43-81BD-962BBE226F74}" type="presOf" srcId="{7383DC7A-593F-4929-9DF4-3E9BCA64F0B7}" destId="{236617CD-31DD-B94C-85A7-2070917DF966}" srcOrd="0" destOrd="0" presId="urn:microsoft.com/office/officeart/2005/8/layout/vList2"/>
    <dgm:cxn modelId="{82298022-5CA9-134E-8A0E-9E24FD263033}" type="presParOf" srcId="{2A30EBE3-BABB-5F43-B465-879E8E31F7F1}" destId="{236617CD-31DD-B94C-85A7-2070917DF966}" srcOrd="0" destOrd="0" presId="urn:microsoft.com/office/officeart/2005/8/layout/vList2"/>
    <dgm:cxn modelId="{B6A29755-5CA8-634C-B04D-2A6788DC5655}" type="presParOf" srcId="{2A30EBE3-BABB-5F43-B465-879E8E31F7F1}" destId="{EAF31EF0-96B1-2243-99BA-9DDD9E08605A}" srcOrd="1" destOrd="0" presId="urn:microsoft.com/office/officeart/2005/8/layout/vList2"/>
    <dgm:cxn modelId="{005FCE65-95D7-754B-BCD9-544A78A0C915}" type="presParOf" srcId="{2A30EBE3-BABB-5F43-B465-879E8E31F7F1}" destId="{50732046-3A72-7F4C-9EBC-F2E45FC3C6F9}" srcOrd="2" destOrd="0" presId="urn:microsoft.com/office/officeart/2005/8/layout/vList2"/>
    <dgm:cxn modelId="{F86AF78A-A10E-7542-A9D8-EAD2958EC688}" type="presParOf" srcId="{2A30EBE3-BABB-5F43-B465-879E8E31F7F1}" destId="{8D3DA949-C22E-0C44-9BCB-C06B866D5833}" srcOrd="3" destOrd="0" presId="urn:microsoft.com/office/officeart/2005/8/layout/vList2"/>
    <dgm:cxn modelId="{3FB58D91-0AEB-6D46-98A1-7B1C8CD03E7F}" type="presParOf" srcId="{2A30EBE3-BABB-5F43-B465-879E8E31F7F1}" destId="{7B770D3F-1541-A44F-9A16-E14BB79109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309C63-FB82-45E4-A83F-58FA8C8668E7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521ED01-38B1-4A32-8416-3BD3980BE8C2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Summary of the document with a focus on educational impact</a:t>
          </a:r>
        </a:p>
      </dgm:t>
    </dgm:pt>
    <dgm:pt modelId="{F911D2EC-4EB3-4534-813A-02FB60022D88}" type="parTrans" cxnId="{58AE8236-827B-4D10-94DB-5FE0DA38854A}">
      <dgm:prSet/>
      <dgm:spPr/>
      <dgm:t>
        <a:bodyPr/>
        <a:lstStyle/>
        <a:p>
          <a:endParaRPr lang="en-US"/>
        </a:p>
      </dgm:t>
    </dgm:pt>
    <dgm:pt modelId="{53208E4E-6C7C-404E-B3F5-AC8BFD75F1F1}" type="sibTrans" cxnId="{58AE8236-827B-4D10-94DB-5FE0DA38854A}">
      <dgm:prSet/>
      <dgm:spPr/>
      <dgm:t>
        <a:bodyPr/>
        <a:lstStyle/>
        <a:p>
          <a:endParaRPr lang="en-US"/>
        </a:p>
      </dgm:t>
    </dgm:pt>
    <dgm:pt modelId="{D7004DF9-B693-4E12-897C-05B405A028ED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The SDS is often the only source of family input for the eligibility meeting</a:t>
          </a:r>
        </a:p>
      </dgm:t>
    </dgm:pt>
    <dgm:pt modelId="{6172CB85-32AC-49F9-AD10-47ABDA720A51}" type="parTrans" cxnId="{23AA54D9-3BE4-4E37-8714-E19E9ED8A103}">
      <dgm:prSet/>
      <dgm:spPr/>
      <dgm:t>
        <a:bodyPr/>
        <a:lstStyle/>
        <a:p>
          <a:endParaRPr lang="en-US"/>
        </a:p>
      </dgm:t>
    </dgm:pt>
    <dgm:pt modelId="{4F1FF156-8270-4E30-A451-461963BB7FE5}" type="sibTrans" cxnId="{23AA54D9-3BE4-4E37-8714-E19E9ED8A103}">
      <dgm:prSet/>
      <dgm:spPr/>
      <dgm:t>
        <a:bodyPr/>
        <a:lstStyle/>
        <a:p>
          <a:endParaRPr lang="en-US"/>
        </a:p>
      </dgm:t>
    </dgm:pt>
    <dgm:pt modelId="{A1888C21-381A-494E-B5F9-C6D093CE46FF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Recommendations for eligibility  </a:t>
          </a:r>
        </a:p>
      </dgm:t>
    </dgm:pt>
    <dgm:pt modelId="{3A2E544E-242B-4300-9A1E-5870A6C8C330}" type="parTrans" cxnId="{38554C34-057B-43B1-A6EB-B1622146CFA0}">
      <dgm:prSet/>
      <dgm:spPr/>
      <dgm:t>
        <a:bodyPr/>
        <a:lstStyle/>
        <a:p>
          <a:endParaRPr lang="en-US"/>
        </a:p>
      </dgm:t>
    </dgm:pt>
    <dgm:pt modelId="{CB8E328D-3248-451C-9184-6C34195CF866}" type="sibTrans" cxnId="{38554C34-057B-43B1-A6EB-B1622146CFA0}">
      <dgm:prSet/>
      <dgm:spPr/>
      <dgm:t>
        <a:bodyPr/>
        <a:lstStyle/>
        <a:p>
          <a:endParaRPr lang="en-US"/>
        </a:p>
      </dgm:t>
    </dgm:pt>
    <dgm:pt modelId="{EFB83926-BFFE-4FAD-9D04-9DE9445BFBB1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Recommendations for potential social work services</a:t>
          </a:r>
        </a:p>
      </dgm:t>
    </dgm:pt>
    <dgm:pt modelId="{88B61EB7-62FB-4DFC-8C4B-51E7CD831AD8}" type="parTrans" cxnId="{438F34A9-B5A3-46D4-B8E5-D359331D450F}">
      <dgm:prSet/>
      <dgm:spPr/>
      <dgm:t>
        <a:bodyPr/>
        <a:lstStyle/>
        <a:p>
          <a:endParaRPr lang="en-US"/>
        </a:p>
      </dgm:t>
    </dgm:pt>
    <dgm:pt modelId="{31DC09EA-E309-4DC3-8DA5-1126169FFD59}" type="sibTrans" cxnId="{438F34A9-B5A3-46D4-B8E5-D359331D450F}">
      <dgm:prSet/>
      <dgm:spPr/>
      <dgm:t>
        <a:bodyPr/>
        <a:lstStyle/>
        <a:p>
          <a:endParaRPr lang="en-US"/>
        </a:p>
      </dgm:t>
    </dgm:pt>
    <dgm:pt modelId="{4D34A37A-79F4-D548-B1BA-40CACF5AD728}" type="pres">
      <dgm:prSet presAssocID="{11309C63-FB82-45E4-A83F-58FA8C8668E7}" presName="linear" presStyleCnt="0">
        <dgm:presLayoutVars>
          <dgm:animLvl val="lvl"/>
          <dgm:resizeHandles val="exact"/>
        </dgm:presLayoutVars>
      </dgm:prSet>
      <dgm:spPr/>
    </dgm:pt>
    <dgm:pt modelId="{B2C95F81-E10E-934A-96B2-1682E2292288}" type="pres">
      <dgm:prSet presAssocID="{D7004DF9-B693-4E12-897C-05B405A028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2E33B7-899D-B84D-A717-C1E15A509778}" type="pres">
      <dgm:prSet presAssocID="{4F1FF156-8270-4E30-A451-461963BB7FE5}" presName="spacer" presStyleCnt="0"/>
      <dgm:spPr/>
    </dgm:pt>
    <dgm:pt modelId="{BE14E696-F55D-044B-AA8A-4C0C15EEA503}" type="pres">
      <dgm:prSet presAssocID="{8521ED01-38B1-4A32-8416-3BD3980BE8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63B3F8-837D-DF43-AD2E-5E2B5E2CB9DA}" type="pres">
      <dgm:prSet presAssocID="{53208E4E-6C7C-404E-B3F5-AC8BFD75F1F1}" presName="spacer" presStyleCnt="0"/>
      <dgm:spPr/>
    </dgm:pt>
    <dgm:pt modelId="{2614381A-11ED-3C49-BFC7-D782179B8124}" type="pres">
      <dgm:prSet presAssocID="{A1888C21-381A-494E-B5F9-C6D093CE46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DE0EFDA-E4F9-6744-80B0-AE4F830FF78D}" type="pres">
      <dgm:prSet presAssocID="{CB8E328D-3248-451C-9184-6C34195CF866}" presName="spacer" presStyleCnt="0"/>
      <dgm:spPr/>
    </dgm:pt>
    <dgm:pt modelId="{2218B887-BFC8-5741-B604-D636E09EE6DF}" type="pres">
      <dgm:prSet presAssocID="{EFB83926-BFFE-4FAD-9D04-9DE9445BFB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31580B-6FD3-024B-9829-A647E2453695}" type="presOf" srcId="{8521ED01-38B1-4A32-8416-3BD3980BE8C2}" destId="{BE14E696-F55D-044B-AA8A-4C0C15EEA503}" srcOrd="0" destOrd="0" presId="urn:microsoft.com/office/officeart/2005/8/layout/vList2"/>
    <dgm:cxn modelId="{38554C34-057B-43B1-A6EB-B1622146CFA0}" srcId="{11309C63-FB82-45E4-A83F-58FA8C8668E7}" destId="{A1888C21-381A-494E-B5F9-C6D093CE46FF}" srcOrd="2" destOrd="0" parTransId="{3A2E544E-242B-4300-9A1E-5870A6C8C330}" sibTransId="{CB8E328D-3248-451C-9184-6C34195CF866}"/>
    <dgm:cxn modelId="{58AE8236-827B-4D10-94DB-5FE0DA38854A}" srcId="{11309C63-FB82-45E4-A83F-58FA8C8668E7}" destId="{8521ED01-38B1-4A32-8416-3BD3980BE8C2}" srcOrd="1" destOrd="0" parTransId="{F911D2EC-4EB3-4534-813A-02FB60022D88}" sibTransId="{53208E4E-6C7C-404E-B3F5-AC8BFD75F1F1}"/>
    <dgm:cxn modelId="{111F0B3F-E043-BC4F-B3DC-71B150AFAE06}" type="presOf" srcId="{D7004DF9-B693-4E12-897C-05B405A028ED}" destId="{B2C95F81-E10E-934A-96B2-1682E2292288}" srcOrd="0" destOrd="0" presId="urn:microsoft.com/office/officeart/2005/8/layout/vList2"/>
    <dgm:cxn modelId="{1FB42B4E-EB7B-C149-8893-994EC632196F}" type="presOf" srcId="{EFB83926-BFFE-4FAD-9D04-9DE9445BFBB1}" destId="{2218B887-BFC8-5741-B604-D636E09EE6DF}" srcOrd="0" destOrd="0" presId="urn:microsoft.com/office/officeart/2005/8/layout/vList2"/>
    <dgm:cxn modelId="{438F34A9-B5A3-46D4-B8E5-D359331D450F}" srcId="{11309C63-FB82-45E4-A83F-58FA8C8668E7}" destId="{EFB83926-BFFE-4FAD-9D04-9DE9445BFBB1}" srcOrd="3" destOrd="0" parTransId="{88B61EB7-62FB-4DFC-8C4B-51E7CD831AD8}" sibTransId="{31DC09EA-E309-4DC3-8DA5-1126169FFD59}"/>
    <dgm:cxn modelId="{F31B01C8-9011-C046-811C-C39C44A798BE}" type="presOf" srcId="{11309C63-FB82-45E4-A83F-58FA8C8668E7}" destId="{4D34A37A-79F4-D548-B1BA-40CACF5AD728}" srcOrd="0" destOrd="0" presId="urn:microsoft.com/office/officeart/2005/8/layout/vList2"/>
    <dgm:cxn modelId="{23AA54D9-3BE4-4E37-8714-E19E9ED8A103}" srcId="{11309C63-FB82-45E4-A83F-58FA8C8668E7}" destId="{D7004DF9-B693-4E12-897C-05B405A028ED}" srcOrd="0" destOrd="0" parTransId="{6172CB85-32AC-49F9-AD10-47ABDA720A51}" sibTransId="{4F1FF156-8270-4E30-A451-461963BB7FE5}"/>
    <dgm:cxn modelId="{0D53EBF1-259C-6948-B769-A843F45A02FB}" type="presOf" srcId="{A1888C21-381A-494E-B5F9-C6D093CE46FF}" destId="{2614381A-11ED-3C49-BFC7-D782179B8124}" srcOrd="0" destOrd="0" presId="urn:microsoft.com/office/officeart/2005/8/layout/vList2"/>
    <dgm:cxn modelId="{D8450139-69EB-C549-BF67-8A69CF8D8A3E}" type="presParOf" srcId="{4D34A37A-79F4-D548-B1BA-40CACF5AD728}" destId="{B2C95F81-E10E-934A-96B2-1682E2292288}" srcOrd="0" destOrd="0" presId="urn:microsoft.com/office/officeart/2005/8/layout/vList2"/>
    <dgm:cxn modelId="{10012F0B-756B-F841-8767-D9166C44E98A}" type="presParOf" srcId="{4D34A37A-79F4-D548-B1BA-40CACF5AD728}" destId="{CF2E33B7-899D-B84D-A717-C1E15A509778}" srcOrd="1" destOrd="0" presId="urn:microsoft.com/office/officeart/2005/8/layout/vList2"/>
    <dgm:cxn modelId="{F04414DF-163F-3C46-ADCD-360A0FB8A468}" type="presParOf" srcId="{4D34A37A-79F4-D548-B1BA-40CACF5AD728}" destId="{BE14E696-F55D-044B-AA8A-4C0C15EEA503}" srcOrd="2" destOrd="0" presId="urn:microsoft.com/office/officeart/2005/8/layout/vList2"/>
    <dgm:cxn modelId="{710F2846-87F0-EF43-B708-39D50A1586F1}" type="presParOf" srcId="{4D34A37A-79F4-D548-B1BA-40CACF5AD728}" destId="{BC63B3F8-837D-DF43-AD2E-5E2B5E2CB9DA}" srcOrd="3" destOrd="0" presId="urn:microsoft.com/office/officeart/2005/8/layout/vList2"/>
    <dgm:cxn modelId="{0CC94B50-8787-C947-B0DB-269B2AF815F9}" type="presParOf" srcId="{4D34A37A-79F4-D548-B1BA-40CACF5AD728}" destId="{2614381A-11ED-3C49-BFC7-D782179B8124}" srcOrd="4" destOrd="0" presId="urn:microsoft.com/office/officeart/2005/8/layout/vList2"/>
    <dgm:cxn modelId="{1AD56129-3D8C-B541-895D-3ECF3388BD72}" type="presParOf" srcId="{4D34A37A-79F4-D548-B1BA-40CACF5AD728}" destId="{4DE0EFDA-E4F9-6744-80B0-AE4F830FF78D}" srcOrd="5" destOrd="0" presId="urn:microsoft.com/office/officeart/2005/8/layout/vList2"/>
    <dgm:cxn modelId="{C8A9E2E2-5151-E04C-B059-504C24ED7965}" type="presParOf" srcId="{4D34A37A-79F4-D548-B1BA-40CACF5AD728}" destId="{2218B887-BFC8-5741-B604-D636E09EE6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E3110F-7E8C-4DA2-98D2-BEC6FC090CD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19B1D0-3F7B-4351-A226-7C6F61F003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The effectiveness or degree with which an individual meets the standards and social responsibility expected for age and cultural group – Grossman, 1983</a:t>
          </a:r>
          <a:endParaRPr lang="en-US" dirty="0"/>
        </a:p>
      </dgm:t>
    </dgm:pt>
    <dgm:pt modelId="{9DA1069B-5792-41E7-980E-EA8E0825BD05}" type="parTrans" cxnId="{45D779FE-6D6B-454F-8DEF-47A4EC1825CD}">
      <dgm:prSet/>
      <dgm:spPr/>
      <dgm:t>
        <a:bodyPr/>
        <a:lstStyle/>
        <a:p>
          <a:endParaRPr lang="en-US"/>
        </a:p>
      </dgm:t>
    </dgm:pt>
    <dgm:pt modelId="{1FF64ABD-6184-4E3C-A296-36FC40C82531}" type="sibTrans" cxnId="{45D779FE-6D6B-454F-8DEF-47A4EC1825CD}">
      <dgm:prSet/>
      <dgm:spPr/>
      <dgm:t>
        <a:bodyPr/>
        <a:lstStyle/>
        <a:p>
          <a:endParaRPr lang="en-US"/>
        </a:p>
      </dgm:t>
    </dgm:pt>
    <dgm:pt modelId="{B9A11535-2ED2-4F57-BEA2-E10655CC08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The collection of conceptual, social and practical skills that individuals need to function in their daily lives. – AAIDD (2010)</a:t>
          </a:r>
          <a:endParaRPr lang="en-US"/>
        </a:p>
      </dgm:t>
    </dgm:pt>
    <dgm:pt modelId="{03025D59-5D63-4F1D-A00B-9C4EF5AD80B6}" type="parTrans" cxnId="{AEF76FED-13CD-49DE-A726-294C7DA87D97}">
      <dgm:prSet/>
      <dgm:spPr/>
      <dgm:t>
        <a:bodyPr/>
        <a:lstStyle/>
        <a:p>
          <a:endParaRPr lang="en-US"/>
        </a:p>
      </dgm:t>
    </dgm:pt>
    <dgm:pt modelId="{B44BC1F3-E426-4E60-A04F-4C6A575D4610}" type="sibTrans" cxnId="{AEF76FED-13CD-49DE-A726-294C7DA87D97}">
      <dgm:prSet/>
      <dgm:spPr/>
      <dgm:t>
        <a:bodyPr/>
        <a:lstStyle/>
        <a:p>
          <a:endParaRPr lang="en-US"/>
        </a:p>
      </dgm:t>
    </dgm:pt>
    <dgm:pt modelId="{D2D56810-2CE0-4124-952C-4D93BCEB8C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the ability to adapt to new situations and people.  It is how people respond to their environment - determined by age-appropriate skills</a:t>
          </a:r>
          <a:endParaRPr lang="en-US" dirty="0"/>
        </a:p>
      </dgm:t>
    </dgm:pt>
    <dgm:pt modelId="{FAD943D1-B2DB-4B9A-A642-7BA7C8ECF500}" type="parTrans" cxnId="{CC240221-CF90-4495-8B7C-66477E4677E5}">
      <dgm:prSet/>
      <dgm:spPr/>
      <dgm:t>
        <a:bodyPr/>
        <a:lstStyle/>
        <a:p>
          <a:endParaRPr lang="en-US"/>
        </a:p>
      </dgm:t>
    </dgm:pt>
    <dgm:pt modelId="{65A0ABFD-F6C9-4CF5-B1F6-B72D1342C10A}" type="sibTrans" cxnId="{CC240221-CF90-4495-8B7C-66477E4677E5}">
      <dgm:prSet/>
      <dgm:spPr/>
      <dgm:t>
        <a:bodyPr/>
        <a:lstStyle/>
        <a:p>
          <a:endParaRPr lang="en-US"/>
        </a:p>
      </dgm:t>
    </dgm:pt>
    <dgm:pt modelId="{936DBA74-7DA1-4D1E-8B8F-66E12FAFD420}" type="pres">
      <dgm:prSet presAssocID="{41E3110F-7E8C-4DA2-98D2-BEC6FC090CD1}" presName="root" presStyleCnt="0">
        <dgm:presLayoutVars>
          <dgm:dir/>
          <dgm:resizeHandles val="exact"/>
        </dgm:presLayoutVars>
      </dgm:prSet>
      <dgm:spPr/>
    </dgm:pt>
    <dgm:pt modelId="{F3E724E0-AC31-4176-8332-69AC90712067}" type="pres">
      <dgm:prSet presAssocID="{6019B1D0-3F7B-4351-A226-7C6F61F0039D}" presName="compNode" presStyleCnt="0"/>
      <dgm:spPr/>
    </dgm:pt>
    <dgm:pt modelId="{CD427E31-8227-4F3D-B6AE-9BDD531C784F}" type="pres">
      <dgm:prSet presAssocID="{6019B1D0-3F7B-4351-A226-7C6F61F0039D}" presName="bgRect" presStyleLbl="bgShp" presStyleIdx="0" presStyleCnt="3"/>
      <dgm:spPr/>
    </dgm:pt>
    <dgm:pt modelId="{958FD379-914D-4EE5-9596-4EFEB5593D8E}" type="pres">
      <dgm:prSet presAssocID="{6019B1D0-3F7B-4351-A226-7C6F61F003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C557716-1C8A-4B36-8D7C-2EAE9BA0D425}" type="pres">
      <dgm:prSet presAssocID="{6019B1D0-3F7B-4351-A226-7C6F61F0039D}" presName="spaceRect" presStyleCnt="0"/>
      <dgm:spPr/>
    </dgm:pt>
    <dgm:pt modelId="{EB5CFC47-FBD8-4A61-948C-5B5BF3BE43A6}" type="pres">
      <dgm:prSet presAssocID="{6019B1D0-3F7B-4351-A226-7C6F61F0039D}" presName="parTx" presStyleLbl="revTx" presStyleIdx="0" presStyleCnt="3" custLinFactNeighborX="0" custLinFactNeighborY="7089">
        <dgm:presLayoutVars>
          <dgm:chMax val="0"/>
          <dgm:chPref val="0"/>
        </dgm:presLayoutVars>
      </dgm:prSet>
      <dgm:spPr/>
    </dgm:pt>
    <dgm:pt modelId="{466E6B63-D1A7-4099-9A9C-5C8E9806C019}" type="pres">
      <dgm:prSet presAssocID="{1FF64ABD-6184-4E3C-A296-36FC40C82531}" presName="sibTrans" presStyleCnt="0"/>
      <dgm:spPr/>
    </dgm:pt>
    <dgm:pt modelId="{F8FD51C5-FFC1-4F85-BEDD-9F75FE7DDA7D}" type="pres">
      <dgm:prSet presAssocID="{B9A11535-2ED2-4F57-BEA2-E10655CC08E8}" presName="compNode" presStyleCnt="0"/>
      <dgm:spPr/>
    </dgm:pt>
    <dgm:pt modelId="{F85000CE-B16B-4DB6-AEDE-179F56A5A791}" type="pres">
      <dgm:prSet presAssocID="{B9A11535-2ED2-4F57-BEA2-E10655CC08E8}" presName="bgRect" presStyleLbl="bgShp" presStyleIdx="1" presStyleCnt="3"/>
      <dgm:spPr/>
    </dgm:pt>
    <dgm:pt modelId="{44B210E9-08A4-4451-B7F2-6E44EF8E222D}" type="pres">
      <dgm:prSet presAssocID="{B9A11535-2ED2-4F57-BEA2-E10655CC08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F1877EB-38D8-4B9F-B345-78ED06203E31}" type="pres">
      <dgm:prSet presAssocID="{B9A11535-2ED2-4F57-BEA2-E10655CC08E8}" presName="spaceRect" presStyleCnt="0"/>
      <dgm:spPr/>
    </dgm:pt>
    <dgm:pt modelId="{B23C7015-C366-4A36-916E-3FCA596EFD52}" type="pres">
      <dgm:prSet presAssocID="{B9A11535-2ED2-4F57-BEA2-E10655CC08E8}" presName="parTx" presStyleLbl="revTx" presStyleIdx="1" presStyleCnt="3">
        <dgm:presLayoutVars>
          <dgm:chMax val="0"/>
          <dgm:chPref val="0"/>
        </dgm:presLayoutVars>
      </dgm:prSet>
      <dgm:spPr/>
    </dgm:pt>
    <dgm:pt modelId="{05F9F55C-02F5-4B32-8075-DC9764422C78}" type="pres">
      <dgm:prSet presAssocID="{B44BC1F3-E426-4E60-A04F-4C6A575D4610}" presName="sibTrans" presStyleCnt="0"/>
      <dgm:spPr/>
    </dgm:pt>
    <dgm:pt modelId="{FAA44427-D851-430A-BDF1-87FE25B5D2F9}" type="pres">
      <dgm:prSet presAssocID="{D2D56810-2CE0-4124-952C-4D93BCEB8C05}" presName="compNode" presStyleCnt="0"/>
      <dgm:spPr/>
    </dgm:pt>
    <dgm:pt modelId="{DBEB5AAF-12F9-45A5-848E-12B75C059D52}" type="pres">
      <dgm:prSet presAssocID="{D2D56810-2CE0-4124-952C-4D93BCEB8C05}" presName="bgRect" presStyleLbl="bgShp" presStyleIdx="2" presStyleCnt="3"/>
      <dgm:spPr/>
    </dgm:pt>
    <dgm:pt modelId="{424D239C-B5DF-49CA-9E6A-5A3F1D50EFC0}" type="pres">
      <dgm:prSet presAssocID="{D2D56810-2CE0-4124-952C-4D93BCEB8C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5F4F596D-3B45-42C0-9270-64A36619A041}" type="pres">
      <dgm:prSet presAssocID="{D2D56810-2CE0-4124-952C-4D93BCEB8C05}" presName="spaceRect" presStyleCnt="0"/>
      <dgm:spPr/>
    </dgm:pt>
    <dgm:pt modelId="{1AA6C304-B431-454E-B222-AB221B2E00BB}" type="pres">
      <dgm:prSet presAssocID="{D2D56810-2CE0-4124-952C-4D93BCEB8C0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C240221-CF90-4495-8B7C-66477E4677E5}" srcId="{41E3110F-7E8C-4DA2-98D2-BEC6FC090CD1}" destId="{D2D56810-2CE0-4124-952C-4D93BCEB8C05}" srcOrd="2" destOrd="0" parTransId="{FAD943D1-B2DB-4B9A-A642-7BA7C8ECF500}" sibTransId="{65A0ABFD-F6C9-4CF5-B1F6-B72D1342C10A}"/>
    <dgm:cxn modelId="{921F2945-C719-4E3F-8E1B-5D1A5DAD702D}" type="presOf" srcId="{D2D56810-2CE0-4124-952C-4D93BCEB8C05}" destId="{1AA6C304-B431-454E-B222-AB221B2E00BB}" srcOrd="0" destOrd="0" presId="urn:microsoft.com/office/officeart/2018/2/layout/IconVerticalSolidList"/>
    <dgm:cxn modelId="{610B1378-75F2-4472-9DA4-DBDE7AB0BD8B}" type="presOf" srcId="{B9A11535-2ED2-4F57-BEA2-E10655CC08E8}" destId="{B23C7015-C366-4A36-916E-3FCA596EFD52}" srcOrd="0" destOrd="0" presId="urn:microsoft.com/office/officeart/2018/2/layout/IconVerticalSolidList"/>
    <dgm:cxn modelId="{BE2E99AF-14A2-481A-86FF-0D88CFE000E8}" type="presOf" srcId="{6019B1D0-3F7B-4351-A226-7C6F61F0039D}" destId="{EB5CFC47-FBD8-4A61-948C-5B5BF3BE43A6}" srcOrd="0" destOrd="0" presId="urn:microsoft.com/office/officeart/2018/2/layout/IconVerticalSolidList"/>
    <dgm:cxn modelId="{AEF76FED-13CD-49DE-A726-294C7DA87D97}" srcId="{41E3110F-7E8C-4DA2-98D2-BEC6FC090CD1}" destId="{B9A11535-2ED2-4F57-BEA2-E10655CC08E8}" srcOrd="1" destOrd="0" parTransId="{03025D59-5D63-4F1D-A00B-9C4EF5AD80B6}" sibTransId="{B44BC1F3-E426-4E60-A04F-4C6A575D4610}"/>
    <dgm:cxn modelId="{C08A04F3-14DF-4C3A-BFD1-646D83E36DA4}" type="presOf" srcId="{41E3110F-7E8C-4DA2-98D2-BEC6FC090CD1}" destId="{936DBA74-7DA1-4D1E-8B8F-66E12FAFD420}" srcOrd="0" destOrd="0" presId="urn:microsoft.com/office/officeart/2018/2/layout/IconVerticalSolidList"/>
    <dgm:cxn modelId="{45D779FE-6D6B-454F-8DEF-47A4EC1825CD}" srcId="{41E3110F-7E8C-4DA2-98D2-BEC6FC090CD1}" destId="{6019B1D0-3F7B-4351-A226-7C6F61F0039D}" srcOrd="0" destOrd="0" parTransId="{9DA1069B-5792-41E7-980E-EA8E0825BD05}" sibTransId="{1FF64ABD-6184-4E3C-A296-36FC40C82531}"/>
    <dgm:cxn modelId="{A685373E-A5DE-4196-96B8-D56CBDFAF078}" type="presParOf" srcId="{936DBA74-7DA1-4D1E-8B8F-66E12FAFD420}" destId="{F3E724E0-AC31-4176-8332-69AC90712067}" srcOrd="0" destOrd="0" presId="urn:microsoft.com/office/officeart/2018/2/layout/IconVerticalSolidList"/>
    <dgm:cxn modelId="{F2401EB5-8903-4B32-B844-6956951986B7}" type="presParOf" srcId="{F3E724E0-AC31-4176-8332-69AC90712067}" destId="{CD427E31-8227-4F3D-B6AE-9BDD531C784F}" srcOrd="0" destOrd="0" presId="urn:microsoft.com/office/officeart/2018/2/layout/IconVerticalSolidList"/>
    <dgm:cxn modelId="{F7EE42FF-C32B-4FC5-B9E2-38E216444DA1}" type="presParOf" srcId="{F3E724E0-AC31-4176-8332-69AC90712067}" destId="{958FD379-914D-4EE5-9596-4EFEB5593D8E}" srcOrd="1" destOrd="0" presId="urn:microsoft.com/office/officeart/2018/2/layout/IconVerticalSolidList"/>
    <dgm:cxn modelId="{FD0D1560-8C0D-4308-8F6D-8BB518B2FB08}" type="presParOf" srcId="{F3E724E0-AC31-4176-8332-69AC90712067}" destId="{9C557716-1C8A-4B36-8D7C-2EAE9BA0D425}" srcOrd="2" destOrd="0" presId="urn:microsoft.com/office/officeart/2018/2/layout/IconVerticalSolidList"/>
    <dgm:cxn modelId="{84FFF3AD-17DF-4A98-83B7-2317447F6CCF}" type="presParOf" srcId="{F3E724E0-AC31-4176-8332-69AC90712067}" destId="{EB5CFC47-FBD8-4A61-948C-5B5BF3BE43A6}" srcOrd="3" destOrd="0" presId="urn:microsoft.com/office/officeart/2018/2/layout/IconVerticalSolidList"/>
    <dgm:cxn modelId="{81728E93-BD3A-46FC-B166-8E0B8655AF3D}" type="presParOf" srcId="{936DBA74-7DA1-4D1E-8B8F-66E12FAFD420}" destId="{466E6B63-D1A7-4099-9A9C-5C8E9806C019}" srcOrd="1" destOrd="0" presId="urn:microsoft.com/office/officeart/2018/2/layout/IconVerticalSolidList"/>
    <dgm:cxn modelId="{FE93F538-5DBF-4A60-9869-A4DF838926BB}" type="presParOf" srcId="{936DBA74-7DA1-4D1E-8B8F-66E12FAFD420}" destId="{F8FD51C5-FFC1-4F85-BEDD-9F75FE7DDA7D}" srcOrd="2" destOrd="0" presId="urn:microsoft.com/office/officeart/2018/2/layout/IconVerticalSolidList"/>
    <dgm:cxn modelId="{9F630084-BD4A-4DF5-A8AC-10842F22B9B5}" type="presParOf" srcId="{F8FD51C5-FFC1-4F85-BEDD-9F75FE7DDA7D}" destId="{F85000CE-B16B-4DB6-AEDE-179F56A5A791}" srcOrd="0" destOrd="0" presId="urn:microsoft.com/office/officeart/2018/2/layout/IconVerticalSolidList"/>
    <dgm:cxn modelId="{0D1CC528-BEC7-4173-841D-05D49B47D102}" type="presParOf" srcId="{F8FD51C5-FFC1-4F85-BEDD-9F75FE7DDA7D}" destId="{44B210E9-08A4-4451-B7F2-6E44EF8E222D}" srcOrd="1" destOrd="0" presId="urn:microsoft.com/office/officeart/2018/2/layout/IconVerticalSolidList"/>
    <dgm:cxn modelId="{A5C7FEF0-342A-480F-A687-836F77D8C62B}" type="presParOf" srcId="{F8FD51C5-FFC1-4F85-BEDD-9F75FE7DDA7D}" destId="{1F1877EB-38D8-4B9F-B345-78ED06203E31}" srcOrd="2" destOrd="0" presId="urn:microsoft.com/office/officeart/2018/2/layout/IconVerticalSolidList"/>
    <dgm:cxn modelId="{51511846-5CAE-4255-9B92-0FDC447100BA}" type="presParOf" srcId="{F8FD51C5-FFC1-4F85-BEDD-9F75FE7DDA7D}" destId="{B23C7015-C366-4A36-916E-3FCA596EFD52}" srcOrd="3" destOrd="0" presId="urn:microsoft.com/office/officeart/2018/2/layout/IconVerticalSolidList"/>
    <dgm:cxn modelId="{99A46D72-B51E-4A2E-B1C8-4E7524069EA5}" type="presParOf" srcId="{936DBA74-7DA1-4D1E-8B8F-66E12FAFD420}" destId="{05F9F55C-02F5-4B32-8075-DC9764422C78}" srcOrd="3" destOrd="0" presId="urn:microsoft.com/office/officeart/2018/2/layout/IconVerticalSolidList"/>
    <dgm:cxn modelId="{AAED39C8-37B7-4A8C-9D74-151D800E0CED}" type="presParOf" srcId="{936DBA74-7DA1-4D1E-8B8F-66E12FAFD420}" destId="{FAA44427-D851-430A-BDF1-87FE25B5D2F9}" srcOrd="4" destOrd="0" presId="urn:microsoft.com/office/officeart/2018/2/layout/IconVerticalSolidList"/>
    <dgm:cxn modelId="{41832720-EF57-4643-92F5-BD28DEDE751C}" type="presParOf" srcId="{FAA44427-D851-430A-BDF1-87FE25B5D2F9}" destId="{DBEB5AAF-12F9-45A5-848E-12B75C059D52}" srcOrd="0" destOrd="0" presId="urn:microsoft.com/office/officeart/2018/2/layout/IconVerticalSolidList"/>
    <dgm:cxn modelId="{F3CA5EF0-AEE6-479D-92B9-4771427ABCAF}" type="presParOf" srcId="{FAA44427-D851-430A-BDF1-87FE25B5D2F9}" destId="{424D239C-B5DF-49CA-9E6A-5A3F1D50EFC0}" srcOrd="1" destOrd="0" presId="urn:microsoft.com/office/officeart/2018/2/layout/IconVerticalSolidList"/>
    <dgm:cxn modelId="{943D362E-9FD2-4A51-84CF-9379274385CE}" type="presParOf" srcId="{FAA44427-D851-430A-BDF1-87FE25B5D2F9}" destId="{5F4F596D-3B45-42C0-9270-64A36619A041}" srcOrd="2" destOrd="0" presId="urn:microsoft.com/office/officeart/2018/2/layout/IconVerticalSolidList"/>
    <dgm:cxn modelId="{3B402A94-03F9-47F5-A398-2497329C8A62}" type="presParOf" srcId="{FAA44427-D851-430A-BDF1-87FE25B5D2F9}" destId="{1AA6C304-B431-454E-B222-AB221B2E00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6632913-52D5-47E0-8E45-4396930C55E9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1FE18C9-43BA-47A8-AA10-7DAEAA913BAF}">
      <dgm:prSet/>
      <dgm:spPr/>
      <dgm:t>
        <a:bodyPr/>
        <a:lstStyle/>
        <a:p>
          <a:r>
            <a:rPr lang="en-US"/>
            <a:t>Interview</a:t>
          </a:r>
        </a:p>
      </dgm:t>
    </dgm:pt>
    <dgm:pt modelId="{78D2E79D-4F5E-44B7-8F91-06420DB349B6}" type="parTrans" cxnId="{4A3CB021-897B-4430-B47D-2A408DA09947}">
      <dgm:prSet/>
      <dgm:spPr/>
      <dgm:t>
        <a:bodyPr/>
        <a:lstStyle/>
        <a:p>
          <a:endParaRPr lang="en-US"/>
        </a:p>
      </dgm:t>
    </dgm:pt>
    <dgm:pt modelId="{CD21EC4E-2A19-4933-A738-8C27A7CA13F8}" type="sibTrans" cxnId="{4A3CB021-897B-4430-B47D-2A408DA09947}">
      <dgm:prSet/>
      <dgm:spPr/>
      <dgm:t>
        <a:bodyPr/>
        <a:lstStyle/>
        <a:p>
          <a:endParaRPr lang="en-US"/>
        </a:p>
      </dgm:t>
    </dgm:pt>
    <dgm:pt modelId="{C46679F7-A67E-48E6-8665-535FE2165BD5}">
      <dgm:prSet/>
      <dgm:spPr/>
      <dgm:t>
        <a:bodyPr/>
        <a:lstStyle/>
        <a:p>
          <a:r>
            <a:rPr lang="en-US"/>
            <a:t>Unstructured</a:t>
          </a:r>
        </a:p>
      </dgm:t>
    </dgm:pt>
    <dgm:pt modelId="{009477AA-CE7A-436D-ACFF-4628C6DC0879}" type="parTrans" cxnId="{B122252F-3BB7-4C80-8302-37A14F955ECF}">
      <dgm:prSet/>
      <dgm:spPr/>
      <dgm:t>
        <a:bodyPr/>
        <a:lstStyle/>
        <a:p>
          <a:endParaRPr lang="en-US"/>
        </a:p>
      </dgm:t>
    </dgm:pt>
    <dgm:pt modelId="{FDFF84FA-8E84-4647-8612-DC90E455E8D8}" type="sibTrans" cxnId="{B122252F-3BB7-4C80-8302-37A14F955ECF}">
      <dgm:prSet/>
      <dgm:spPr/>
      <dgm:t>
        <a:bodyPr/>
        <a:lstStyle/>
        <a:p>
          <a:endParaRPr lang="en-US"/>
        </a:p>
      </dgm:t>
    </dgm:pt>
    <dgm:pt modelId="{05832EE8-AFDD-4BBA-BE90-6915CB0A9EE7}">
      <dgm:prSet/>
      <dgm:spPr/>
      <dgm:t>
        <a:bodyPr/>
        <a:lstStyle/>
        <a:p>
          <a:r>
            <a:rPr lang="en-US"/>
            <a:t>Semi-structured</a:t>
          </a:r>
        </a:p>
      </dgm:t>
    </dgm:pt>
    <dgm:pt modelId="{834F8483-0525-43D0-AAB2-C9A2258C488D}" type="parTrans" cxnId="{FD40D1A8-9063-47DE-B9C4-2AE4A867AE9D}">
      <dgm:prSet/>
      <dgm:spPr/>
      <dgm:t>
        <a:bodyPr/>
        <a:lstStyle/>
        <a:p>
          <a:endParaRPr lang="en-US"/>
        </a:p>
      </dgm:t>
    </dgm:pt>
    <dgm:pt modelId="{8179E423-7153-4663-B557-1C87349D78BB}" type="sibTrans" cxnId="{FD40D1A8-9063-47DE-B9C4-2AE4A867AE9D}">
      <dgm:prSet/>
      <dgm:spPr/>
      <dgm:t>
        <a:bodyPr/>
        <a:lstStyle/>
        <a:p>
          <a:endParaRPr lang="en-US"/>
        </a:p>
      </dgm:t>
    </dgm:pt>
    <dgm:pt modelId="{76ACAEFD-C875-411A-A1AF-33E5D39EB03B}">
      <dgm:prSet/>
      <dgm:spPr/>
      <dgm:t>
        <a:bodyPr/>
        <a:lstStyle/>
        <a:p>
          <a:r>
            <a:rPr lang="en-US" dirty="0"/>
            <a:t>Structured</a:t>
          </a:r>
        </a:p>
      </dgm:t>
    </dgm:pt>
    <dgm:pt modelId="{27959EAD-7E21-46BF-AFA0-629B93D33A0E}" type="parTrans" cxnId="{5C55A985-23A2-4ABD-9BBB-0AA0F1208021}">
      <dgm:prSet/>
      <dgm:spPr/>
      <dgm:t>
        <a:bodyPr/>
        <a:lstStyle/>
        <a:p>
          <a:endParaRPr lang="en-US"/>
        </a:p>
      </dgm:t>
    </dgm:pt>
    <dgm:pt modelId="{3250BF44-7FF1-4BC4-843B-2EDC6154EEF7}" type="sibTrans" cxnId="{5C55A985-23A2-4ABD-9BBB-0AA0F1208021}">
      <dgm:prSet/>
      <dgm:spPr/>
      <dgm:t>
        <a:bodyPr/>
        <a:lstStyle/>
        <a:p>
          <a:endParaRPr lang="en-US"/>
        </a:p>
      </dgm:t>
    </dgm:pt>
    <dgm:pt modelId="{AC467E69-C5E5-418D-8B02-180D2F81825B}">
      <dgm:prSet/>
      <dgm:spPr/>
      <dgm:t>
        <a:bodyPr/>
        <a:lstStyle/>
        <a:p>
          <a:r>
            <a:rPr lang="en-US" dirty="0"/>
            <a:t>Instruments</a:t>
          </a:r>
        </a:p>
      </dgm:t>
    </dgm:pt>
    <dgm:pt modelId="{D38A421E-0F9F-4FCA-BE8E-E64A9A7E9876}" type="parTrans" cxnId="{BA557C1F-F0F1-4F77-836F-A609A4746528}">
      <dgm:prSet/>
      <dgm:spPr/>
      <dgm:t>
        <a:bodyPr/>
        <a:lstStyle/>
        <a:p>
          <a:endParaRPr lang="en-US"/>
        </a:p>
      </dgm:t>
    </dgm:pt>
    <dgm:pt modelId="{B0365E16-2DB4-4E36-A661-C801F7DB7080}" type="sibTrans" cxnId="{BA557C1F-F0F1-4F77-836F-A609A4746528}">
      <dgm:prSet/>
      <dgm:spPr/>
      <dgm:t>
        <a:bodyPr/>
        <a:lstStyle/>
        <a:p>
          <a:endParaRPr lang="en-US"/>
        </a:p>
      </dgm:t>
    </dgm:pt>
    <dgm:pt modelId="{DB638A48-5F19-42A2-A439-FFD97EDFA081}">
      <dgm:prSet/>
      <dgm:spPr/>
      <dgm:t>
        <a:bodyPr/>
        <a:lstStyle/>
        <a:p>
          <a:r>
            <a:rPr lang="en-US" dirty="0"/>
            <a:t>Self-administered</a:t>
          </a:r>
        </a:p>
      </dgm:t>
    </dgm:pt>
    <dgm:pt modelId="{57EE37AB-7B96-4DDA-8F25-0DD972BF187E}" type="parTrans" cxnId="{0DA99481-8929-488A-88CF-7548C7FE3647}">
      <dgm:prSet/>
      <dgm:spPr/>
      <dgm:t>
        <a:bodyPr/>
        <a:lstStyle/>
        <a:p>
          <a:endParaRPr lang="en-US"/>
        </a:p>
      </dgm:t>
    </dgm:pt>
    <dgm:pt modelId="{05EBDDE4-CF9F-4342-831F-46656E0BEE71}" type="sibTrans" cxnId="{0DA99481-8929-488A-88CF-7548C7FE3647}">
      <dgm:prSet/>
      <dgm:spPr/>
      <dgm:t>
        <a:bodyPr/>
        <a:lstStyle/>
        <a:p>
          <a:endParaRPr lang="en-US"/>
        </a:p>
      </dgm:t>
    </dgm:pt>
    <dgm:pt modelId="{78F930FC-2BC0-4D03-9B0C-5E9E72301B19}">
      <dgm:prSet/>
      <dgm:spPr/>
      <dgm:t>
        <a:bodyPr/>
        <a:lstStyle/>
        <a:p>
          <a:r>
            <a:rPr lang="en-US" dirty="0"/>
            <a:t>Observations</a:t>
          </a:r>
        </a:p>
      </dgm:t>
    </dgm:pt>
    <dgm:pt modelId="{D1CC65B4-99AD-4B33-8AD6-7DEBE8FFF368}" type="parTrans" cxnId="{E3C5AE44-9412-411D-BFE0-D9239B68AF40}">
      <dgm:prSet/>
      <dgm:spPr/>
      <dgm:t>
        <a:bodyPr/>
        <a:lstStyle/>
        <a:p>
          <a:endParaRPr lang="en-US"/>
        </a:p>
      </dgm:t>
    </dgm:pt>
    <dgm:pt modelId="{6DE84C01-18B7-4F40-9C2F-C564F162392F}" type="sibTrans" cxnId="{E3C5AE44-9412-411D-BFE0-D9239B68AF40}">
      <dgm:prSet/>
      <dgm:spPr/>
      <dgm:t>
        <a:bodyPr/>
        <a:lstStyle/>
        <a:p>
          <a:endParaRPr lang="en-US"/>
        </a:p>
      </dgm:t>
    </dgm:pt>
    <dgm:pt modelId="{8B8C1AA2-5D7D-B848-9D1F-33DCC0890A69}">
      <dgm:prSet/>
      <dgm:spPr/>
      <dgm:t>
        <a:bodyPr/>
        <a:lstStyle/>
        <a:p>
          <a:r>
            <a:rPr lang="en-US" dirty="0"/>
            <a:t>various contexts</a:t>
          </a:r>
        </a:p>
      </dgm:t>
    </dgm:pt>
    <dgm:pt modelId="{3DB831BA-82CC-574B-B167-9E818A478862}" type="parTrans" cxnId="{91D88E87-A567-BD45-8372-887757CBFE40}">
      <dgm:prSet/>
      <dgm:spPr/>
      <dgm:t>
        <a:bodyPr/>
        <a:lstStyle/>
        <a:p>
          <a:endParaRPr lang="en-US"/>
        </a:p>
      </dgm:t>
    </dgm:pt>
    <dgm:pt modelId="{02A6BE2D-17AF-5846-B882-18F0EEB416F8}" type="sibTrans" cxnId="{91D88E87-A567-BD45-8372-887757CBFE40}">
      <dgm:prSet/>
      <dgm:spPr/>
      <dgm:t>
        <a:bodyPr/>
        <a:lstStyle/>
        <a:p>
          <a:endParaRPr lang="en-US"/>
        </a:p>
      </dgm:t>
    </dgm:pt>
    <dgm:pt modelId="{30B561D1-7A62-8E44-A54C-7008E5F5BECB}">
      <dgm:prSet/>
      <dgm:spPr/>
      <dgm:t>
        <a:bodyPr/>
        <a:lstStyle/>
        <a:p>
          <a:r>
            <a:rPr lang="en-US" dirty="0"/>
            <a:t>Other administered</a:t>
          </a:r>
        </a:p>
      </dgm:t>
    </dgm:pt>
    <dgm:pt modelId="{93439816-3CE5-834F-97E0-D3EEA64706AF}" type="parTrans" cxnId="{28802741-CA90-E84A-A4B8-3689B6277DDA}">
      <dgm:prSet/>
      <dgm:spPr/>
      <dgm:t>
        <a:bodyPr/>
        <a:lstStyle/>
        <a:p>
          <a:endParaRPr lang="en-US"/>
        </a:p>
      </dgm:t>
    </dgm:pt>
    <dgm:pt modelId="{4B8D4576-2BA0-4640-BE8B-E3AAC4B04D0F}" type="sibTrans" cxnId="{28802741-CA90-E84A-A4B8-3689B6277DDA}">
      <dgm:prSet/>
      <dgm:spPr/>
      <dgm:t>
        <a:bodyPr/>
        <a:lstStyle/>
        <a:p>
          <a:endParaRPr lang="en-US"/>
        </a:p>
      </dgm:t>
    </dgm:pt>
    <dgm:pt modelId="{1D0DB4BB-B1F1-C342-8060-A2A6EF2E2BAF}">
      <dgm:prSet/>
      <dgm:spPr/>
      <dgm:t>
        <a:bodyPr/>
        <a:lstStyle/>
        <a:p>
          <a:r>
            <a:rPr lang="en-US" dirty="0"/>
            <a:t>Floor/ceiling</a:t>
          </a:r>
        </a:p>
      </dgm:t>
    </dgm:pt>
    <dgm:pt modelId="{354355ED-488C-544E-9189-537137AC8B53}" type="parTrans" cxnId="{6CC99166-30D8-0042-919A-C872145884B5}">
      <dgm:prSet/>
      <dgm:spPr/>
      <dgm:t>
        <a:bodyPr/>
        <a:lstStyle/>
        <a:p>
          <a:endParaRPr lang="en-US"/>
        </a:p>
      </dgm:t>
    </dgm:pt>
    <dgm:pt modelId="{DDD6AE90-9F1B-AF49-9681-96543A2198DF}" type="sibTrans" cxnId="{6CC99166-30D8-0042-919A-C872145884B5}">
      <dgm:prSet/>
      <dgm:spPr/>
      <dgm:t>
        <a:bodyPr/>
        <a:lstStyle/>
        <a:p>
          <a:endParaRPr lang="en-US"/>
        </a:p>
      </dgm:t>
    </dgm:pt>
    <dgm:pt modelId="{FF34D89E-770E-B146-9E2C-60FD721266C0}" type="pres">
      <dgm:prSet presAssocID="{B6632913-52D5-47E0-8E45-4396930C55E9}" presName="Name0" presStyleCnt="0">
        <dgm:presLayoutVars>
          <dgm:dir/>
          <dgm:animLvl val="lvl"/>
          <dgm:resizeHandles val="exact"/>
        </dgm:presLayoutVars>
      </dgm:prSet>
      <dgm:spPr/>
    </dgm:pt>
    <dgm:pt modelId="{DB5BD742-4950-564A-961D-2F319220F643}" type="pres">
      <dgm:prSet presAssocID="{A1FE18C9-43BA-47A8-AA10-7DAEAA913BAF}" presName="composite" presStyleCnt="0"/>
      <dgm:spPr/>
    </dgm:pt>
    <dgm:pt modelId="{00C0EB0B-18EA-CA40-ADF7-CB777E6C38AB}" type="pres">
      <dgm:prSet presAssocID="{A1FE18C9-43BA-47A8-AA10-7DAEAA913BA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8B80AC7-22E0-F844-9F3F-D810EA0494D7}" type="pres">
      <dgm:prSet presAssocID="{A1FE18C9-43BA-47A8-AA10-7DAEAA913BAF}" presName="desTx" presStyleLbl="alignAccFollowNode1" presStyleIdx="0" presStyleCnt="3">
        <dgm:presLayoutVars>
          <dgm:bulletEnabled val="1"/>
        </dgm:presLayoutVars>
      </dgm:prSet>
      <dgm:spPr/>
    </dgm:pt>
    <dgm:pt modelId="{DD4F704A-ACA1-5247-ADBE-19312DF2045E}" type="pres">
      <dgm:prSet presAssocID="{CD21EC4E-2A19-4933-A738-8C27A7CA13F8}" presName="space" presStyleCnt="0"/>
      <dgm:spPr/>
    </dgm:pt>
    <dgm:pt modelId="{C5E6480E-D5A7-7B4D-B466-FB4C1E7450BF}" type="pres">
      <dgm:prSet presAssocID="{AC467E69-C5E5-418D-8B02-180D2F81825B}" presName="composite" presStyleCnt="0"/>
      <dgm:spPr/>
    </dgm:pt>
    <dgm:pt modelId="{CB260B70-71BC-C04D-892C-3CB06FE49F2F}" type="pres">
      <dgm:prSet presAssocID="{AC467E69-C5E5-418D-8B02-180D2F81825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60A2CF4-DB9F-B84B-A0D6-A56B78E13129}" type="pres">
      <dgm:prSet presAssocID="{AC467E69-C5E5-418D-8B02-180D2F81825B}" presName="desTx" presStyleLbl="alignAccFollowNode1" presStyleIdx="1" presStyleCnt="3">
        <dgm:presLayoutVars>
          <dgm:bulletEnabled val="1"/>
        </dgm:presLayoutVars>
      </dgm:prSet>
      <dgm:spPr/>
    </dgm:pt>
    <dgm:pt modelId="{81B72096-FBBE-104C-958C-B92930E36D99}" type="pres">
      <dgm:prSet presAssocID="{B0365E16-2DB4-4E36-A661-C801F7DB7080}" presName="space" presStyleCnt="0"/>
      <dgm:spPr/>
    </dgm:pt>
    <dgm:pt modelId="{AC0642D8-91DA-7E43-A832-DBD6836AF5FA}" type="pres">
      <dgm:prSet presAssocID="{78F930FC-2BC0-4D03-9B0C-5E9E72301B19}" presName="composite" presStyleCnt="0"/>
      <dgm:spPr/>
    </dgm:pt>
    <dgm:pt modelId="{25D3EB78-43AD-B945-9E7C-9B91BC8E5745}" type="pres">
      <dgm:prSet presAssocID="{78F930FC-2BC0-4D03-9B0C-5E9E72301B1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5D4B759-E616-7340-81FE-5DD09A506A64}" type="pres">
      <dgm:prSet presAssocID="{78F930FC-2BC0-4D03-9B0C-5E9E72301B1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557C1F-F0F1-4F77-836F-A609A4746528}" srcId="{B6632913-52D5-47E0-8E45-4396930C55E9}" destId="{AC467E69-C5E5-418D-8B02-180D2F81825B}" srcOrd="1" destOrd="0" parTransId="{D38A421E-0F9F-4FCA-BE8E-E64A9A7E9876}" sibTransId="{B0365E16-2DB4-4E36-A661-C801F7DB7080}"/>
    <dgm:cxn modelId="{4A3CB021-897B-4430-B47D-2A408DA09947}" srcId="{B6632913-52D5-47E0-8E45-4396930C55E9}" destId="{A1FE18C9-43BA-47A8-AA10-7DAEAA913BAF}" srcOrd="0" destOrd="0" parTransId="{78D2E79D-4F5E-44B7-8F91-06420DB349B6}" sibTransId="{CD21EC4E-2A19-4933-A738-8C27A7CA13F8}"/>
    <dgm:cxn modelId="{B122252F-3BB7-4C80-8302-37A14F955ECF}" srcId="{A1FE18C9-43BA-47A8-AA10-7DAEAA913BAF}" destId="{C46679F7-A67E-48E6-8665-535FE2165BD5}" srcOrd="0" destOrd="0" parTransId="{009477AA-CE7A-436D-ACFF-4628C6DC0879}" sibTransId="{FDFF84FA-8E84-4647-8612-DC90E455E8D8}"/>
    <dgm:cxn modelId="{28802741-CA90-E84A-A4B8-3689B6277DDA}" srcId="{AC467E69-C5E5-418D-8B02-180D2F81825B}" destId="{30B561D1-7A62-8E44-A54C-7008E5F5BECB}" srcOrd="1" destOrd="0" parTransId="{93439816-3CE5-834F-97E0-D3EEA64706AF}" sibTransId="{4B8D4576-2BA0-4640-BE8B-E3AAC4B04D0F}"/>
    <dgm:cxn modelId="{E3C5AE44-9412-411D-BFE0-D9239B68AF40}" srcId="{B6632913-52D5-47E0-8E45-4396930C55E9}" destId="{78F930FC-2BC0-4D03-9B0C-5E9E72301B19}" srcOrd="2" destOrd="0" parTransId="{D1CC65B4-99AD-4B33-8AD6-7DEBE8FFF368}" sibTransId="{6DE84C01-18B7-4F40-9C2F-C564F162392F}"/>
    <dgm:cxn modelId="{E72BE944-B72F-BD42-A1B9-5087AB24398A}" type="presOf" srcId="{C46679F7-A67E-48E6-8665-535FE2165BD5}" destId="{C8B80AC7-22E0-F844-9F3F-D810EA0494D7}" srcOrd="0" destOrd="0" presId="urn:microsoft.com/office/officeart/2005/8/layout/hList1"/>
    <dgm:cxn modelId="{B99BFF55-CD32-1147-A384-F686BA9153BE}" type="presOf" srcId="{B6632913-52D5-47E0-8E45-4396930C55E9}" destId="{FF34D89E-770E-B146-9E2C-60FD721266C0}" srcOrd="0" destOrd="0" presId="urn:microsoft.com/office/officeart/2005/8/layout/hList1"/>
    <dgm:cxn modelId="{6CC99166-30D8-0042-919A-C872145884B5}" srcId="{AC467E69-C5E5-418D-8B02-180D2F81825B}" destId="{1D0DB4BB-B1F1-C342-8060-A2A6EF2E2BAF}" srcOrd="2" destOrd="0" parTransId="{354355ED-488C-544E-9189-537137AC8B53}" sibTransId="{DDD6AE90-9F1B-AF49-9681-96543A2198DF}"/>
    <dgm:cxn modelId="{0DA99481-8929-488A-88CF-7548C7FE3647}" srcId="{AC467E69-C5E5-418D-8B02-180D2F81825B}" destId="{DB638A48-5F19-42A2-A439-FFD97EDFA081}" srcOrd="0" destOrd="0" parTransId="{57EE37AB-7B96-4DDA-8F25-0DD972BF187E}" sibTransId="{05EBDDE4-CF9F-4342-831F-46656E0BEE71}"/>
    <dgm:cxn modelId="{5C55A985-23A2-4ABD-9BBB-0AA0F1208021}" srcId="{A1FE18C9-43BA-47A8-AA10-7DAEAA913BAF}" destId="{76ACAEFD-C875-411A-A1AF-33E5D39EB03B}" srcOrd="2" destOrd="0" parTransId="{27959EAD-7E21-46BF-AFA0-629B93D33A0E}" sibTransId="{3250BF44-7FF1-4BC4-843B-2EDC6154EEF7}"/>
    <dgm:cxn modelId="{91D88E87-A567-BD45-8372-887757CBFE40}" srcId="{78F930FC-2BC0-4D03-9B0C-5E9E72301B19}" destId="{8B8C1AA2-5D7D-B848-9D1F-33DCC0890A69}" srcOrd="0" destOrd="0" parTransId="{3DB831BA-82CC-574B-B167-9E818A478862}" sibTransId="{02A6BE2D-17AF-5846-B882-18F0EEB416F8}"/>
    <dgm:cxn modelId="{E293809A-64DE-5A42-92CF-2778715B5690}" type="presOf" srcId="{8B8C1AA2-5D7D-B848-9D1F-33DCC0890A69}" destId="{15D4B759-E616-7340-81FE-5DD09A506A64}" srcOrd="0" destOrd="0" presId="urn:microsoft.com/office/officeart/2005/8/layout/hList1"/>
    <dgm:cxn modelId="{142BBD9B-FC84-164E-8A01-9B63ABE9642D}" type="presOf" srcId="{DB638A48-5F19-42A2-A439-FFD97EDFA081}" destId="{660A2CF4-DB9F-B84B-A0D6-A56B78E13129}" srcOrd="0" destOrd="0" presId="urn:microsoft.com/office/officeart/2005/8/layout/hList1"/>
    <dgm:cxn modelId="{E9E2A0A1-7AA1-C442-9E15-5CAD6D5FC2D1}" type="presOf" srcId="{05832EE8-AFDD-4BBA-BE90-6915CB0A9EE7}" destId="{C8B80AC7-22E0-F844-9F3F-D810EA0494D7}" srcOrd="0" destOrd="1" presId="urn:microsoft.com/office/officeart/2005/8/layout/hList1"/>
    <dgm:cxn modelId="{419377A2-DCA2-8F42-84BC-96CFA5EAAD5C}" type="presOf" srcId="{A1FE18C9-43BA-47A8-AA10-7DAEAA913BAF}" destId="{00C0EB0B-18EA-CA40-ADF7-CB777E6C38AB}" srcOrd="0" destOrd="0" presId="urn:microsoft.com/office/officeart/2005/8/layout/hList1"/>
    <dgm:cxn modelId="{FD40D1A8-9063-47DE-B9C4-2AE4A867AE9D}" srcId="{A1FE18C9-43BA-47A8-AA10-7DAEAA913BAF}" destId="{05832EE8-AFDD-4BBA-BE90-6915CB0A9EE7}" srcOrd="1" destOrd="0" parTransId="{834F8483-0525-43D0-AAB2-C9A2258C488D}" sibTransId="{8179E423-7153-4663-B557-1C87349D78BB}"/>
    <dgm:cxn modelId="{81FDCDAA-BFA7-594A-94D2-7430CEA7B388}" type="presOf" srcId="{30B561D1-7A62-8E44-A54C-7008E5F5BECB}" destId="{660A2CF4-DB9F-B84B-A0D6-A56B78E13129}" srcOrd="0" destOrd="1" presId="urn:microsoft.com/office/officeart/2005/8/layout/hList1"/>
    <dgm:cxn modelId="{7927ECB2-2C55-664A-8731-E1FF0C135C6A}" type="presOf" srcId="{AC467E69-C5E5-418D-8B02-180D2F81825B}" destId="{CB260B70-71BC-C04D-892C-3CB06FE49F2F}" srcOrd="0" destOrd="0" presId="urn:microsoft.com/office/officeart/2005/8/layout/hList1"/>
    <dgm:cxn modelId="{EE4320B5-3138-7943-91B1-435D401FC117}" type="presOf" srcId="{1D0DB4BB-B1F1-C342-8060-A2A6EF2E2BAF}" destId="{660A2CF4-DB9F-B84B-A0D6-A56B78E13129}" srcOrd="0" destOrd="2" presId="urn:microsoft.com/office/officeart/2005/8/layout/hList1"/>
    <dgm:cxn modelId="{3C0F0FC2-FE7D-BD46-9B3D-A05F532015D1}" type="presOf" srcId="{78F930FC-2BC0-4D03-9B0C-5E9E72301B19}" destId="{25D3EB78-43AD-B945-9E7C-9B91BC8E5745}" srcOrd="0" destOrd="0" presId="urn:microsoft.com/office/officeart/2005/8/layout/hList1"/>
    <dgm:cxn modelId="{839075F0-23CB-1E41-AE4D-076059F6970A}" type="presOf" srcId="{76ACAEFD-C875-411A-A1AF-33E5D39EB03B}" destId="{C8B80AC7-22E0-F844-9F3F-D810EA0494D7}" srcOrd="0" destOrd="2" presId="urn:microsoft.com/office/officeart/2005/8/layout/hList1"/>
    <dgm:cxn modelId="{ED8E1E13-7101-4E49-A7F6-A13A6A467382}" type="presParOf" srcId="{FF34D89E-770E-B146-9E2C-60FD721266C0}" destId="{DB5BD742-4950-564A-961D-2F319220F643}" srcOrd="0" destOrd="0" presId="urn:microsoft.com/office/officeart/2005/8/layout/hList1"/>
    <dgm:cxn modelId="{B208A3BA-9C47-7946-A51C-49C10722A547}" type="presParOf" srcId="{DB5BD742-4950-564A-961D-2F319220F643}" destId="{00C0EB0B-18EA-CA40-ADF7-CB777E6C38AB}" srcOrd="0" destOrd="0" presId="urn:microsoft.com/office/officeart/2005/8/layout/hList1"/>
    <dgm:cxn modelId="{7A41C2A2-D561-564D-8D20-57B562F0306E}" type="presParOf" srcId="{DB5BD742-4950-564A-961D-2F319220F643}" destId="{C8B80AC7-22E0-F844-9F3F-D810EA0494D7}" srcOrd="1" destOrd="0" presId="urn:microsoft.com/office/officeart/2005/8/layout/hList1"/>
    <dgm:cxn modelId="{E820FEA2-1B0C-5040-8488-A0D95B8D4CE1}" type="presParOf" srcId="{FF34D89E-770E-B146-9E2C-60FD721266C0}" destId="{DD4F704A-ACA1-5247-ADBE-19312DF2045E}" srcOrd="1" destOrd="0" presId="urn:microsoft.com/office/officeart/2005/8/layout/hList1"/>
    <dgm:cxn modelId="{ED586E84-2696-F642-85DB-C5484A4ED8AD}" type="presParOf" srcId="{FF34D89E-770E-B146-9E2C-60FD721266C0}" destId="{C5E6480E-D5A7-7B4D-B466-FB4C1E7450BF}" srcOrd="2" destOrd="0" presId="urn:microsoft.com/office/officeart/2005/8/layout/hList1"/>
    <dgm:cxn modelId="{4E7F1F27-968C-3C47-841B-7BAA94E4E5CC}" type="presParOf" srcId="{C5E6480E-D5A7-7B4D-B466-FB4C1E7450BF}" destId="{CB260B70-71BC-C04D-892C-3CB06FE49F2F}" srcOrd="0" destOrd="0" presId="urn:microsoft.com/office/officeart/2005/8/layout/hList1"/>
    <dgm:cxn modelId="{367F7C6A-F717-3941-A053-DD9E629878FD}" type="presParOf" srcId="{C5E6480E-D5A7-7B4D-B466-FB4C1E7450BF}" destId="{660A2CF4-DB9F-B84B-A0D6-A56B78E13129}" srcOrd="1" destOrd="0" presId="urn:microsoft.com/office/officeart/2005/8/layout/hList1"/>
    <dgm:cxn modelId="{A0E70036-85B2-8543-B92C-583FC5B12B8A}" type="presParOf" srcId="{FF34D89E-770E-B146-9E2C-60FD721266C0}" destId="{81B72096-FBBE-104C-958C-B92930E36D99}" srcOrd="3" destOrd="0" presId="urn:microsoft.com/office/officeart/2005/8/layout/hList1"/>
    <dgm:cxn modelId="{30809D89-7052-014C-B86D-3AE18998C5B2}" type="presParOf" srcId="{FF34D89E-770E-B146-9E2C-60FD721266C0}" destId="{AC0642D8-91DA-7E43-A832-DBD6836AF5FA}" srcOrd="4" destOrd="0" presId="urn:microsoft.com/office/officeart/2005/8/layout/hList1"/>
    <dgm:cxn modelId="{D210A0E5-AAC7-9641-AF3D-9ED877CDD1E1}" type="presParOf" srcId="{AC0642D8-91DA-7E43-A832-DBD6836AF5FA}" destId="{25D3EB78-43AD-B945-9E7C-9B91BC8E5745}" srcOrd="0" destOrd="0" presId="urn:microsoft.com/office/officeart/2005/8/layout/hList1"/>
    <dgm:cxn modelId="{8E804FFE-2FC1-BB4D-8B4A-785E944EA4D9}" type="presParOf" srcId="{AC0642D8-91DA-7E43-A832-DBD6836AF5FA}" destId="{15D4B759-E616-7340-81FE-5DD09A506A6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9558E42-A85C-443F-AC0D-532741FEC11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5567FE4-86C1-453F-BA27-B52587D8A69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Instruments/Checklists</a:t>
          </a:r>
        </a:p>
      </dgm:t>
    </dgm:pt>
    <dgm:pt modelId="{6857F508-CA8E-4D86-A5D3-08EF58C24832}" type="parTrans" cxnId="{680785A6-3682-4FF7-823A-7490EEECE13D}">
      <dgm:prSet/>
      <dgm:spPr/>
      <dgm:t>
        <a:bodyPr/>
        <a:lstStyle/>
        <a:p>
          <a:endParaRPr lang="en-US"/>
        </a:p>
      </dgm:t>
    </dgm:pt>
    <dgm:pt modelId="{80BC4DFC-B566-40E6-B75B-90895DF41D10}" type="sibTrans" cxnId="{680785A6-3682-4FF7-823A-7490EEECE13D}">
      <dgm:prSet/>
      <dgm:spPr/>
      <dgm:t>
        <a:bodyPr/>
        <a:lstStyle/>
        <a:p>
          <a:endParaRPr lang="en-US"/>
        </a:p>
      </dgm:t>
    </dgm:pt>
    <dgm:pt modelId="{15A7700A-9528-4FD6-9A25-F3E654CC849D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Clinical interview</a:t>
          </a:r>
        </a:p>
      </dgm:t>
    </dgm:pt>
    <dgm:pt modelId="{CAFBA3F3-46C4-40D3-B4E0-4C522CF7E04C}" type="parTrans" cxnId="{047F3AF4-9CD8-40C0-8395-507F00AC95F7}">
      <dgm:prSet/>
      <dgm:spPr/>
      <dgm:t>
        <a:bodyPr/>
        <a:lstStyle/>
        <a:p>
          <a:endParaRPr lang="en-US"/>
        </a:p>
      </dgm:t>
    </dgm:pt>
    <dgm:pt modelId="{7412483E-4C5A-4405-9921-2F3FF55DCD54}" type="sibTrans" cxnId="{047F3AF4-9CD8-40C0-8395-507F00AC95F7}">
      <dgm:prSet/>
      <dgm:spPr/>
      <dgm:t>
        <a:bodyPr/>
        <a:lstStyle/>
        <a:p>
          <a:endParaRPr lang="en-US"/>
        </a:p>
      </dgm:t>
    </dgm:pt>
    <dgm:pt modelId="{A531FB81-B28D-B449-9160-92E1EAF87668}" type="pres">
      <dgm:prSet presAssocID="{79558E42-A85C-443F-AC0D-532741FEC111}" presName="diagram" presStyleCnt="0">
        <dgm:presLayoutVars>
          <dgm:dir/>
          <dgm:resizeHandles val="exact"/>
        </dgm:presLayoutVars>
      </dgm:prSet>
      <dgm:spPr/>
    </dgm:pt>
    <dgm:pt modelId="{DB6FAB98-8515-DD48-918F-D18DC39D309C}" type="pres">
      <dgm:prSet presAssocID="{E5567FE4-86C1-453F-BA27-B52587D8A692}" presName="node" presStyleLbl="node1" presStyleIdx="0" presStyleCnt="2">
        <dgm:presLayoutVars>
          <dgm:bulletEnabled val="1"/>
        </dgm:presLayoutVars>
      </dgm:prSet>
      <dgm:spPr/>
    </dgm:pt>
    <dgm:pt modelId="{E556BF21-B525-464E-BF64-FEF1DF5E5021}" type="pres">
      <dgm:prSet presAssocID="{80BC4DFC-B566-40E6-B75B-90895DF41D10}" presName="sibTrans" presStyleCnt="0"/>
      <dgm:spPr/>
    </dgm:pt>
    <dgm:pt modelId="{5495A077-8AAA-984E-9929-3E1714D72A5B}" type="pres">
      <dgm:prSet presAssocID="{15A7700A-9528-4FD6-9A25-F3E654CC849D}" presName="node" presStyleLbl="node1" presStyleIdx="1" presStyleCnt="2">
        <dgm:presLayoutVars>
          <dgm:bulletEnabled val="1"/>
        </dgm:presLayoutVars>
      </dgm:prSet>
      <dgm:spPr/>
    </dgm:pt>
  </dgm:ptLst>
  <dgm:cxnLst>
    <dgm:cxn modelId="{6399E39C-8BF2-E340-974F-81607518EDE9}" type="presOf" srcId="{15A7700A-9528-4FD6-9A25-F3E654CC849D}" destId="{5495A077-8AAA-984E-9929-3E1714D72A5B}" srcOrd="0" destOrd="0" presId="urn:microsoft.com/office/officeart/2005/8/layout/default"/>
    <dgm:cxn modelId="{680785A6-3682-4FF7-823A-7490EEECE13D}" srcId="{79558E42-A85C-443F-AC0D-532741FEC111}" destId="{E5567FE4-86C1-453F-BA27-B52587D8A692}" srcOrd="0" destOrd="0" parTransId="{6857F508-CA8E-4D86-A5D3-08EF58C24832}" sibTransId="{80BC4DFC-B566-40E6-B75B-90895DF41D10}"/>
    <dgm:cxn modelId="{F93A0FEE-D755-1B4C-9A8F-CDDA0B44B1E6}" type="presOf" srcId="{79558E42-A85C-443F-AC0D-532741FEC111}" destId="{A531FB81-B28D-B449-9160-92E1EAF87668}" srcOrd="0" destOrd="0" presId="urn:microsoft.com/office/officeart/2005/8/layout/default"/>
    <dgm:cxn modelId="{047F3AF4-9CD8-40C0-8395-507F00AC95F7}" srcId="{79558E42-A85C-443F-AC0D-532741FEC111}" destId="{15A7700A-9528-4FD6-9A25-F3E654CC849D}" srcOrd="1" destOrd="0" parTransId="{CAFBA3F3-46C4-40D3-B4E0-4C522CF7E04C}" sibTransId="{7412483E-4C5A-4405-9921-2F3FF55DCD54}"/>
    <dgm:cxn modelId="{7BA92AFD-9262-0744-A636-4B2C8C7DEF84}" type="presOf" srcId="{E5567FE4-86C1-453F-BA27-B52587D8A692}" destId="{DB6FAB98-8515-DD48-918F-D18DC39D309C}" srcOrd="0" destOrd="0" presId="urn:microsoft.com/office/officeart/2005/8/layout/default"/>
    <dgm:cxn modelId="{4DD822A3-EB5E-464F-B677-CFE59B83B658}" type="presParOf" srcId="{A531FB81-B28D-B449-9160-92E1EAF87668}" destId="{DB6FAB98-8515-DD48-918F-D18DC39D309C}" srcOrd="0" destOrd="0" presId="urn:microsoft.com/office/officeart/2005/8/layout/default"/>
    <dgm:cxn modelId="{3B48CED9-57E6-634A-AA72-8EED29A1B797}" type="presParOf" srcId="{A531FB81-B28D-B449-9160-92E1EAF87668}" destId="{E556BF21-B525-464E-BF64-FEF1DF5E5021}" srcOrd="1" destOrd="0" presId="urn:microsoft.com/office/officeart/2005/8/layout/default"/>
    <dgm:cxn modelId="{6DC7614C-D7A9-1D48-BADA-8C52550ACEF4}" type="presParOf" srcId="{A531FB81-B28D-B449-9160-92E1EAF87668}" destId="{5495A077-8AAA-984E-9929-3E1714D72A5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23237F0-51B2-4C52-B0CC-B535FBCB1FB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B2AA74-E6B4-4B73-961C-63FC5D013771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endParaRPr lang="en-US" sz="1600" dirty="0">
            <a:latin typeface="+mn-lt"/>
          </a:endParaRPr>
        </a:p>
        <a:p>
          <a:r>
            <a:rPr lang="en-US" sz="3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Pros</a:t>
          </a:r>
          <a:r>
            <a:rPr lang="en-US" sz="28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 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Give scores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Ease of use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Fast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Reliable and normed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Needed for determining ID vs. ED/SLD</a:t>
          </a:r>
        </a:p>
        <a:p>
          <a:endParaRPr lang="en-US" sz="2000" dirty="0">
            <a:solidFill>
              <a:schemeClr val="tx1"/>
            </a:solidFill>
            <a:latin typeface="+mn-lt"/>
            <a:cs typeface="Times New Roman" panose="02020603050405020304" pitchFamily="18" charset="0"/>
          </a:endParaRPr>
        </a:p>
        <a:p>
          <a:endParaRPr lang="en-US" sz="1600" dirty="0">
            <a:latin typeface="+mn-lt"/>
            <a:cs typeface="Times New Roman" panose="02020603050405020304" pitchFamily="18" charset="0"/>
          </a:endParaRPr>
        </a:p>
      </dgm:t>
    </dgm:pt>
    <dgm:pt modelId="{D767E81A-369F-4498-BC34-95DF9A613F4B}" type="parTrans" cxnId="{099DB98B-8C99-4799-BB95-ED09CB1AEDD5}">
      <dgm:prSet/>
      <dgm:spPr/>
      <dgm:t>
        <a:bodyPr/>
        <a:lstStyle/>
        <a:p>
          <a:endParaRPr lang="en-US"/>
        </a:p>
      </dgm:t>
    </dgm:pt>
    <dgm:pt modelId="{C391BDA2-8462-4E31-ACF3-76C3317B8E92}" type="sibTrans" cxnId="{099DB98B-8C99-4799-BB95-ED09CB1AEDD5}">
      <dgm:prSet/>
      <dgm:spPr/>
      <dgm:t>
        <a:bodyPr/>
        <a:lstStyle/>
        <a:p>
          <a:endParaRPr lang="en-US"/>
        </a:p>
      </dgm:t>
    </dgm:pt>
    <dgm:pt modelId="{E1B7DA96-BD71-49C4-9340-17B74BF56C43}">
      <dgm:prSet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sz="3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Cons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Cannot identify patterns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Local cultural norms not included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Reliance on standardized measures vs. lived experience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Require training</a:t>
          </a:r>
        </a:p>
        <a:p>
          <a:r>
            <a:rPr lang="en-US" sz="20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Cost money</a:t>
          </a:r>
        </a:p>
        <a:p>
          <a:endParaRPr lang="en-US" sz="500" dirty="0"/>
        </a:p>
      </dgm:t>
    </dgm:pt>
    <dgm:pt modelId="{531BD918-7EE1-46AE-8CD6-82ABB277F646}" type="parTrans" cxnId="{7C159F19-73D8-4C83-8C03-11CE5049B9E1}">
      <dgm:prSet/>
      <dgm:spPr/>
      <dgm:t>
        <a:bodyPr/>
        <a:lstStyle/>
        <a:p>
          <a:endParaRPr lang="en-US"/>
        </a:p>
      </dgm:t>
    </dgm:pt>
    <dgm:pt modelId="{E9003480-BB18-41F6-832D-B4B58F6F0832}" type="sibTrans" cxnId="{7C159F19-73D8-4C83-8C03-11CE5049B9E1}">
      <dgm:prSet/>
      <dgm:spPr/>
      <dgm:t>
        <a:bodyPr/>
        <a:lstStyle/>
        <a:p>
          <a:endParaRPr lang="en-US"/>
        </a:p>
      </dgm:t>
    </dgm:pt>
    <dgm:pt modelId="{F1B72694-33FB-6C4D-95CE-23E17ED2EFAA}" type="pres">
      <dgm:prSet presAssocID="{723237F0-51B2-4C52-B0CC-B535FBCB1FB2}" presName="diagram" presStyleCnt="0">
        <dgm:presLayoutVars>
          <dgm:dir/>
          <dgm:resizeHandles val="exact"/>
        </dgm:presLayoutVars>
      </dgm:prSet>
      <dgm:spPr/>
    </dgm:pt>
    <dgm:pt modelId="{3B0696F9-5166-024E-A2D0-46F71BD844DC}" type="pres">
      <dgm:prSet presAssocID="{08B2AA74-E6B4-4B73-961C-63FC5D013771}" presName="node" presStyleLbl="node1" presStyleIdx="0" presStyleCnt="2">
        <dgm:presLayoutVars>
          <dgm:bulletEnabled val="1"/>
        </dgm:presLayoutVars>
      </dgm:prSet>
      <dgm:spPr/>
    </dgm:pt>
    <dgm:pt modelId="{7C7FDF4E-F24D-E441-A632-D34EE8798A58}" type="pres">
      <dgm:prSet presAssocID="{C391BDA2-8462-4E31-ACF3-76C3317B8E92}" presName="sibTrans" presStyleCnt="0"/>
      <dgm:spPr/>
    </dgm:pt>
    <dgm:pt modelId="{C10BC56A-7336-7342-AFBA-78F4F2391323}" type="pres">
      <dgm:prSet presAssocID="{E1B7DA96-BD71-49C4-9340-17B74BF56C43}" presName="node" presStyleLbl="node1" presStyleIdx="1" presStyleCnt="2">
        <dgm:presLayoutVars>
          <dgm:bulletEnabled val="1"/>
        </dgm:presLayoutVars>
      </dgm:prSet>
      <dgm:spPr/>
    </dgm:pt>
  </dgm:ptLst>
  <dgm:cxnLst>
    <dgm:cxn modelId="{7C159F19-73D8-4C83-8C03-11CE5049B9E1}" srcId="{723237F0-51B2-4C52-B0CC-B535FBCB1FB2}" destId="{E1B7DA96-BD71-49C4-9340-17B74BF56C43}" srcOrd="1" destOrd="0" parTransId="{531BD918-7EE1-46AE-8CD6-82ABB277F646}" sibTransId="{E9003480-BB18-41F6-832D-B4B58F6F0832}"/>
    <dgm:cxn modelId="{CEE95530-3A3C-E24A-8C4C-949A186300E0}" type="presOf" srcId="{E1B7DA96-BD71-49C4-9340-17B74BF56C43}" destId="{C10BC56A-7336-7342-AFBA-78F4F2391323}" srcOrd="0" destOrd="0" presId="urn:microsoft.com/office/officeart/2005/8/layout/default"/>
    <dgm:cxn modelId="{099DB98B-8C99-4799-BB95-ED09CB1AEDD5}" srcId="{723237F0-51B2-4C52-B0CC-B535FBCB1FB2}" destId="{08B2AA74-E6B4-4B73-961C-63FC5D013771}" srcOrd="0" destOrd="0" parTransId="{D767E81A-369F-4498-BC34-95DF9A613F4B}" sibTransId="{C391BDA2-8462-4E31-ACF3-76C3317B8E92}"/>
    <dgm:cxn modelId="{74AD148D-7F43-F94D-A64F-C036AF0B15A7}" type="presOf" srcId="{08B2AA74-E6B4-4B73-961C-63FC5D013771}" destId="{3B0696F9-5166-024E-A2D0-46F71BD844DC}" srcOrd="0" destOrd="0" presId="urn:microsoft.com/office/officeart/2005/8/layout/default"/>
    <dgm:cxn modelId="{ED86E3F7-C42E-A547-BAA2-4BDAAED64700}" type="presOf" srcId="{723237F0-51B2-4C52-B0CC-B535FBCB1FB2}" destId="{F1B72694-33FB-6C4D-95CE-23E17ED2EFAA}" srcOrd="0" destOrd="0" presId="urn:microsoft.com/office/officeart/2005/8/layout/default"/>
    <dgm:cxn modelId="{886C90C1-DF6E-7049-B0E5-9746E8E068FF}" type="presParOf" srcId="{F1B72694-33FB-6C4D-95CE-23E17ED2EFAA}" destId="{3B0696F9-5166-024E-A2D0-46F71BD844DC}" srcOrd="0" destOrd="0" presId="urn:microsoft.com/office/officeart/2005/8/layout/default"/>
    <dgm:cxn modelId="{5137F14D-693C-3143-8B2C-440C3F5F2DC9}" type="presParOf" srcId="{F1B72694-33FB-6C4D-95CE-23E17ED2EFAA}" destId="{7C7FDF4E-F24D-E441-A632-D34EE8798A58}" srcOrd="1" destOrd="0" presId="urn:microsoft.com/office/officeart/2005/8/layout/default"/>
    <dgm:cxn modelId="{EDDD1CEF-973C-4141-B8C9-CBCA7459B03D}" type="presParOf" srcId="{F1B72694-33FB-6C4D-95CE-23E17ED2EFAA}" destId="{C10BC56A-7336-7342-AFBA-78F4F239132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31A0C3C-C1FC-493D-91A8-27EE8DAB1779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97222EFA-D51D-4BF5-9E59-0F1E0DBA3A27}">
      <dgm:prSet/>
      <dgm:spPr/>
      <dgm:t>
        <a:bodyPr/>
        <a:lstStyle/>
        <a:p>
          <a:r>
            <a:rPr lang="en-US" b="0" i="0"/>
            <a:t>Conceptual</a:t>
          </a:r>
          <a:endParaRPr lang="en-US"/>
        </a:p>
      </dgm:t>
    </dgm:pt>
    <dgm:pt modelId="{E846E39F-F451-49BA-960D-792BAD21257A}" type="parTrans" cxnId="{FA680CB3-EEB6-4D0A-8ACE-3D81A15AA4FA}">
      <dgm:prSet/>
      <dgm:spPr/>
      <dgm:t>
        <a:bodyPr/>
        <a:lstStyle/>
        <a:p>
          <a:endParaRPr lang="en-US"/>
        </a:p>
      </dgm:t>
    </dgm:pt>
    <dgm:pt modelId="{09E4510A-D459-4DE1-B639-B6708B776888}" type="sibTrans" cxnId="{FA680CB3-EEB6-4D0A-8ACE-3D81A15AA4FA}">
      <dgm:prSet/>
      <dgm:spPr/>
      <dgm:t>
        <a:bodyPr/>
        <a:lstStyle/>
        <a:p>
          <a:endParaRPr lang="en-US"/>
        </a:p>
      </dgm:t>
    </dgm:pt>
    <dgm:pt modelId="{70AC40BD-160C-4196-AB77-939273937A55}">
      <dgm:prSet/>
      <dgm:spPr/>
      <dgm:t>
        <a:bodyPr/>
        <a:lstStyle/>
        <a:p>
          <a:r>
            <a:rPr lang="en-US" b="0" i="0"/>
            <a:t>Social</a:t>
          </a:r>
          <a:endParaRPr lang="en-US"/>
        </a:p>
      </dgm:t>
    </dgm:pt>
    <dgm:pt modelId="{F18760CF-AF73-4A4C-8B71-F8EC105AED7A}" type="parTrans" cxnId="{5E2274E5-A767-40AC-A411-3A4DA763BDFA}">
      <dgm:prSet/>
      <dgm:spPr/>
      <dgm:t>
        <a:bodyPr/>
        <a:lstStyle/>
        <a:p>
          <a:endParaRPr lang="en-US"/>
        </a:p>
      </dgm:t>
    </dgm:pt>
    <dgm:pt modelId="{587FE032-DD3B-4C04-8FFB-2EE840E78FA0}" type="sibTrans" cxnId="{5E2274E5-A767-40AC-A411-3A4DA763BDFA}">
      <dgm:prSet/>
      <dgm:spPr/>
      <dgm:t>
        <a:bodyPr/>
        <a:lstStyle/>
        <a:p>
          <a:endParaRPr lang="en-US"/>
        </a:p>
      </dgm:t>
    </dgm:pt>
    <dgm:pt modelId="{1023209B-ED8F-4DD0-A9EC-3A954034133B}">
      <dgm:prSet/>
      <dgm:spPr/>
      <dgm:t>
        <a:bodyPr/>
        <a:lstStyle/>
        <a:p>
          <a:r>
            <a:rPr lang="en-US" b="0" i="0"/>
            <a:t>Communication</a:t>
          </a:r>
          <a:endParaRPr lang="en-US"/>
        </a:p>
      </dgm:t>
    </dgm:pt>
    <dgm:pt modelId="{02F2112C-ADF9-439A-A292-237B6BC14DB2}" type="parTrans" cxnId="{B0207368-942D-43B9-82BF-0652FC981996}">
      <dgm:prSet/>
      <dgm:spPr/>
      <dgm:t>
        <a:bodyPr/>
        <a:lstStyle/>
        <a:p>
          <a:endParaRPr lang="en-US"/>
        </a:p>
      </dgm:t>
    </dgm:pt>
    <dgm:pt modelId="{FB0BB558-9E42-43B6-8046-A83EEBD5345D}" type="sibTrans" cxnId="{B0207368-942D-43B9-82BF-0652FC981996}">
      <dgm:prSet/>
      <dgm:spPr/>
      <dgm:t>
        <a:bodyPr/>
        <a:lstStyle/>
        <a:p>
          <a:endParaRPr lang="en-US"/>
        </a:p>
      </dgm:t>
    </dgm:pt>
    <dgm:pt modelId="{8E05101C-9F7B-491E-95B0-42F2CEF659A8}">
      <dgm:prSet/>
      <dgm:spPr/>
      <dgm:t>
        <a:bodyPr/>
        <a:lstStyle/>
        <a:p>
          <a:r>
            <a:rPr lang="en-US" b="0" i="0"/>
            <a:t>Self-care/safety</a:t>
          </a:r>
          <a:endParaRPr lang="en-US"/>
        </a:p>
      </dgm:t>
    </dgm:pt>
    <dgm:pt modelId="{AF6960BA-1957-484C-A5B8-0D25AFC0E0B1}" type="parTrans" cxnId="{514D830E-1A2A-4216-AD6B-612433DFCC28}">
      <dgm:prSet/>
      <dgm:spPr/>
      <dgm:t>
        <a:bodyPr/>
        <a:lstStyle/>
        <a:p>
          <a:endParaRPr lang="en-US"/>
        </a:p>
      </dgm:t>
    </dgm:pt>
    <dgm:pt modelId="{AAA88444-832C-4863-946E-99CC69D6EB6D}" type="sibTrans" cxnId="{514D830E-1A2A-4216-AD6B-612433DFCC28}">
      <dgm:prSet/>
      <dgm:spPr/>
      <dgm:t>
        <a:bodyPr/>
        <a:lstStyle/>
        <a:p>
          <a:endParaRPr lang="en-US"/>
        </a:p>
      </dgm:t>
    </dgm:pt>
    <dgm:pt modelId="{8B19ABD1-913F-4B4C-B0E2-6EE949B31B3D}">
      <dgm:prSet/>
      <dgm:spPr/>
      <dgm:t>
        <a:bodyPr/>
        <a:lstStyle/>
        <a:p>
          <a:r>
            <a:rPr lang="en-US" b="0" i="0"/>
            <a:t>Leisure</a:t>
          </a:r>
          <a:endParaRPr lang="en-US"/>
        </a:p>
      </dgm:t>
    </dgm:pt>
    <dgm:pt modelId="{2DD8B661-54FB-484D-A6C7-30E565415704}" type="parTrans" cxnId="{79B3C89A-31DF-4AE8-A821-7953DBCFA667}">
      <dgm:prSet/>
      <dgm:spPr/>
      <dgm:t>
        <a:bodyPr/>
        <a:lstStyle/>
        <a:p>
          <a:endParaRPr lang="en-US"/>
        </a:p>
      </dgm:t>
    </dgm:pt>
    <dgm:pt modelId="{F3B6C7FF-8284-4862-93E2-FA2396E284F2}" type="sibTrans" cxnId="{79B3C89A-31DF-4AE8-A821-7953DBCFA667}">
      <dgm:prSet/>
      <dgm:spPr/>
      <dgm:t>
        <a:bodyPr/>
        <a:lstStyle/>
        <a:p>
          <a:endParaRPr lang="en-US"/>
        </a:p>
      </dgm:t>
    </dgm:pt>
    <dgm:pt modelId="{CDFD1308-00B8-41F2-AD12-A84B93659DE7}">
      <dgm:prSet/>
      <dgm:spPr/>
      <dgm:t>
        <a:bodyPr/>
        <a:lstStyle/>
        <a:p>
          <a:r>
            <a:rPr lang="en-US" b="0" i="0"/>
            <a:t>Work</a:t>
          </a:r>
          <a:endParaRPr lang="en-US"/>
        </a:p>
      </dgm:t>
    </dgm:pt>
    <dgm:pt modelId="{19331651-A712-4240-81B1-7DCB95BE61FA}" type="parTrans" cxnId="{D9808B98-091C-49E8-9FC0-B05139500EAD}">
      <dgm:prSet/>
      <dgm:spPr/>
      <dgm:t>
        <a:bodyPr/>
        <a:lstStyle/>
        <a:p>
          <a:endParaRPr lang="en-US"/>
        </a:p>
      </dgm:t>
    </dgm:pt>
    <dgm:pt modelId="{747FF1CA-4D34-4667-9A5F-7686B93B0AC7}" type="sibTrans" cxnId="{D9808B98-091C-49E8-9FC0-B05139500EAD}">
      <dgm:prSet/>
      <dgm:spPr/>
      <dgm:t>
        <a:bodyPr/>
        <a:lstStyle/>
        <a:p>
          <a:endParaRPr lang="en-US"/>
        </a:p>
      </dgm:t>
    </dgm:pt>
    <dgm:pt modelId="{927444C5-1D6F-4CEB-8E1A-87DB77422C41}">
      <dgm:prSet/>
      <dgm:spPr/>
      <dgm:t>
        <a:bodyPr/>
        <a:lstStyle/>
        <a:p>
          <a:r>
            <a:rPr lang="en-US" b="0" i="0"/>
            <a:t>Maladaptive skills</a:t>
          </a:r>
          <a:endParaRPr lang="en-US"/>
        </a:p>
      </dgm:t>
    </dgm:pt>
    <dgm:pt modelId="{87F91A8D-2FF1-48DB-8D72-2F1FECA76828}" type="parTrans" cxnId="{EC6A4E59-DB22-415A-A5F6-59A5E6CADBCA}">
      <dgm:prSet/>
      <dgm:spPr/>
      <dgm:t>
        <a:bodyPr/>
        <a:lstStyle/>
        <a:p>
          <a:endParaRPr lang="en-US"/>
        </a:p>
      </dgm:t>
    </dgm:pt>
    <dgm:pt modelId="{BEE55829-555D-4CD4-93F0-8EFAB69D30E3}" type="sibTrans" cxnId="{EC6A4E59-DB22-415A-A5F6-59A5E6CADBCA}">
      <dgm:prSet/>
      <dgm:spPr/>
      <dgm:t>
        <a:bodyPr/>
        <a:lstStyle/>
        <a:p>
          <a:endParaRPr lang="en-US"/>
        </a:p>
      </dgm:t>
    </dgm:pt>
    <dgm:pt modelId="{E3915D9E-4F58-2246-B4B3-2C802B0DFBA9}" type="pres">
      <dgm:prSet presAssocID="{531A0C3C-C1FC-493D-91A8-27EE8DAB1779}" presName="vert0" presStyleCnt="0">
        <dgm:presLayoutVars>
          <dgm:dir/>
          <dgm:animOne val="branch"/>
          <dgm:animLvl val="lvl"/>
        </dgm:presLayoutVars>
      </dgm:prSet>
      <dgm:spPr/>
    </dgm:pt>
    <dgm:pt modelId="{4B1B7174-2054-DA4A-9AFE-C6190EA73D15}" type="pres">
      <dgm:prSet presAssocID="{97222EFA-D51D-4BF5-9E59-0F1E0DBA3A27}" presName="thickLine" presStyleLbl="alignNode1" presStyleIdx="0" presStyleCnt="7"/>
      <dgm:spPr/>
    </dgm:pt>
    <dgm:pt modelId="{ADD30952-9AF8-7549-A603-BDBFB276BB2A}" type="pres">
      <dgm:prSet presAssocID="{97222EFA-D51D-4BF5-9E59-0F1E0DBA3A27}" presName="horz1" presStyleCnt="0"/>
      <dgm:spPr/>
    </dgm:pt>
    <dgm:pt modelId="{B1D0BF03-2FD5-564A-8D9D-9B9B5F70C9C3}" type="pres">
      <dgm:prSet presAssocID="{97222EFA-D51D-4BF5-9E59-0F1E0DBA3A27}" presName="tx1" presStyleLbl="revTx" presStyleIdx="0" presStyleCnt="7"/>
      <dgm:spPr/>
    </dgm:pt>
    <dgm:pt modelId="{81B675A0-43A9-F042-B403-7B092818BCAD}" type="pres">
      <dgm:prSet presAssocID="{97222EFA-D51D-4BF5-9E59-0F1E0DBA3A27}" presName="vert1" presStyleCnt="0"/>
      <dgm:spPr/>
    </dgm:pt>
    <dgm:pt modelId="{27C00100-A331-F148-AB0B-89F326125953}" type="pres">
      <dgm:prSet presAssocID="{70AC40BD-160C-4196-AB77-939273937A55}" presName="thickLine" presStyleLbl="alignNode1" presStyleIdx="1" presStyleCnt="7"/>
      <dgm:spPr/>
    </dgm:pt>
    <dgm:pt modelId="{9B93F235-CB9A-3D40-9A17-06CC6D12B0FF}" type="pres">
      <dgm:prSet presAssocID="{70AC40BD-160C-4196-AB77-939273937A55}" presName="horz1" presStyleCnt="0"/>
      <dgm:spPr/>
    </dgm:pt>
    <dgm:pt modelId="{0F4AC5F9-3839-2540-A313-A505A24C93A6}" type="pres">
      <dgm:prSet presAssocID="{70AC40BD-160C-4196-AB77-939273937A55}" presName="tx1" presStyleLbl="revTx" presStyleIdx="1" presStyleCnt="7"/>
      <dgm:spPr/>
    </dgm:pt>
    <dgm:pt modelId="{FB56EE03-BA1F-1643-9183-982AA29FF4B0}" type="pres">
      <dgm:prSet presAssocID="{70AC40BD-160C-4196-AB77-939273937A55}" presName="vert1" presStyleCnt="0"/>
      <dgm:spPr/>
    </dgm:pt>
    <dgm:pt modelId="{0ABAC02C-2348-E041-85D2-3191DAFCDAB5}" type="pres">
      <dgm:prSet presAssocID="{1023209B-ED8F-4DD0-A9EC-3A954034133B}" presName="thickLine" presStyleLbl="alignNode1" presStyleIdx="2" presStyleCnt="7"/>
      <dgm:spPr/>
    </dgm:pt>
    <dgm:pt modelId="{8A9BE6FC-3074-7241-AA17-E9F5A9B92266}" type="pres">
      <dgm:prSet presAssocID="{1023209B-ED8F-4DD0-A9EC-3A954034133B}" presName="horz1" presStyleCnt="0"/>
      <dgm:spPr/>
    </dgm:pt>
    <dgm:pt modelId="{A4DCB9F2-993C-204C-8D2F-AE18A324FDF1}" type="pres">
      <dgm:prSet presAssocID="{1023209B-ED8F-4DD0-A9EC-3A954034133B}" presName="tx1" presStyleLbl="revTx" presStyleIdx="2" presStyleCnt="7"/>
      <dgm:spPr/>
    </dgm:pt>
    <dgm:pt modelId="{F94FEDF0-019A-4F41-AD94-13703F1D3BDC}" type="pres">
      <dgm:prSet presAssocID="{1023209B-ED8F-4DD0-A9EC-3A954034133B}" presName="vert1" presStyleCnt="0"/>
      <dgm:spPr/>
    </dgm:pt>
    <dgm:pt modelId="{13051CE9-6148-764A-835B-94C18E4F1DCF}" type="pres">
      <dgm:prSet presAssocID="{8E05101C-9F7B-491E-95B0-42F2CEF659A8}" presName="thickLine" presStyleLbl="alignNode1" presStyleIdx="3" presStyleCnt="7"/>
      <dgm:spPr/>
    </dgm:pt>
    <dgm:pt modelId="{F3F89222-5EB0-664A-8778-8C8793EFE6BD}" type="pres">
      <dgm:prSet presAssocID="{8E05101C-9F7B-491E-95B0-42F2CEF659A8}" presName="horz1" presStyleCnt="0"/>
      <dgm:spPr/>
    </dgm:pt>
    <dgm:pt modelId="{0AE8F0EF-71CC-8647-9C2D-B0CA878E06A8}" type="pres">
      <dgm:prSet presAssocID="{8E05101C-9F7B-491E-95B0-42F2CEF659A8}" presName="tx1" presStyleLbl="revTx" presStyleIdx="3" presStyleCnt="7"/>
      <dgm:spPr/>
    </dgm:pt>
    <dgm:pt modelId="{7D49E128-FF6F-F244-95F6-0C4F376A11C9}" type="pres">
      <dgm:prSet presAssocID="{8E05101C-9F7B-491E-95B0-42F2CEF659A8}" presName="vert1" presStyleCnt="0"/>
      <dgm:spPr/>
    </dgm:pt>
    <dgm:pt modelId="{2203F807-7FBD-1346-982D-2292243955DA}" type="pres">
      <dgm:prSet presAssocID="{8B19ABD1-913F-4B4C-B0E2-6EE949B31B3D}" presName="thickLine" presStyleLbl="alignNode1" presStyleIdx="4" presStyleCnt="7"/>
      <dgm:spPr/>
    </dgm:pt>
    <dgm:pt modelId="{5DDCFDF5-BE11-B140-BD85-207EC4676F7F}" type="pres">
      <dgm:prSet presAssocID="{8B19ABD1-913F-4B4C-B0E2-6EE949B31B3D}" presName="horz1" presStyleCnt="0"/>
      <dgm:spPr/>
    </dgm:pt>
    <dgm:pt modelId="{2FE9F55B-99E7-C246-9E51-168BB9506CDB}" type="pres">
      <dgm:prSet presAssocID="{8B19ABD1-913F-4B4C-B0E2-6EE949B31B3D}" presName="tx1" presStyleLbl="revTx" presStyleIdx="4" presStyleCnt="7"/>
      <dgm:spPr/>
    </dgm:pt>
    <dgm:pt modelId="{783B824F-2E82-AA4A-85CE-27F9B3030D8B}" type="pres">
      <dgm:prSet presAssocID="{8B19ABD1-913F-4B4C-B0E2-6EE949B31B3D}" presName="vert1" presStyleCnt="0"/>
      <dgm:spPr/>
    </dgm:pt>
    <dgm:pt modelId="{8F72C163-513F-3540-8199-679434955C39}" type="pres">
      <dgm:prSet presAssocID="{CDFD1308-00B8-41F2-AD12-A84B93659DE7}" presName="thickLine" presStyleLbl="alignNode1" presStyleIdx="5" presStyleCnt="7"/>
      <dgm:spPr/>
    </dgm:pt>
    <dgm:pt modelId="{1DC078FC-D067-1040-ACCA-B61121A682ED}" type="pres">
      <dgm:prSet presAssocID="{CDFD1308-00B8-41F2-AD12-A84B93659DE7}" presName="horz1" presStyleCnt="0"/>
      <dgm:spPr/>
    </dgm:pt>
    <dgm:pt modelId="{B4289E8E-CADD-D04F-9C0C-0F4EFDE6B0B7}" type="pres">
      <dgm:prSet presAssocID="{CDFD1308-00B8-41F2-AD12-A84B93659DE7}" presName="tx1" presStyleLbl="revTx" presStyleIdx="5" presStyleCnt="7"/>
      <dgm:spPr/>
    </dgm:pt>
    <dgm:pt modelId="{C534F6C5-E396-1F40-A768-C3B0975E7F8A}" type="pres">
      <dgm:prSet presAssocID="{CDFD1308-00B8-41F2-AD12-A84B93659DE7}" presName="vert1" presStyleCnt="0"/>
      <dgm:spPr/>
    </dgm:pt>
    <dgm:pt modelId="{D41F789D-BA9B-5C40-A12C-3C0DB5D39EC3}" type="pres">
      <dgm:prSet presAssocID="{927444C5-1D6F-4CEB-8E1A-87DB77422C41}" presName="thickLine" presStyleLbl="alignNode1" presStyleIdx="6" presStyleCnt="7"/>
      <dgm:spPr/>
    </dgm:pt>
    <dgm:pt modelId="{988F08D8-3D32-864F-8C4F-1468B874F6E7}" type="pres">
      <dgm:prSet presAssocID="{927444C5-1D6F-4CEB-8E1A-87DB77422C41}" presName="horz1" presStyleCnt="0"/>
      <dgm:spPr/>
    </dgm:pt>
    <dgm:pt modelId="{E0691275-CC25-9242-BF2D-2800F26DBA16}" type="pres">
      <dgm:prSet presAssocID="{927444C5-1D6F-4CEB-8E1A-87DB77422C41}" presName="tx1" presStyleLbl="revTx" presStyleIdx="6" presStyleCnt="7"/>
      <dgm:spPr/>
    </dgm:pt>
    <dgm:pt modelId="{AC711FD3-6BAE-6A40-80A5-12628B288F9F}" type="pres">
      <dgm:prSet presAssocID="{927444C5-1D6F-4CEB-8E1A-87DB77422C41}" presName="vert1" presStyleCnt="0"/>
      <dgm:spPr/>
    </dgm:pt>
  </dgm:ptLst>
  <dgm:cxnLst>
    <dgm:cxn modelId="{514D830E-1A2A-4216-AD6B-612433DFCC28}" srcId="{531A0C3C-C1FC-493D-91A8-27EE8DAB1779}" destId="{8E05101C-9F7B-491E-95B0-42F2CEF659A8}" srcOrd="3" destOrd="0" parTransId="{AF6960BA-1957-484C-A5B8-0D25AFC0E0B1}" sibTransId="{AAA88444-832C-4863-946E-99CC69D6EB6D}"/>
    <dgm:cxn modelId="{219D1131-FE68-2F49-97C8-814A5B367798}" type="presOf" srcId="{8B19ABD1-913F-4B4C-B0E2-6EE949B31B3D}" destId="{2FE9F55B-99E7-C246-9E51-168BB9506CDB}" srcOrd="0" destOrd="0" presId="urn:microsoft.com/office/officeart/2008/layout/LinedList"/>
    <dgm:cxn modelId="{41BDAF31-479E-F641-87CA-07198941C28D}" type="presOf" srcId="{927444C5-1D6F-4CEB-8E1A-87DB77422C41}" destId="{E0691275-CC25-9242-BF2D-2800F26DBA16}" srcOrd="0" destOrd="0" presId="urn:microsoft.com/office/officeart/2008/layout/LinedList"/>
    <dgm:cxn modelId="{EC6A4E59-DB22-415A-A5F6-59A5E6CADBCA}" srcId="{531A0C3C-C1FC-493D-91A8-27EE8DAB1779}" destId="{927444C5-1D6F-4CEB-8E1A-87DB77422C41}" srcOrd="6" destOrd="0" parTransId="{87F91A8D-2FF1-48DB-8D72-2F1FECA76828}" sibTransId="{BEE55829-555D-4CD4-93F0-8EFAB69D30E3}"/>
    <dgm:cxn modelId="{B0207368-942D-43B9-82BF-0652FC981996}" srcId="{531A0C3C-C1FC-493D-91A8-27EE8DAB1779}" destId="{1023209B-ED8F-4DD0-A9EC-3A954034133B}" srcOrd="2" destOrd="0" parTransId="{02F2112C-ADF9-439A-A292-237B6BC14DB2}" sibTransId="{FB0BB558-9E42-43B6-8046-A83EEBD5345D}"/>
    <dgm:cxn modelId="{1C7ADA6B-3F37-BE43-8E03-53CBA24079C6}" type="presOf" srcId="{8E05101C-9F7B-491E-95B0-42F2CEF659A8}" destId="{0AE8F0EF-71CC-8647-9C2D-B0CA878E06A8}" srcOrd="0" destOrd="0" presId="urn:microsoft.com/office/officeart/2008/layout/LinedList"/>
    <dgm:cxn modelId="{CE65758D-D368-7C40-B7CD-10C36CA06B18}" type="presOf" srcId="{1023209B-ED8F-4DD0-A9EC-3A954034133B}" destId="{A4DCB9F2-993C-204C-8D2F-AE18A324FDF1}" srcOrd="0" destOrd="0" presId="urn:microsoft.com/office/officeart/2008/layout/LinedList"/>
    <dgm:cxn modelId="{D9808B98-091C-49E8-9FC0-B05139500EAD}" srcId="{531A0C3C-C1FC-493D-91A8-27EE8DAB1779}" destId="{CDFD1308-00B8-41F2-AD12-A84B93659DE7}" srcOrd="5" destOrd="0" parTransId="{19331651-A712-4240-81B1-7DCB95BE61FA}" sibTransId="{747FF1CA-4D34-4667-9A5F-7686B93B0AC7}"/>
    <dgm:cxn modelId="{79B3C89A-31DF-4AE8-A821-7953DBCFA667}" srcId="{531A0C3C-C1FC-493D-91A8-27EE8DAB1779}" destId="{8B19ABD1-913F-4B4C-B0E2-6EE949B31B3D}" srcOrd="4" destOrd="0" parTransId="{2DD8B661-54FB-484D-A6C7-30E565415704}" sibTransId="{F3B6C7FF-8284-4862-93E2-FA2396E284F2}"/>
    <dgm:cxn modelId="{FA680CB3-EEB6-4D0A-8ACE-3D81A15AA4FA}" srcId="{531A0C3C-C1FC-493D-91A8-27EE8DAB1779}" destId="{97222EFA-D51D-4BF5-9E59-0F1E0DBA3A27}" srcOrd="0" destOrd="0" parTransId="{E846E39F-F451-49BA-960D-792BAD21257A}" sibTransId="{09E4510A-D459-4DE1-B639-B6708B776888}"/>
    <dgm:cxn modelId="{3AD48CE0-6F19-8A43-BD48-AF21D4F76BCC}" type="presOf" srcId="{531A0C3C-C1FC-493D-91A8-27EE8DAB1779}" destId="{E3915D9E-4F58-2246-B4B3-2C802B0DFBA9}" srcOrd="0" destOrd="0" presId="urn:microsoft.com/office/officeart/2008/layout/LinedList"/>
    <dgm:cxn modelId="{13074CE1-1DBA-4D42-ADFF-EF7639057D14}" type="presOf" srcId="{70AC40BD-160C-4196-AB77-939273937A55}" destId="{0F4AC5F9-3839-2540-A313-A505A24C93A6}" srcOrd="0" destOrd="0" presId="urn:microsoft.com/office/officeart/2008/layout/LinedList"/>
    <dgm:cxn modelId="{5E2274E5-A767-40AC-A411-3A4DA763BDFA}" srcId="{531A0C3C-C1FC-493D-91A8-27EE8DAB1779}" destId="{70AC40BD-160C-4196-AB77-939273937A55}" srcOrd="1" destOrd="0" parTransId="{F18760CF-AF73-4A4C-8B71-F8EC105AED7A}" sibTransId="{587FE032-DD3B-4C04-8FFB-2EE840E78FA0}"/>
    <dgm:cxn modelId="{25EBBBF6-217E-1E44-B641-DC619FE8055F}" type="presOf" srcId="{CDFD1308-00B8-41F2-AD12-A84B93659DE7}" destId="{B4289E8E-CADD-D04F-9C0C-0F4EFDE6B0B7}" srcOrd="0" destOrd="0" presId="urn:microsoft.com/office/officeart/2008/layout/LinedList"/>
    <dgm:cxn modelId="{1832CCFE-4019-0C40-8540-BFCC709282D7}" type="presOf" srcId="{97222EFA-D51D-4BF5-9E59-0F1E0DBA3A27}" destId="{B1D0BF03-2FD5-564A-8D9D-9B9B5F70C9C3}" srcOrd="0" destOrd="0" presId="urn:microsoft.com/office/officeart/2008/layout/LinedList"/>
    <dgm:cxn modelId="{C2F2044A-32FD-D94D-8D7F-57C5BD813EA3}" type="presParOf" srcId="{E3915D9E-4F58-2246-B4B3-2C802B0DFBA9}" destId="{4B1B7174-2054-DA4A-9AFE-C6190EA73D15}" srcOrd="0" destOrd="0" presId="urn:microsoft.com/office/officeart/2008/layout/LinedList"/>
    <dgm:cxn modelId="{136D0C6E-2F67-6E4B-BA48-1A794CC532C6}" type="presParOf" srcId="{E3915D9E-4F58-2246-B4B3-2C802B0DFBA9}" destId="{ADD30952-9AF8-7549-A603-BDBFB276BB2A}" srcOrd="1" destOrd="0" presId="urn:microsoft.com/office/officeart/2008/layout/LinedList"/>
    <dgm:cxn modelId="{521281F3-221B-8C46-8D02-68C25166D659}" type="presParOf" srcId="{ADD30952-9AF8-7549-A603-BDBFB276BB2A}" destId="{B1D0BF03-2FD5-564A-8D9D-9B9B5F70C9C3}" srcOrd="0" destOrd="0" presId="urn:microsoft.com/office/officeart/2008/layout/LinedList"/>
    <dgm:cxn modelId="{5A2966CD-4A54-4C48-941E-C9BCFF425FDC}" type="presParOf" srcId="{ADD30952-9AF8-7549-A603-BDBFB276BB2A}" destId="{81B675A0-43A9-F042-B403-7B092818BCAD}" srcOrd="1" destOrd="0" presId="urn:microsoft.com/office/officeart/2008/layout/LinedList"/>
    <dgm:cxn modelId="{0EE96875-2F58-7940-869A-AC1377269298}" type="presParOf" srcId="{E3915D9E-4F58-2246-B4B3-2C802B0DFBA9}" destId="{27C00100-A331-F148-AB0B-89F326125953}" srcOrd="2" destOrd="0" presId="urn:microsoft.com/office/officeart/2008/layout/LinedList"/>
    <dgm:cxn modelId="{0CF153F9-A47B-854C-A1A3-2392D8CDE0B3}" type="presParOf" srcId="{E3915D9E-4F58-2246-B4B3-2C802B0DFBA9}" destId="{9B93F235-CB9A-3D40-9A17-06CC6D12B0FF}" srcOrd="3" destOrd="0" presId="urn:microsoft.com/office/officeart/2008/layout/LinedList"/>
    <dgm:cxn modelId="{7B3695D2-4B42-8A49-A4E5-70B64C2E46E7}" type="presParOf" srcId="{9B93F235-CB9A-3D40-9A17-06CC6D12B0FF}" destId="{0F4AC5F9-3839-2540-A313-A505A24C93A6}" srcOrd="0" destOrd="0" presId="urn:microsoft.com/office/officeart/2008/layout/LinedList"/>
    <dgm:cxn modelId="{68E1B5D5-145E-214A-8A3E-034DC4D7B49A}" type="presParOf" srcId="{9B93F235-CB9A-3D40-9A17-06CC6D12B0FF}" destId="{FB56EE03-BA1F-1643-9183-982AA29FF4B0}" srcOrd="1" destOrd="0" presId="urn:microsoft.com/office/officeart/2008/layout/LinedList"/>
    <dgm:cxn modelId="{0A1972B2-6D76-5049-B4C6-42026A579E31}" type="presParOf" srcId="{E3915D9E-4F58-2246-B4B3-2C802B0DFBA9}" destId="{0ABAC02C-2348-E041-85D2-3191DAFCDAB5}" srcOrd="4" destOrd="0" presId="urn:microsoft.com/office/officeart/2008/layout/LinedList"/>
    <dgm:cxn modelId="{808E704A-C597-1142-9DDA-65E32657CA77}" type="presParOf" srcId="{E3915D9E-4F58-2246-B4B3-2C802B0DFBA9}" destId="{8A9BE6FC-3074-7241-AA17-E9F5A9B92266}" srcOrd="5" destOrd="0" presId="urn:microsoft.com/office/officeart/2008/layout/LinedList"/>
    <dgm:cxn modelId="{4BB9E835-50FA-A143-8C6F-79E64AE9B154}" type="presParOf" srcId="{8A9BE6FC-3074-7241-AA17-E9F5A9B92266}" destId="{A4DCB9F2-993C-204C-8D2F-AE18A324FDF1}" srcOrd="0" destOrd="0" presId="urn:microsoft.com/office/officeart/2008/layout/LinedList"/>
    <dgm:cxn modelId="{E6F1B4DF-7CC6-C948-9A08-D0D31383A69F}" type="presParOf" srcId="{8A9BE6FC-3074-7241-AA17-E9F5A9B92266}" destId="{F94FEDF0-019A-4F41-AD94-13703F1D3BDC}" srcOrd="1" destOrd="0" presId="urn:microsoft.com/office/officeart/2008/layout/LinedList"/>
    <dgm:cxn modelId="{9C1024FB-938C-AE45-B359-C6EEDB73F51B}" type="presParOf" srcId="{E3915D9E-4F58-2246-B4B3-2C802B0DFBA9}" destId="{13051CE9-6148-764A-835B-94C18E4F1DCF}" srcOrd="6" destOrd="0" presId="urn:microsoft.com/office/officeart/2008/layout/LinedList"/>
    <dgm:cxn modelId="{DB867A18-422C-9642-AA9B-B4EB6D32401B}" type="presParOf" srcId="{E3915D9E-4F58-2246-B4B3-2C802B0DFBA9}" destId="{F3F89222-5EB0-664A-8778-8C8793EFE6BD}" srcOrd="7" destOrd="0" presId="urn:microsoft.com/office/officeart/2008/layout/LinedList"/>
    <dgm:cxn modelId="{237C235E-5A99-6B4D-B603-D55E3C513A3C}" type="presParOf" srcId="{F3F89222-5EB0-664A-8778-8C8793EFE6BD}" destId="{0AE8F0EF-71CC-8647-9C2D-B0CA878E06A8}" srcOrd="0" destOrd="0" presId="urn:microsoft.com/office/officeart/2008/layout/LinedList"/>
    <dgm:cxn modelId="{87213059-78B8-2A4E-9B0A-2C4FA9EC9A4A}" type="presParOf" srcId="{F3F89222-5EB0-664A-8778-8C8793EFE6BD}" destId="{7D49E128-FF6F-F244-95F6-0C4F376A11C9}" srcOrd="1" destOrd="0" presId="urn:microsoft.com/office/officeart/2008/layout/LinedList"/>
    <dgm:cxn modelId="{8A3C2579-F4FC-534E-BFD0-F0554BD814F1}" type="presParOf" srcId="{E3915D9E-4F58-2246-B4B3-2C802B0DFBA9}" destId="{2203F807-7FBD-1346-982D-2292243955DA}" srcOrd="8" destOrd="0" presId="urn:microsoft.com/office/officeart/2008/layout/LinedList"/>
    <dgm:cxn modelId="{263B65CF-7FD6-6542-99FE-7A46248ACD96}" type="presParOf" srcId="{E3915D9E-4F58-2246-B4B3-2C802B0DFBA9}" destId="{5DDCFDF5-BE11-B140-BD85-207EC4676F7F}" srcOrd="9" destOrd="0" presId="urn:microsoft.com/office/officeart/2008/layout/LinedList"/>
    <dgm:cxn modelId="{805CAFB7-30F7-3E47-8215-F3C57E09BA1B}" type="presParOf" srcId="{5DDCFDF5-BE11-B140-BD85-207EC4676F7F}" destId="{2FE9F55B-99E7-C246-9E51-168BB9506CDB}" srcOrd="0" destOrd="0" presId="urn:microsoft.com/office/officeart/2008/layout/LinedList"/>
    <dgm:cxn modelId="{C275FDD1-62CF-D64F-B02E-4813A001F7CA}" type="presParOf" srcId="{5DDCFDF5-BE11-B140-BD85-207EC4676F7F}" destId="{783B824F-2E82-AA4A-85CE-27F9B3030D8B}" srcOrd="1" destOrd="0" presId="urn:microsoft.com/office/officeart/2008/layout/LinedList"/>
    <dgm:cxn modelId="{F077833E-C388-C54D-B072-6700C1136B4B}" type="presParOf" srcId="{E3915D9E-4F58-2246-B4B3-2C802B0DFBA9}" destId="{8F72C163-513F-3540-8199-679434955C39}" srcOrd="10" destOrd="0" presId="urn:microsoft.com/office/officeart/2008/layout/LinedList"/>
    <dgm:cxn modelId="{C9863C03-A49C-2243-955F-507CCAE498F0}" type="presParOf" srcId="{E3915D9E-4F58-2246-B4B3-2C802B0DFBA9}" destId="{1DC078FC-D067-1040-ACCA-B61121A682ED}" srcOrd="11" destOrd="0" presId="urn:microsoft.com/office/officeart/2008/layout/LinedList"/>
    <dgm:cxn modelId="{1337355E-0C29-1D40-83A5-5B1F6BEFF4A8}" type="presParOf" srcId="{1DC078FC-D067-1040-ACCA-B61121A682ED}" destId="{B4289E8E-CADD-D04F-9C0C-0F4EFDE6B0B7}" srcOrd="0" destOrd="0" presId="urn:microsoft.com/office/officeart/2008/layout/LinedList"/>
    <dgm:cxn modelId="{E1E2959E-7436-5B42-8499-6BFDC142C740}" type="presParOf" srcId="{1DC078FC-D067-1040-ACCA-B61121A682ED}" destId="{C534F6C5-E396-1F40-A768-C3B0975E7F8A}" srcOrd="1" destOrd="0" presId="urn:microsoft.com/office/officeart/2008/layout/LinedList"/>
    <dgm:cxn modelId="{013CDBD3-AF7A-CE41-A472-19001F72C113}" type="presParOf" srcId="{E3915D9E-4F58-2246-B4B3-2C802B0DFBA9}" destId="{D41F789D-BA9B-5C40-A12C-3C0DB5D39EC3}" srcOrd="12" destOrd="0" presId="urn:microsoft.com/office/officeart/2008/layout/LinedList"/>
    <dgm:cxn modelId="{EF4BB854-F1B3-EB40-8413-D83DD4280E92}" type="presParOf" srcId="{E3915D9E-4F58-2246-B4B3-2C802B0DFBA9}" destId="{988F08D8-3D32-864F-8C4F-1468B874F6E7}" srcOrd="13" destOrd="0" presId="urn:microsoft.com/office/officeart/2008/layout/LinedList"/>
    <dgm:cxn modelId="{8010A3BF-7583-2F49-88A5-6ABAAE750473}" type="presParOf" srcId="{988F08D8-3D32-864F-8C4F-1468B874F6E7}" destId="{E0691275-CC25-9242-BF2D-2800F26DBA16}" srcOrd="0" destOrd="0" presId="urn:microsoft.com/office/officeart/2008/layout/LinedList"/>
    <dgm:cxn modelId="{2AADD4E7-2811-654C-8D78-4B6CC04671A6}" type="presParOf" srcId="{988F08D8-3D32-864F-8C4F-1468B874F6E7}" destId="{AC711FD3-6BAE-6A40-80A5-12628B288F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42A6881-82DE-47CA-A3A0-29F6A01DB1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DED410-0BEF-45B3-AD01-CC7A68BE75E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b="0" i="0" dirty="0"/>
            <a:t>Intellectual disability or Specific Learning Disability</a:t>
          </a:r>
          <a:endParaRPr lang="en-US" dirty="0"/>
        </a:p>
      </dgm:t>
    </dgm:pt>
    <dgm:pt modelId="{5B0A0244-4064-4DE5-81A6-FE826D6AF6CF}" type="parTrans" cxnId="{C08FD650-C8C0-476C-9008-2FA4F0627050}">
      <dgm:prSet/>
      <dgm:spPr/>
      <dgm:t>
        <a:bodyPr/>
        <a:lstStyle/>
        <a:p>
          <a:endParaRPr lang="en-US"/>
        </a:p>
      </dgm:t>
    </dgm:pt>
    <dgm:pt modelId="{BC6B0403-F8AC-4517-B09B-4556102349ED}" type="sibTrans" cxnId="{C08FD650-C8C0-476C-9008-2FA4F0627050}">
      <dgm:prSet/>
      <dgm:spPr/>
      <dgm:t>
        <a:bodyPr/>
        <a:lstStyle/>
        <a:p>
          <a:endParaRPr lang="en-US"/>
        </a:p>
      </dgm:t>
    </dgm:pt>
    <dgm:pt modelId="{530A2529-F308-4E16-92A5-2B0C71737775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b="0" i="0" dirty="0"/>
            <a:t>Lack of ability or lack of opportunity?</a:t>
          </a:r>
          <a:endParaRPr lang="en-US" dirty="0"/>
        </a:p>
      </dgm:t>
    </dgm:pt>
    <dgm:pt modelId="{1F45EE45-3B67-42F9-85D0-DB34B4736265}" type="parTrans" cxnId="{6AD0A27A-78AD-4BF7-A501-C2C38F4FC8B8}">
      <dgm:prSet/>
      <dgm:spPr/>
      <dgm:t>
        <a:bodyPr/>
        <a:lstStyle/>
        <a:p>
          <a:endParaRPr lang="en-US"/>
        </a:p>
      </dgm:t>
    </dgm:pt>
    <dgm:pt modelId="{4FC460D6-078B-498C-97FD-E3DAB81C3A00}" type="sibTrans" cxnId="{6AD0A27A-78AD-4BF7-A501-C2C38F4FC8B8}">
      <dgm:prSet/>
      <dgm:spPr/>
      <dgm:t>
        <a:bodyPr/>
        <a:lstStyle/>
        <a:p>
          <a:endParaRPr lang="en-US"/>
        </a:p>
      </dgm:t>
    </dgm:pt>
    <dgm:pt modelId="{597E7B47-9CB0-4E15-B12E-21BC28419F71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b="0" i="0" dirty="0"/>
            <a:t>Impact of pandemic on culturally established expectations</a:t>
          </a:r>
          <a:endParaRPr lang="en-US" dirty="0"/>
        </a:p>
      </dgm:t>
    </dgm:pt>
    <dgm:pt modelId="{4D32ECBF-BE82-4362-A53E-8B8019B00AC3}" type="parTrans" cxnId="{CABF4006-BCDE-4188-AC76-CAC94A5EBFBD}">
      <dgm:prSet/>
      <dgm:spPr/>
      <dgm:t>
        <a:bodyPr/>
        <a:lstStyle/>
        <a:p>
          <a:endParaRPr lang="en-US"/>
        </a:p>
      </dgm:t>
    </dgm:pt>
    <dgm:pt modelId="{44D964B3-5C98-4263-9404-A33B0F53209A}" type="sibTrans" cxnId="{CABF4006-BCDE-4188-AC76-CAC94A5EBFBD}">
      <dgm:prSet/>
      <dgm:spPr/>
      <dgm:t>
        <a:bodyPr/>
        <a:lstStyle/>
        <a:p>
          <a:endParaRPr lang="en-US"/>
        </a:p>
      </dgm:t>
    </dgm:pt>
    <dgm:pt modelId="{A0481FD9-180A-2249-AD2C-C32ED70B968B}" type="pres">
      <dgm:prSet presAssocID="{F42A6881-82DE-47CA-A3A0-29F6A01DB165}" presName="linear" presStyleCnt="0">
        <dgm:presLayoutVars>
          <dgm:animLvl val="lvl"/>
          <dgm:resizeHandles val="exact"/>
        </dgm:presLayoutVars>
      </dgm:prSet>
      <dgm:spPr/>
    </dgm:pt>
    <dgm:pt modelId="{EBF6B1A1-6376-E241-B32C-76C608444654}" type="pres">
      <dgm:prSet presAssocID="{64DED410-0BEF-45B3-AD01-CC7A68BE75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58576DB-DD1A-EE42-892F-664155D0F89A}" type="pres">
      <dgm:prSet presAssocID="{BC6B0403-F8AC-4517-B09B-4556102349ED}" presName="spacer" presStyleCnt="0"/>
      <dgm:spPr/>
    </dgm:pt>
    <dgm:pt modelId="{3563F4A7-F1AF-9542-B194-34C8D0488E4D}" type="pres">
      <dgm:prSet presAssocID="{530A2529-F308-4E16-92A5-2B0C717377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CF875C2-C334-9641-A7AD-CD475F1E3A37}" type="pres">
      <dgm:prSet presAssocID="{4FC460D6-078B-498C-97FD-E3DAB81C3A00}" presName="spacer" presStyleCnt="0"/>
      <dgm:spPr/>
    </dgm:pt>
    <dgm:pt modelId="{33BF4EF9-2845-AD4B-B410-7EF79C9E223E}" type="pres">
      <dgm:prSet presAssocID="{597E7B47-9CB0-4E15-B12E-21BC28419F7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BF4006-BCDE-4188-AC76-CAC94A5EBFBD}" srcId="{F42A6881-82DE-47CA-A3A0-29F6A01DB165}" destId="{597E7B47-9CB0-4E15-B12E-21BC28419F71}" srcOrd="2" destOrd="0" parTransId="{4D32ECBF-BE82-4362-A53E-8B8019B00AC3}" sibTransId="{44D964B3-5C98-4263-9404-A33B0F53209A}"/>
    <dgm:cxn modelId="{3D15DF0F-821E-A44A-BE87-F2D6E93C9499}" type="presOf" srcId="{597E7B47-9CB0-4E15-B12E-21BC28419F71}" destId="{33BF4EF9-2845-AD4B-B410-7EF79C9E223E}" srcOrd="0" destOrd="0" presId="urn:microsoft.com/office/officeart/2005/8/layout/vList2"/>
    <dgm:cxn modelId="{72137A13-60DE-A14D-B5A0-314FC0467F55}" type="presOf" srcId="{530A2529-F308-4E16-92A5-2B0C71737775}" destId="{3563F4A7-F1AF-9542-B194-34C8D0488E4D}" srcOrd="0" destOrd="0" presId="urn:microsoft.com/office/officeart/2005/8/layout/vList2"/>
    <dgm:cxn modelId="{C08FD650-C8C0-476C-9008-2FA4F0627050}" srcId="{F42A6881-82DE-47CA-A3A0-29F6A01DB165}" destId="{64DED410-0BEF-45B3-AD01-CC7A68BE75E9}" srcOrd="0" destOrd="0" parTransId="{5B0A0244-4064-4DE5-81A6-FE826D6AF6CF}" sibTransId="{BC6B0403-F8AC-4517-B09B-4556102349ED}"/>
    <dgm:cxn modelId="{6AD0A27A-78AD-4BF7-A501-C2C38F4FC8B8}" srcId="{F42A6881-82DE-47CA-A3A0-29F6A01DB165}" destId="{530A2529-F308-4E16-92A5-2B0C71737775}" srcOrd="1" destOrd="0" parTransId="{1F45EE45-3B67-42F9-85D0-DB34B4736265}" sibTransId="{4FC460D6-078B-498C-97FD-E3DAB81C3A00}"/>
    <dgm:cxn modelId="{365AB481-8CFF-7844-8B3D-D2D7659F9D3B}" type="presOf" srcId="{F42A6881-82DE-47CA-A3A0-29F6A01DB165}" destId="{A0481FD9-180A-2249-AD2C-C32ED70B968B}" srcOrd="0" destOrd="0" presId="urn:microsoft.com/office/officeart/2005/8/layout/vList2"/>
    <dgm:cxn modelId="{916F678C-AA88-3948-AF4C-493C8ADB83B3}" type="presOf" srcId="{64DED410-0BEF-45B3-AD01-CC7A68BE75E9}" destId="{EBF6B1A1-6376-E241-B32C-76C608444654}" srcOrd="0" destOrd="0" presId="urn:microsoft.com/office/officeart/2005/8/layout/vList2"/>
    <dgm:cxn modelId="{9BDD1C9B-7BB4-C44C-AB55-952B039FADE0}" type="presParOf" srcId="{A0481FD9-180A-2249-AD2C-C32ED70B968B}" destId="{EBF6B1A1-6376-E241-B32C-76C608444654}" srcOrd="0" destOrd="0" presId="urn:microsoft.com/office/officeart/2005/8/layout/vList2"/>
    <dgm:cxn modelId="{64850CD6-6BA5-FE4E-B6C1-35F67D129AEF}" type="presParOf" srcId="{A0481FD9-180A-2249-AD2C-C32ED70B968B}" destId="{158576DB-DD1A-EE42-892F-664155D0F89A}" srcOrd="1" destOrd="0" presId="urn:microsoft.com/office/officeart/2005/8/layout/vList2"/>
    <dgm:cxn modelId="{A8206BCE-2190-7549-9DC9-946775CA1EAA}" type="presParOf" srcId="{A0481FD9-180A-2249-AD2C-C32ED70B968B}" destId="{3563F4A7-F1AF-9542-B194-34C8D0488E4D}" srcOrd="2" destOrd="0" presId="urn:microsoft.com/office/officeart/2005/8/layout/vList2"/>
    <dgm:cxn modelId="{22BA4633-4CF3-EE4B-B793-F735691F76C7}" type="presParOf" srcId="{A0481FD9-180A-2249-AD2C-C32ED70B968B}" destId="{3CF875C2-C334-9641-A7AD-CD475F1E3A37}" srcOrd="3" destOrd="0" presId="urn:microsoft.com/office/officeart/2005/8/layout/vList2"/>
    <dgm:cxn modelId="{5DCC1201-7D46-B34D-8703-DF2F331E1ECD}" type="presParOf" srcId="{A0481FD9-180A-2249-AD2C-C32ED70B968B}" destId="{33BF4EF9-2845-AD4B-B410-7EF79C9E223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7669AE9-0D9B-4E54-BDF7-CFCBD4023B4E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918E682-4A6A-4356-81EB-8CB84F3766AA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Mental Illness</a:t>
          </a:r>
        </a:p>
      </dgm:t>
    </dgm:pt>
    <dgm:pt modelId="{43546F23-ECB3-4698-80C3-9D1CAB4A679A}" type="parTrans" cxnId="{00BE3E98-5D51-4DC4-9113-AD7D33CAC295}">
      <dgm:prSet/>
      <dgm:spPr/>
      <dgm:t>
        <a:bodyPr/>
        <a:lstStyle/>
        <a:p>
          <a:endParaRPr lang="en-US"/>
        </a:p>
      </dgm:t>
    </dgm:pt>
    <dgm:pt modelId="{DC6F8A4D-C8C9-4EFC-92CF-675A0D3B11A2}" type="sibTrans" cxnId="{00BE3E98-5D51-4DC4-9113-AD7D33CAC295}">
      <dgm:prSet/>
      <dgm:spPr/>
      <dgm:t>
        <a:bodyPr/>
        <a:lstStyle/>
        <a:p>
          <a:endParaRPr lang="en-US"/>
        </a:p>
      </dgm:t>
    </dgm:pt>
    <dgm:pt modelId="{2D8D6606-D202-447E-BBA1-7AA12A5D6335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Trauma</a:t>
          </a:r>
        </a:p>
      </dgm:t>
    </dgm:pt>
    <dgm:pt modelId="{B1DBF190-F30D-47E9-9117-920FCC6D185C}" type="parTrans" cxnId="{D95D70E2-3F27-4588-BE6C-1C12E5BC7540}">
      <dgm:prSet/>
      <dgm:spPr/>
      <dgm:t>
        <a:bodyPr/>
        <a:lstStyle/>
        <a:p>
          <a:endParaRPr lang="en-US"/>
        </a:p>
      </dgm:t>
    </dgm:pt>
    <dgm:pt modelId="{B2B42961-8BEB-4FE5-85EA-6FD142B4B1F6}" type="sibTrans" cxnId="{D95D70E2-3F27-4588-BE6C-1C12E5BC7540}">
      <dgm:prSet/>
      <dgm:spPr/>
      <dgm:t>
        <a:bodyPr/>
        <a:lstStyle/>
        <a:p>
          <a:endParaRPr lang="en-US"/>
        </a:p>
      </dgm:t>
    </dgm:pt>
    <dgm:pt modelId="{28D744A6-768B-4C08-9205-EBB798CED9FA}">
      <dgm:prSet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Neurodivergence</a:t>
          </a:r>
        </a:p>
      </dgm:t>
    </dgm:pt>
    <dgm:pt modelId="{660848D6-B637-4399-9ABF-9D889AA2FB16}" type="parTrans" cxnId="{117B9762-5C56-4B10-B443-1BCF486F2A51}">
      <dgm:prSet/>
      <dgm:spPr/>
      <dgm:t>
        <a:bodyPr/>
        <a:lstStyle/>
        <a:p>
          <a:endParaRPr lang="en-US"/>
        </a:p>
      </dgm:t>
    </dgm:pt>
    <dgm:pt modelId="{2D8066AE-AF8A-482A-A00A-E108C12BAEFC}" type="sibTrans" cxnId="{117B9762-5C56-4B10-B443-1BCF486F2A51}">
      <dgm:prSet/>
      <dgm:spPr/>
      <dgm:t>
        <a:bodyPr/>
        <a:lstStyle/>
        <a:p>
          <a:endParaRPr lang="en-US"/>
        </a:p>
      </dgm:t>
    </dgm:pt>
    <dgm:pt modelId="{C46599AE-FFAC-3948-96D9-59C3D33B7991}" type="pres">
      <dgm:prSet presAssocID="{E7669AE9-0D9B-4E54-BDF7-CFCBD4023B4E}" presName="diagram" presStyleCnt="0">
        <dgm:presLayoutVars>
          <dgm:dir/>
          <dgm:resizeHandles val="exact"/>
        </dgm:presLayoutVars>
      </dgm:prSet>
      <dgm:spPr/>
    </dgm:pt>
    <dgm:pt modelId="{4D6C830B-4837-AE4E-A799-F49AAAD8C854}" type="pres">
      <dgm:prSet presAssocID="{A918E682-4A6A-4356-81EB-8CB84F3766AA}" presName="node" presStyleLbl="node1" presStyleIdx="0" presStyleCnt="3">
        <dgm:presLayoutVars>
          <dgm:bulletEnabled val="1"/>
        </dgm:presLayoutVars>
      </dgm:prSet>
      <dgm:spPr/>
    </dgm:pt>
    <dgm:pt modelId="{8F6C7560-0767-9045-A3D5-AF0D50520F90}" type="pres">
      <dgm:prSet presAssocID="{DC6F8A4D-C8C9-4EFC-92CF-675A0D3B11A2}" presName="sibTrans" presStyleCnt="0"/>
      <dgm:spPr/>
    </dgm:pt>
    <dgm:pt modelId="{73512CD8-3499-4141-902A-31D7D2167177}" type="pres">
      <dgm:prSet presAssocID="{2D8D6606-D202-447E-BBA1-7AA12A5D6335}" presName="node" presStyleLbl="node1" presStyleIdx="1" presStyleCnt="3">
        <dgm:presLayoutVars>
          <dgm:bulletEnabled val="1"/>
        </dgm:presLayoutVars>
      </dgm:prSet>
      <dgm:spPr/>
    </dgm:pt>
    <dgm:pt modelId="{DD3531B4-53CF-6C45-9FD2-F2AE11BB1E0B}" type="pres">
      <dgm:prSet presAssocID="{B2B42961-8BEB-4FE5-85EA-6FD142B4B1F6}" presName="sibTrans" presStyleCnt="0"/>
      <dgm:spPr/>
    </dgm:pt>
    <dgm:pt modelId="{1CB49DF4-DFF8-414F-9C50-C53DA607FA26}" type="pres">
      <dgm:prSet presAssocID="{28D744A6-768B-4C08-9205-EBB798CED9F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618631-AA72-DB4C-9E8A-3A360E594089}" type="presOf" srcId="{E7669AE9-0D9B-4E54-BDF7-CFCBD4023B4E}" destId="{C46599AE-FFAC-3948-96D9-59C3D33B7991}" srcOrd="0" destOrd="0" presId="urn:microsoft.com/office/officeart/2005/8/layout/default"/>
    <dgm:cxn modelId="{117B9762-5C56-4B10-B443-1BCF486F2A51}" srcId="{E7669AE9-0D9B-4E54-BDF7-CFCBD4023B4E}" destId="{28D744A6-768B-4C08-9205-EBB798CED9FA}" srcOrd="2" destOrd="0" parTransId="{660848D6-B637-4399-9ABF-9D889AA2FB16}" sibTransId="{2D8066AE-AF8A-482A-A00A-E108C12BAEFC}"/>
    <dgm:cxn modelId="{CE5FF76F-0DFC-9E44-A926-0094BEE371D8}" type="presOf" srcId="{A918E682-4A6A-4356-81EB-8CB84F3766AA}" destId="{4D6C830B-4837-AE4E-A799-F49AAAD8C854}" srcOrd="0" destOrd="0" presId="urn:microsoft.com/office/officeart/2005/8/layout/default"/>
    <dgm:cxn modelId="{00BE3E98-5D51-4DC4-9113-AD7D33CAC295}" srcId="{E7669AE9-0D9B-4E54-BDF7-CFCBD4023B4E}" destId="{A918E682-4A6A-4356-81EB-8CB84F3766AA}" srcOrd="0" destOrd="0" parTransId="{43546F23-ECB3-4698-80C3-9D1CAB4A679A}" sibTransId="{DC6F8A4D-C8C9-4EFC-92CF-675A0D3B11A2}"/>
    <dgm:cxn modelId="{52A4E0A3-23E2-7E4C-9088-4514BBF6F52D}" type="presOf" srcId="{28D744A6-768B-4C08-9205-EBB798CED9FA}" destId="{1CB49DF4-DFF8-414F-9C50-C53DA607FA26}" srcOrd="0" destOrd="0" presId="urn:microsoft.com/office/officeart/2005/8/layout/default"/>
    <dgm:cxn modelId="{0574E6BA-60E3-7540-883A-671526F6EB89}" type="presOf" srcId="{2D8D6606-D202-447E-BBA1-7AA12A5D6335}" destId="{73512CD8-3499-4141-902A-31D7D2167177}" srcOrd="0" destOrd="0" presId="urn:microsoft.com/office/officeart/2005/8/layout/default"/>
    <dgm:cxn modelId="{D95D70E2-3F27-4588-BE6C-1C12E5BC7540}" srcId="{E7669AE9-0D9B-4E54-BDF7-CFCBD4023B4E}" destId="{2D8D6606-D202-447E-BBA1-7AA12A5D6335}" srcOrd="1" destOrd="0" parTransId="{B1DBF190-F30D-47E9-9117-920FCC6D185C}" sibTransId="{B2B42961-8BEB-4FE5-85EA-6FD142B4B1F6}"/>
    <dgm:cxn modelId="{5D13CB25-38EE-6746-8B31-B80D0DA00C7A}" type="presParOf" srcId="{C46599AE-FFAC-3948-96D9-59C3D33B7991}" destId="{4D6C830B-4837-AE4E-A799-F49AAAD8C854}" srcOrd="0" destOrd="0" presId="urn:microsoft.com/office/officeart/2005/8/layout/default"/>
    <dgm:cxn modelId="{EA98957F-782C-534A-9A44-122E5765A95F}" type="presParOf" srcId="{C46599AE-FFAC-3948-96D9-59C3D33B7991}" destId="{8F6C7560-0767-9045-A3D5-AF0D50520F90}" srcOrd="1" destOrd="0" presId="urn:microsoft.com/office/officeart/2005/8/layout/default"/>
    <dgm:cxn modelId="{2754F95E-997F-1B4B-A266-682FF623DC8A}" type="presParOf" srcId="{C46599AE-FFAC-3948-96D9-59C3D33B7991}" destId="{73512CD8-3499-4141-902A-31D7D2167177}" srcOrd="2" destOrd="0" presId="urn:microsoft.com/office/officeart/2005/8/layout/default"/>
    <dgm:cxn modelId="{D7B8B7EB-35DB-9549-B5DC-F65D29F2CDF6}" type="presParOf" srcId="{C46599AE-FFAC-3948-96D9-59C3D33B7991}" destId="{DD3531B4-53CF-6C45-9FD2-F2AE11BB1E0B}" srcOrd="3" destOrd="0" presId="urn:microsoft.com/office/officeart/2005/8/layout/default"/>
    <dgm:cxn modelId="{257358A8-E66D-DC47-A960-929820845457}" type="presParOf" srcId="{C46599AE-FFAC-3948-96D9-59C3D33B7991}" destId="{1CB49DF4-DFF8-414F-9C50-C53DA607FA2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4067777-39AD-4843-981E-3A6420635DF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1CA145-2423-4B57-B91A-B2EEBAB75F43}">
      <dgm:prSet/>
      <dgm:spPr/>
      <dgm:t>
        <a:bodyPr/>
        <a:lstStyle/>
        <a:p>
          <a:r>
            <a:rPr lang="en-US"/>
            <a:t>One sentence – information about student</a:t>
          </a:r>
        </a:p>
      </dgm:t>
    </dgm:pt>
    <dgm:pt modelId="{B07281A5-C142-45BF-BB28-575A942AC036}" type="parTrans" cxnId="{8A8ACB74-FFC8-4E0E-A73D-3C06C7114F5C}">
      <dgm:prSet/>
      <dgm:spPr/>
      <dgm:t>
        <a:bodyPr/>
        <a:lstStyle/>
        <a:p>
          <a:endParaRPr lang="en-US"/>
        </a:p>
      </dgm:t>
    </dgm:pt>
    <dgm:pt modelId="{D3CD030B-2035-4943-95AF-8A2461DFF501}" type="sibTrans" cxnId="{8A8ACB74-FFC8-4E0E-A73D-3C06C7114F5C}">
      <dgm:prSet/>
      <dgm:spPr/>
      <dgm:t>
        <a:bodyPr/>
        <a:lstStyle/>
        <a:p>
          <a:endParaRPr lang="en-US"/>
        </a:p>
      </dgm:t>
    </dgm:pt>
    <dgm:pt modelId="{8B365D48-79CB-488A-ADA0-36506AADB873}">
      <dgm:prSet/>
      <dgm:spPr/>
      <dgm:t>
        <a:bodyPr/>
        <a:lstStyle/>
        <a:p>
          <a:r>
            <a:rPr lang="en-US"/>
            <a:t>One sentence – PLOP</a:t>
          </a:r>
        </a:p>
      </dgm:t>
    </dgm:pt>
    <dgm:pt modelId="{036447F2-9032-4067-871E-CCC08FB3D79F}" type="parTrans" cxnId="{C1FA5D96-97A8-43B3-8EE1-38F455DBC00A}">
      <dgm:prSet/>
      <dgm:spPr/>
      <dgm:t>
        <a:bodyPr/>
        <a:lstStyle/>
        <a:p>
          <a:endParaRPr lang="en-US"/>
        </a:p>
      </dgm:t>
    </dgm:pt>
    <dgm:pt modelId="{CB2A6E89-D5ED-4E91-9BF2-6A4F4113A6F1}" type="sibTrans" cxnId="{C1FA5D96-97A8-43B3-8EE1-38F455DBC00A}">
      <dgm:prSet/>
      <dgm:spPr/>
      <dgm:t>
        <a:bodyPr/>
        <a:lstStyle/>
        <a:p>
          <a:endParaRPr lang="en-US"/>
        </a:p>
      </dgm:t>
    </dgm:pt>
    <dgm:pt modelId="{383821F9-3670-44EC-BBE9-5C899B4873DA}">
      <dgm:prSet/>
      <dgm:spPr/>
      <dgm:t>
        <a:bodyPr/>
        <a:lstStyle/>
        <a:p>
          <a:r>
            <a:rPr lang="en-US" dirty="0"/>
            <a:t>One sentence – Family situation</a:t>
          </a:r>
        </a:p>
      </dgm:t>
    </dgm:pt>
    <dgm:pt modelId="{2B597067-C5B8-4FA1-BC2B-1732191959EE}" type="parTrans" cxnId="{A8B1931D-6CB0-4BB8-BA2E-425AF1FDBF26}">
      <dgm:prSet/>
      <dgm:spPr/>
      <dgm:t>
        <a:bodyPr/>
        <a:lstStyle/>
        <a:p>
          <a:endParaRPr lang="en-US"/>
        </a:p>
      </dgm:t>
    </dgm:pt>
    <dgm:pt modelId="{F0F6B548-5B74-4CFB-B9F5-66F69F45D229}" type="sibTrans" cxnId="{A8B1931D-6CB0-4BB8-BA2E-425AF1FDBF26}">
      <dgm:prSet/>
      <dgm:spPr/>
      <dgm:t>
        <a:bodyPr/>
        <a:lstStyle/>
        <a:p>
          <a:endParaRPr lang="en-US"/>
        </a:p>
      </dgm:t>
    </dgm:pt>
    <dgm:pt modelId="{095BDFC6-CEC4-4803-9958-EF4F1F707B41}">
      <dgm:prSet/>
      <dgm:spPr/>
      <dgm:t>
        <a:bodyPr/>
        <a:lstStyle/>
        <a:p>
          <a:r>
            <a:rPr lang="en-US"/>
            <a:t>One sentence – Adaptive behavior</a:t>
          </a:r>
        </a:p>
      </dgm:t>
    </dgm:pt>
    <dgm:pt modelId="{257BF831-076A-4952-8D9A-840CD2447EF6}" type="parTrans" cxnId="{E05B4EAB-A230-434A-8CAF-F8D681E3B46F}">
      <dgm:prSet/>
      <dgm:spPr/>
      <dgm:t>
        <a:bodyPr/>
        <a:lstStyle/>
        <a:p>
          <a:endParaRPr lang="en-US"/>
        </a:p>
      </dgm:t>
    </dgm:pt>
    <dgm:pt modelId="{B6CE60FF-0EAD-44B7-89FF-3E5CCD395CDD}" type="sibTrans" cxnId="{E05B4EAB-A230-434A-8CAF-F8D681E3B46F}">
      <dgm:prSet/>
      <dgm:spPr/>
      <dgm:t>
        <a:bodyPr/>
        <a:lstStyle/>
        <a:p>
          <a:endParaRPr lang="en-US"/>
        </a:p>
      </dgm:t>
    </dgm:pt>
    <dgm:pt modelId="{3BBC986A-4500-4586-A5A9-6475B3DD9286}">
      <dgm:prSet/>
      <dgm:spPr/>
      <dgm:t>
        <a:bodyPr/>
        <a:lstStyle/>
        <a:p>
          <a:r>
            <a:rPr lang="en-US"/>
            <a:t>One sentence – school history</a:t>
          </a:r>
        </a:p>
      </dgm:t>
    </dgm:pt>
    <dgm:pt modelId="{56C251CC-673D-4458-84B4-03783DBE8EE8}" type="parTrans" cxnId="{269631E7-6B76-4DD6-88D0-99116681A66A}">
      <dgm:prSet/>
      <dgm:spPr/>
      <dgm:t>
        <a:bodyPr/>
        <a:lstStyle/>
        <a:p>
          <a:endParaRPr lang="en-US"/>
        </a:p>
      </dgm:t>
    </dgm:pt>
    <dgm:pt modelId="{E1CCC228-0296-4441-A480-658F9B391247}" type="sibTrans" cxnId="{269631E7-6B76-4DD6-88D0-99116681A66A}">
      <dgm:prSet/>
      <dgm:spPr/>
      <dgm:t>
        <a:bodyPr/>
        <a:lstStyle/>
        <a:p>
          <a:endParaRPr lang="en-US"/>
        </a:p>
      </dgm:t>
    </dgm:pt>
    <dgm:pt modelId="{16DB97E6-83C8-45DF-A34E-7A303E011C3A}">
      <dgm:prSet/>
      <dgm:spPr/>
      <dgm:t>
        <a:bodyPr/>
        <a:lstStyle/>
        <a:p>
          <a:r>
            <a:rPr lang="en-US"/>
            <a:t>Once sentence – needs/recommendations</a:t>
          </a:r>
        </a:p>
      </dgm:t>
    </dgm:pt>
    <dgm:pt modelId="{5E28434D-816D-406D-A5F3-8C3B6BEEFC9C}" type="parTrans" cxnId="{E015F4FE-76E5-417C-A177-31EABB796AEB}">
      <dgm:prSet/>
      <dgm:spPr/>
      <dgm:t>
        <a:bodyPr/>
        <a:lstStyle/>
        <a:p>
          <a:endParaRPr lang="en-US"/>
        </a:p>
      </dgm:t>
    </dgm:pt>
    <dgm:pt modelId="{A2CC5783-9F9A-42B1-BF3B-4457485C1150}" type="sibTrans" cxnId="{E015F4FE-76E5-417C-A177-31EABB796AEB}">
      <dgm:prSet/>
      <dgm:spPr/>
      <dgm:t>
        <a:bodyPr/>
        <a:lstStyle/>
        <a:p>
          <a:endParaRPr lang="en-US"/>
        </a:p>
      </dgm:t>
    </dgm:pt>
    <dgm:pt modelId="{E637CE2F-83B8-45DF-B0E0-88AB289A5830}">
      <dgm:prSet/>
      <dgm:spPr/>
      <dgm:t>
        <a:bodyPr/>
        <a:lstStyle/>
        <a:p>
          <a:r>
            <a:rPr lang="en-US"/>
            <a:t>Strengths-based!</a:t>
          </a:r>
        </a:p>
      </dgm:t>
    </dgm:pt>
    <dgm:pt modelId="{CC2A558F-1702-4ED0-BEAE-BC0F23A7F20D}" type="parTrans" cxnId="{798D58F3-4072-47AF-818B-86711F0C19CD}">
      <dgm:prSet/>
      <dgm:spPr/>
      <dgm:t>
        <a:bodyPr/>
        <a:lstStyle/>
        <a:p>
          <a:endParaRPr lang="en-US"/>
        </a:p>
      </dgm:t>
    </dgm:pt>
    <dgm:pt modelId="{6FCC32BF-A63E-4859-9770-00088FDAACAD}" type="sibTrans" cxnId="{798D58F3-4072-47AF-818B-86711F0C19CD}">
      <dgm:prSet/>
      <dgm:spPr/>
      <dgm:t>
        <a:bodyPr/>
        <a:lstStyle/>
        <a:p>
          <a:endParaRPr lang="en-US"/>
        </a:p>
      </dgm:t>
    </dgm:pt>
    <dgm:pt modelId="{F93FE78D-1B83-B243-8D2D-035943F34C42}" type="pres">
      <dgm:prSet presAssocID="{F4067777-39AD-4843-981E-3A6420635DF3}" presName="vert0" presStyleCnt="0">
        <dgm:presLayoutVars>
          <dgm:dir/>
          <dgm:animOne val="branch"/>
          <dgm:animLvl val="lvl"/>
        </dgm:presLayoutVars>
      </dgm:prSet>
      <dgm:spPr/>
    </dgm:pt>
    <dgm:pt modelId="{F1A4392A-FBED-4543-AB78-49A9C2F0C53D}" type="pres">
      <dgm:prSet presAssocID="{151CA145-2423-4B57-B91A-B2EEBAB75F43}" presName="thickLine" presStyleLbl="alignNode1" presStyleIdx="0" presStyleCnt="7"/>
      <dgm:spPr/>
    </dgm:pt>
    <dgm:pt modelId="{5CA94CBC-1BA0-9042-8A7A-47EB7BF48EDC}" type="pres">
      <dgm:prSet presAssocID="{151CA145-2423-4B57-B91A-B2EEBAB75F43}" presName="horz1" presStyleCnt="0"/>
      <dgm:spPr/>
    </dgm:pt>
    <dgm:pt modelId="{B5C634EA-593A-D048-9758-B2A54032D192}" type="pres">
      <dgm:prSet presAssocID="{151CA145-2423-4B57-B91A-B2EEBAB75F43}" presName="tx1" presStyleLbl="revTx" presStyleIdx="0" presStyleCnt="7"/>
      <dgm:spPr/>
    </dgm:pt>
    <dgm:pt modelId="{9522CB89-3E35-BA49-AF2F-F73112AB5D61}" type="pres">
      <dgm:prSet presAssocID="{151CA145-2423-4B57-B91A-B2EEBAB75F43}" presName="vert1" presStyleCnt="0"/>
      <dgm:spPr/>
    </dgm:pt>
    <dgm:pt modelId="{8D13378F-55AD-874F-AEAB-38A546FEDD68}" type="pres">
      <dgm:prSet presAssocID="{8B365D48-79CB-488A-ADA0-36506AADB873}" presName="thickLine" presStyleLbl="alignNode1" presStyleIdx="1" presStyleCnt="7"/>
      <dgm:spPr/>
    </dgm:pt>
    <dgm:pt modelId="{24A90FE3-E297-EA4E-A63B-6179BA972033}" type="pres">
      <dgm:prSet presAssocID="{8B365D48-79CB-488A-ADA0-36506AADB873}" presName="horz1" presStyleCnt="0"/>
      <dgm:spPr/>
    </dgm:pt>
    <dgm:pt modelId="{FA13D152-457A-A043-83F6-FFDADA283C6A}" type="pres">
      <dgm:prSet presAssocID="{8B365D48-79CB-488A-ADA0-36506AADB873}" presName="tx1" presStyleLbl="revTx" presStyleIdx="1" presStyleCnt="7"/>
      <dgm:spPr/>
    </dgm:pt>
    <dgm:pt modelId="{9C8BCC2E-F0C1-DB45-80C8-7FB37FCD33B4}" type="pres">
      <dgm:prSet presAssocID="{8B365D48-79CB-488A-ADA0-36506AADB873}" presName="vert1" presStyleCnt="0"/>
      <dgm:spPr/>
    </dgm:pt>
    <dgm:pt modelId="{4500A911-0F0E-CC44-A032-5FAD87ECB6D2}" type="pres">
      <dgm:prSet presAssocID="{383821F9-3670-44EC-BBE9-5C899B4873DA}" presName="thickLine" presStyleLbl="alignNode1" presStyleIdx="2" presStyleCnt="7"/>
      <dgm:spPr/>
    </dgm:pt>
    <dgm:pt modelId="{255E0B19-CF64-5140-A883-A28D52C07316}" type="pres">
      <dgm:prSet presAssocID="{383821F9-3670-44EC-BBE9-5C899B4873DA}" presName="horz1" presStyleCnt="0"/>
      <dgm:spPr/>
    </dgm:pt>
    <dgm:pt modelId="{F352CBFC-9CC4-D54C-9BC1-7C261F75613C}" type="pres">
      <dgm:prSet presAssocID="{383821F9-3670-44EC-BBE9-5C899B4873DA}" presName="tx1" presStyleLbl="revTx" presStyleIdx="2" presStyleCnt="7"/>
      <dgm:spPr/>
    </dgm:pt>
    <dgm:pt modelId="{51D76344-2C13-8B42-91C6-16CBF5500A4B}" type="pres">
      <dgm:prSet presAssocID="{383821F9-3670-44EC-BBE9-5C899B4873DA}" presName="vert1" presStyleCnt="0"/>
      <dgm:spPr/>
    </dgm:pt>
    <dgm:pt modelId="{17AACDB9-8EB1-164A-8BE3-DCFE6F6B0B71}" type="pres">
      <dgm:prSet presAssocID="{095BDFC6-CEC4-4803-9958-EF4F1F707B41}" presName="thickLine" presStyleLbl="alignNode1" presStyleIdx="3" presStyleCnt="7"/>
      <dgm:spPr/>
    </dgm:pt>
    <dgm:pt modelId="{E0C89039-BE5E-DF4C-BDE0-2AFC5EF8548C}" type="pres">
      <dgm:prSet presAssocID="{095BDFC6-CEC4-4803-9958-EF4F1F707B41}" presName="horz1" presStyleCnt="0"/>
      <dgm:spPr/>
    </dgm:pt>
    <dgm:pt modelId="{A68871F8-D654-B14B-A3F4-8F877365AAE1}" type="pres">
      <dgm:prSet presAssocID="{095BDFC6-CEC4-4803-9958-EF4F1F707B41}" presName="tx1" presStyleLbl="revTx" presStyleIdx="3" presStyleCnt="7"/>
      <dgm:spPr/>
    </dgm:pt>
    <dgm:pt modelId="{8E9467E9-AD7E-334E-B412-C1B14E980830}" type="pres">
      <dgm:prSet presAssocID="{095BDFC6-CEC4-4803-9958-EF4F1F707B41}" presName="vert1" presStyleCnt="0"/>
      <dgm:spPr/>
    </dgm:pt>
    <dgm:pt modelId="{3D641A83-D0EA-314E-A184-7EC8254E2219}" type="pres">
      <dgm:prSet presAssocID="{3BBC986A-4500-4586-A5A9-6475B3DD9286}" presName="thickLine" presStyleLbl="alignNode1" presStyleIdx="4" presStyleCnt="7"/>
      <dgm:spPr/>
    </dgm:pt>
    <dgm:pt modelId="{806641C2-1761-674F-B74C-46B61D08A297}" type="pres">
      <dgm:prSet presAssocID="{3BBC986A-4500-4586-A5A9-6475B3DD9286}" presName="horz1" presStyleCnt="0"/>
      <dgm:spPr/>
    </dgm:pt>
    <dgm:pt modelId="{ED63F0DD-20E9-3C40-A684-8600E99F7BBC}" type="pres">
      <dgm:prSet presAssocID="{3BBC986A-4500-4586-A5A9-6475B3DD9286}" presName="tx1" presStyleLbl="revTx" presStyleIdx="4" presStyleCnt="7"/>
      <dgm:spPr/>
    </dgm:pt>
    <dgm:pt modelId="{BA9E8FA7-35CD-174C-9C89-AB6263CC2BF7}" type="pres">
      <dgm:prSet presAssocID="{3BBC986A-4500-4586-A5A9-6475B3DD9286}" presName="vert1" presStyleCnt="0"/>
      <dgm:spPr/>
    </dgm:pt>
    <dgm:pt modelId="{91D18381-0730-1D42-8D10-CC37D1F236CE}" type="pres">
      <dgm:prSet presAssocID="{16DB97E6-83C8-45DF-A34E-7A303E011C3A}" presName="thickLine" presStyleLbl="alignNode1" presStyleIdx="5" presStyleCnt="7"/>
      <dgm:spPr/>
    </dgm:pt>
    <dgm:pt modelId="{B9A87D06-059E-2449-8676-EDAFCCC11A7A}" type="pres">
      <dgm:prSet presAssocID="{16DB97E6-83C8-45DF-A34E-7A303E011C3A}" presName="horz1" presStyleCnt="0"/>
      <dgm:spPr/>
    </dgm:pt>
    <dgm:pt modelId="{14967D90-A87C-4747-893A-774E7DDC36A9}" type="pres">
      <dgm:prSet presAssocID="{16DB97E6-83C8-45DF-A34E-7A303E011C3A}" presName="tx1" presStyleLbl="revTx" presStyleIdx="5" presStyleCnt="7"/>
      <dgm:spPr/>
    </dgm:pt>
    <dgm:pt modelId="{9345AE90-D9A8-074F-9C63-358D21C60D4F}" type="pres">
      <dgm:prSet presAssocID="{16DB97E6-83C8-45DF-A34E-7A303E011C3A}" presName="vert1" presStyleCnt="0"/>
      <dgm:spPr/>
    </dgm:pt>
    <dgm:pt modelId="{2F115D1D-6F37-1D4E-98F4-BFDFE2C5DB3E}" type="pres">
      <dgm:prSet presAssocID="{E637CE2F-83B8-45DF-B0E0-88AB289A5830}" presName="thickLine" presStyleLbl="alignNode1" presStyleIdx="6" presStyleCnt="7"/>
      <dgm:spPr/>
    </dgm:pt>
    <dgm:pt modelId="{9C59360C-AB99-E640-92AC-5655CE278FED}" type="pres">
      <dgm:prSet presAssocID="{E637CE2F-83B8-45DF-B0E0-88AB289A5830}" presName="horz1" presStyleCnt="0"/>
      <dgm:spPr/>
    </dgm:pt>
    <dgm:pt modelId="{1A8B8DA7-184F-B242-9A21-3BB4897247FD}" type="pres">
      <dgm:prSet presAssocID="{E637CE2F-83B8-45DF-B0E0-88AB289A5830}" presName="tx1" presStyleLbl="revTx" presStyleIdx="6" presStyleCnt="7"/>
      <dgm:spPr/>
    </dgm:pt>
    <dgm:pt modelId="{F03DD310-8CC4-1A4F-B1F8-B3590187E284}" type="pres">
      <dgm:prSet presAssocID="{E637CE2F-83B8-45DF-B0E0-88AB289A5830}" presName="vert1" presStyleCnt="0"/>
      <dgm:spPr/>
    </dgm:pt>
  </dgm:ptLst>
  <dgm:cxnLst>
    <dgm:cxn modelId="{F92B8706-5200-8742-A3B2-1CE7641BE368}" type="presOf" srcId="{151CA145-2423-4B57-B91A-B2EEBAB75F43}" destId="{B5C634EA-593A-D048-9758-B2A54032D192}" srcOrd="0" destOrd="0" presId="urn:microsoft.com/office/officeart/2008/layout/LinedList"/>
    <dgm:cxn modelId="{A8B1931D-6CB0-4BB8-BA2E-425AF1FDBF26}" srcId="{F4067777-39AD-4843-981E-3A6420635DF3}" destId="{383821F9-3670-44EC-BBE9-5C899B4873DA}" srcOrd="2" destOrd="0" parTransId="{2B597067-C5B8-4FA1-BC2B-1732191959EE}" sibTransId="{F0F6B548-5B74-4CFB-B9F5-66F69F45D229}"/>
    <dgm:cxn modelId="{F780592A-09AD-D14D-8BB6-7FD732462E9F}" type="presOf" srcId="{16DB97E6-83C8-45DF-A34E-7A303E011C3A}" destId="{14967D90-A87C-4747-893A-774E7DDC36A9}" srcOrd="0" destOrd="0" presId="urn:microsoft.com/office/officeart/2008/layout/LinedList"/>
    <dgm:cxn modelId="{816B252C-5C9F-E64D-A30D-BE18DD61D6D2}" type="presOf" srcId="{E637CE2F-83B8-45DF-B0E0-88AB289A5830}" destId="{1A8B8DA7-184F-B242-9A21-3BB4897247FD}" srcOrd="0" destOrd="0" presId="urn:microsoft.com/office/officeart/2008/layout/LinedList"/>
    <dgm:cxn modelId="{8A8ACB74-FFC8-4E0E-A73D-3C06C7114F5C}" srcId="{F4067777-39AD-4843-981E-3A6420635DF3}" destId="{151CA145-2423-4B57-B91A-B2EEBAB75F43}" srcOrd="0" destOrd="0" parTransId="{B07281A5-C142-45BF-BB28-575A942AC036}" sibTransId="{D3CD030B-2035-4943-95AF-8A2461DFF501}"/>
    <dgm:cxn modelId="{A1FCDE7B-76F8-0349-8883-4F895C82CC0B}" type="presOf" srcId="{3BBC986A-4500-4586-A5A9-6475B3DD9286}" destId="{ED63F0DD-20E9-3C40-A684-8600E99F7BBC}" srcOrd="0" destOrd="0" presId="urn:microsoft.com/office/officeart/2008/layout/LinedList"/>
    <dgm:cxn modelId="{2666BF83-E003-1F43-A473-EF8FE1CAEA5E}" type="presOf" srcId="{8B365D48-79CB-488A-ADA0-36506AADB873}" destId="{FA13D152-457A-A043-83F6-FFDADA283C6A}" srcOrd="0" destOrd="0" presId="urn:microsoft.com/office/officeart/2008/layout/LinedList"/>
    <dgm:cxn modelId="{C1FA5D96-97A8-43B3-8EE1-38F455DBC00A}" srcId="{F4067777-39AD-4843-981E-3A6420635DF3}" destId="{8B365D48-79CB-488A-ADA0-36506AADB873}" srcOrd="1" destOrd="0" parTransId="{036447F2-9032-4067-871E-CCC08FB3D79F}" sibTransId="{CB2A6E89-D5ED-4E91-9BF2-6A4F4113A6F1}"/>
    <dgm:cxn modelId="{E05B4EAB-A230-434A-8CAF-F8D681E3B46F}" srcId="{F4067777-39AD-4843-981E-3A6420635DF3}" destId="{095BDFC6-CEC4-4803-9958-EF4F1F707B41}" srcOrd="3" destOrd="0" parTransId="{257BF831-076A-4952-8D9A-840CD2447EF6}" sibTransId="{B6CE60FF-0EAD-44B7-89FF-3E5CCD395CDD}"/>
    <dgm:cxn modelId="{F9BF9ECC-80BE-BA43-9032-E06F2885F87B}" type="presOf" srcId="{095BDFC6-CEC4-4803-9958-EF4F1F707B41}" destId="{A68871F8-D654-B14B-A3F4-8F877365AAE1}" srcOrd="0" destOrd="0" presId="urn:microsoft.com/office/officeart/2008/layout/LinedList"/>
    <dgm:cxn modelId="{269631E7-6B76-4DD6-88D0-99116681A66A}" srcId="{F4067777-39AD-4843-981E-3A6420635DF3}" destId="{3BBC986A-4500-4586-A5A9-6475B3DD9286}" srcOrd="4" destOrd="0" parTransId="{56C251CC-673D-4458-84B4-03783DBE8EE8}" sibTransId="{E1CCC228-0296-4441-A480-658F9B391247}"/>
    <dgm:cxn modelId="{5D2B4AEB-89B8-B54B-A3C2-F4102EDF1042}" type="presOf" srcId="{383821F9-3670-44EC-BBE9-5C899B4873DA}" destId="{F352CBFC-9CC4-D54C-9BC1-7C261F75613C}" srcOrd="0" destOrd="0" presId="urn:microsoft.com/office/officeart/2008/layout/LinedList"/>
    <dgm:cxn modelId="{798D58F3-4072-47AF-818B-86711F0C19CD}" srcId="{F4067777-39AD-4843-981E-3A6420635DF3}" destId="{E637CE2F-83B8-45DF-B0E0-88AB289A5830}" srcOrd="6" destOrd="0" parTransId="{CC2A558F-1702-4ED0-BEAE-BC0F23A7F20D}" sibTransId="{6FCC32BF-A63E-4859-9770-00088FDAACAD}"/>
    <dgm:cxn modelId="{C0BC54FE-66BB-4D49-8B99-568E3D4785D5}" type="presOf" srcId="{F4067777-39AD-4843-981E-3A6420635DF3}" destId="{F93FE78D-1B83-B243-8D2D-035943F34C42}" srcOrd="0" destOrd="0" presId="urn:microsoft.com/office/officeart/2008/layout/LinedList"/>
    <dgm:cxn modelId="{E015F4FE-76E5-417C-A177-31EABB796AEB}" srcId="{F4067777-39AD-4843-981E-3A6420635DF3}" destId="{16DB97E6-83C8-45DF-A34E-7A303E011C3A}" srcOrd="5" destOrd="0" parTransId="{5E28434D-816D-406D-A5F3-8C3B6BEEFC9C}" sibTransId="{A2CC5783-9F9A-42B1-BF3B-4457485C1150}"/>
    <dgm:cxn modelId="{99E381C6-BF5C-C043-A12A-F965296518D9}" type="presParOf" srcId="{F93FE78D-1B83-B243-8D2D-035943F34C42}" destId="{F1A4392A-FBED-4543-AB78-49A9C2F0C53D}" srcOrd="0" destOrd="0" presId="urn:microsoft.com/office/officeart/2008/layout/LinedList"/>
    <dgm:cxn modelId="{C3A7642A-A9C0-F346-AAB4-842D797BACF7}" type="presParOf" srcId="{F93FE78D-1B83-B243-8D2D-035943F34C42}" destId="{5CA94CBC-1BA0-9042-8A7A-47EB7BF48EDC}" srcOrd="1" destOrd="0" presId="urn:microsoft.com/office/officeart/2008/layout/LinedList"/>
    <dgm:cxn modelId="{4F98C97B-C572-F743-A5FF-C241638034F3}" type="presParOf" srcId="{5CA94CBC-1BA0-9042-8A7A-47EB7BF48EDC}" destId="{B5C634EA-593A-D048-9758-B2A54032D192}" srcOrd="0" destOrd="0" presId="urn:microsoft.com/office/officeart/2008/layout/LinedList"/>
    <dgm:cxn modelId="{638E366F-F046-CE42-8901-5AE017DE6F32}" type="presParOf" srcId="{5CA94CBC-1BA0-9042-8A7A-47EB7BF48EDC}" destId="{9522CB89-3E35-BA49-AF2F-F73112AB5D61}" srcOrd="1" destOrd="0" presId="urn:microsoft.com/office/officeart/2008/layout/LinedList"/>
    <dgm:cxn modelId="{53E5B64F-6CB3-1440-BACD-AB7E3800F760}" type="presParOf" srcId="{F93FE78D-1B83-B243-8D2D-035943F34C42}" destId="{8D13378F-55AD-874F-AEAB-38A546FEDD68}" srcOrd="2" destOrd="0" presId="urn:microsoft.com/office/officeart/2008/layout/LinedList"/>
    <dgm:cxn modelId="{FB5EEAA6-07F5-8D48-AB0B-802818120EB8}" type="presParOf" srcId="{F93FE78D-1B83-B243-8D2D-035943F34C42}" destId="{24A90FE3-E297-EA4E-A63B-6179BA972033}" srcOrd="3" destOrd="0" presId="urn:microsoft.com/office/officeart/2008/layout/LinedList"/>
    <dgm:cxn modelId="{EF581F56-0366-0745-B7D8-D3500C31C9A0}" type="presParOf" srcId="{24A90FE3-E297-EA4E-A63B-6179BA972033}" destId="{FA13D152-457A-A043-83F6-FFDADA283C6A}" srcOrd="0" destOrd="0" presId="urn:microsoft.com/office/officeart/2008/layout/LinedList"/>
    <dgm:cxn modelId="{65BA7055-6C11-D146-91A3-2284402C83E8}" type="presParOf" srcId="{24A90FE3-E297-EA4E-A63B-6179BA972033}" destId="{9C8BCC2E-F0C1-DB45-80C8-7FB37FCD33B4}" srcOrd="1" destOrd="0" presId="urn:microsoft.com/office/officeart/2008/layout/LinedList"/>
    <dgm:cxn modelId="{B581F04B-CC4E-244C-B6FC-1257D793C9C8}" type="presParOf" srcId="{F93FE78D-1B83-B243-8D2D-035943F34C42}" destId="{4500A911-0F0E-CC44-A032-5FAD87ECB6D2}" srcOrd="4" destOrd="0" presId="urn:microsoft.com/office/officeart/2008/layout/LinedList"/>
    <dgm:cxn modelId="{86FB9FFB-634C-7E42-B7C8-0AE05F8D13EB}" type="presParOf" srcId="{F93FE78D-1B83-B243-8D2D-035943F34C42}" destId="{255E0B19-CF64-5140-A883-A28D52C07316}" srcOrd="5" destOrd="0" presId="urn:microsoft.com/office/officeart/2008/layout/LinedList"/>
    <dgm:cxn modelId="{B98A5FF4-7345-AE4C-B2D1-0232C2E4B7AE}" type="presParOf" srcId="{255E0B19-CF64-5140-A883-A28D52C07316}" destId="{F352CBFC-9CC4-D54C-9BC1-7C261F75613C}" srcOrd="0" destOrd="0" presId="urn:microsoft.com/office/officeart/2008/layout/LinedList"/>
    <dgm:cxn modelId="{754669C6-B5B6-2640-9163-92DD8F6F4AF3}" type="presParOf" srcId="{255E0B19-CF64-5140-A883-A28D52C07316}" destId="{51D76344-2C13-8B42-91C6-16CBF5500A4B}" srcOrd="1" destOrd="0" presId="urn:microsoft.com/office/officeart/2008/layout/LinedList"/>
    <dgm:cxn modelId="{3DF31E40-EFCA-DF45-B564-AE5DFC646EF5}" type="presParOf" srcId="{F93FE78D-1B83-B243-8D2D-035943F34C42}" destId="{17AACDB9-8EB1-164A-8BE3-DCFE6F6B0B71}" srcOrd="6" destOrd="0" presId="urn:microsoft.com/office/officeart/2008/layout/LinedList"/>
    <dgm:cxn modelId="{B776BAE7-9CDC-2E49-9CEE-4172E05C68F0}" type="presParOf" srcId="{F93FE78D-1B83-B243-8D2D-035943F34C42}" destId="{E0C89039-BE5E-DF4C-BDE0-2AFC5EF8548C}" srcOrd="7" destOrd="0" presId="urn:microsoft.com/office/officeart/2008/layout/LinedList"/>
    <dgm:cxn modelId="{1CAAF479-7656-9B4D-A677-191646DBF893}" type="presParOf" srcId="{E0C89039-BE5E-DF4C-BDE0-2AFC5EF8548C}" destId="{A68871F8-D654-B14B-A3F4-8F877365AAE1}" srcOrd="0" destOrd="0" presId="urn:microsoft.com/office/officeart/2008/layout/LinedList"/>
    <dgm:cxn modelId="{3D1C0F75-2141-6F43-A4A0-87AF6565BF5C}" type="presParOf" srcId="{E0C89039-BE5E-DF4C-BDE0-2AFC5EF8548C}" destId="{8E9467E9-AD7E-334E-B412-C1B14E980830}" srcOrd="1" destOrd="0" presId="urn:microsoft.com/office/officeart/2008/layout/LinedList"/>
    <dgm:cxn modelId="{2950D17E-FDC4-704B-A407-0D5D00758999}" type="presParOf" srcId="{F93FE78D-1B83-B243-8D2D-035943F34C42}" destId="{3D641A83-D0EA-314E-A184-7EC8254E2219}" srcOrd="8" destOrd="0" presId="urn:microsoft.com/office/officeart/2008/layout/LinedList"/>
    <dgm:cxn modelId="{4C4C2C95-67AF-B24A-ABDD-EA5D1265F3E0}" type="presParOf" srcId="{F93FE78D-1B83-B243-8D2D-035943F34C42}" destId="{806641C2-1761-674F-B74C-46B61D08A297}" srcOrd="9" destOrd="0" presId="urn:microsoft.com/office/officeart/2008/layout/LinedList"/>
    <dgm:cxn modelId="{190A410E-E39F-6E44-85BA-35537340B31D}" type="presParOf" srcId="{806641C2-1761-674F-B74C-46B61D08A297}" destId="{ED63F0DD-20E9-3C40-A684-8600E99F7BBC}" srcOrd="0" destOrd="0" presId="urn:microsoft.com/office/officeart/2008/layout/LinedList"/>
    <dgm:cxn modelId="{E6AEAE76-214C-FA41-8800-9FA365E0DF00}" type="presParOf" srcId="{806641C2-1761-674F-B74C-46B61D08A297}" destId="{BA9E8FA7-35CD-174C-9C89-AB6263CC2BF7}" srcOrd="1" destOrd="0" presId="urn:microsoft.com/office/officeart/2008/layout/LinedList"/>
    <dgm:cxn modelId="{84EBD833-95F4-3A40-A399-F561F8954B53}" type="presParOf" srcId="{F93FE78D-1B83-B243-8D2D-035943F34C42}" destId="{91D18381-0730-1D42-8D10-CC37D1F236CE}" srcOrd="10" destOrd="0" presId="urn:microsoft.com/office/officeart/2008/layout/LinedList"/>
    <dgm:cxn modelId="{08A29F9E-5FBF-CD4A-8A8B-5641B880003A}" type="presParOf" srcId="{F93FE78D-1B83-B243-8D2D-035943F34C42}" destId="{B9A87D06-059E-2449-8676-EDAFCCC11A7A}" srcOrd="11" destOrd="0" presId="urn:microsoft.com/office/officeart/2008/layout/LinedList"/>
    <dgm:cxn modelId="{3606332F-C890-114E-9CFE-E149DBE4C9B6}" type="presParOf" srcId="{B9A87D06-059E-2449-8676-EDAFCCC11A7A}" destId="{14967D90-A87C-4747-893A-774E7DDC36A9}" srcOrd="0" destOrd="0" presId="urn:microsoft.com/office/officeart/2008/layout/LinedList"/>
    <dgm:cxn modelId="{592D0009-86F2-3C43-94EA-66187F0F0A8F}" type="presParOf" srcId="{B9A87D06-059E-2449-8676-EDAFCCC11A7A}" destId="{9345AE90-D9A8-074F-9C63-358D21C60D4F}" srcOrd="1" destOrd="0" presId="urn:microsoft.com/office/officeart/2008/layout/LinedList"/>
    <dgm:cxn modelId="{793EB49E-88DF-224E-BB53-F4810408FFF5}" type="presParOf" srcId="{F93FE78D-1B83-B243-8D2D-035943F34C42}" destId="{2F115D1D-6F37-1D4E-98F4-BFDFE2C5DB3E}" srcOrd="12" destOrd="0" presId="urn:microsoft.com/office/officeart/2008/layout/LinedList"/>
    <dgm:cxn modelId="{5F39DAF1-BBF8-4F46-B8D6-69863200D89F}" type="presParOf" srcId="{F93FE78D-1B83-B243-8D2D-035943F34C42}" destId="{9C59360C-AB99-E640-92AC-5655CE278FED}" srcOrd="13" destOrd="0" presId="urn:microsoft.com/office/officeart/2008/layout/LinedList"/>
    <dgm:cxn modelId="{C0EEDF52-1E53-684B-B692-49D3F8E662E2}" type="presParOf" srcId="{9C59360C-AB99-E640-92AC-5655CE278FED}" destId="{1A8B8DA7-184F-B242-9A21-3BB4897247FD}" srcOrd="0" destOrd="0" presId="urn:microsoft.com/office/officeart/2008/layout/LinedList"/>
    <dgm:cxn modelId="{6F4BFC79-790C-BF4A-9B31-243DEC669BD1}" type="presParOf" srcId="{9C59360C-AB99-E640-92AC-5655CE278FED}" destId="{F03DD310-8CC4-1A4F-B1F8-B3590187E2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0BB01CB-A5A7-1248-9D79-715F35A25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FA1E6-5D71-AE44-8431-8F75BF8121F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Context Factors</a:t>
          </a:r>
        </a:p>
      </dgm:t>
    </dgm:pt>
    <dgm:pt modelId="{D44BE1A0-4324-ED4E-97CD-AB20167EC3C7}" type="parTrans" cxnId="{BD00405F-A642-CA41-AA4C-DDF3488146ED}">
      <dgm:prSet/>
      <dgm:spPr/>
      <dgm:t>
        <a:bodyPr/>
        <a:lstStyle/>
        <a:p>
          <a:endParaRPr lang="en-US"/>
        </a:p>
      </dgm:t>
    </dgm:pt>
    <dgm:pt modelId="{542E1770-6DB9-D543-9F8B-9F8A204A4F86}" type="sibTrans" cxnId="{BD00405F-A642-CA41-AA4C-DDF3488146ED}">
      <dgm:prSet/>
      <dgm:spPr/>
      <dgm:t>
        <a:bodyPr/>
        <a:lstStyle/>
        <a:p>
          <a:endParaRPr lang="en-US"/>
        </a:p>
      </dgm:t>
    </dgm:pt>
    <dgm:pt modelId="{3A0E0322-ACB2-E84A-8B4F-2EAF383132E6}">
      <dgm:prSet/>
      <dgm:spPr/>
      <dgm:t>
        <a:bodyPr/>
        <a:lstStyle/>
        <a:p>
          <a:r>
            <a:rPr lang="en-US"/>
            <a:t>Availability of basic needs</a:t>
          </a:r>
        </a:p>
      </dgm:t>
    </dgm:pt>
    <dgm:pt modelId="{D8F73E54-AF7B-934F-9462-E74C35BECFBF}" type="parTrans" cxnId="{27547FB0-1B31-5149-B359-7A5A9B01AB60}">
      <dgm:prSet/>
      <dgm:spPr/>
      <dgm:t>
        <a:bodyPr/>
        <a:lstStyle/>
        <a:p>
          <a:endParaRPr lang="en-US"/>
        </a:p>
      </dgm:t>
    </dgm:pt>
    <dgm:pt modelId="{97A83AED-3D96-2A43-A2C0-9237C6A6B93D}" type="sibTrans" cxnId="{27547FB0-1B31-5149-B359-7A5A9B01AB60}">
      <dgm:prSet/>
      <dgm:spPr/>
      <dgm:t>
        <a:bodyPr/>
        <a:lstStyle/>
        <a:p>
          <a:endParaRPr lang="en-US"/>
        </a:p>
      </dgm:t>
    </dgm:pt>
    <dgm:pt modelId="{1FDCE154-EB3E-1740-9500-326906FE7767}">
      <dgm:prSet/>
      <dgm:spPr/>
      <dgm:t>
        <a:bodyPr/>
        <a:lstStyle/>
        <a:p>
          <a:r>
            <a:rPr lang="en-US"/>
            <a:t>Experiences of trauma and prolonged stress</a:t>
          </a:r>
        </a:p>
      </dgm:t>
    </dgm:pt>
    <dgm:pt modelId="{A3A17918-D2C7-FA46-940D-86DC334687A7}" type="parTrans" cxnId="{D7F79C2E-7CF7-6A49-B96C-6996B9F4CF1A}">
      <dgm:prSet/>
      <dgm:spPr/>
      <dgm:t>
        <a:bodyPr/>
        <a:lstStyle/>
        <a:p>
          <a:endParaRPr lang="en-US"/>
        </a:p>
      </dgm:t>
    </dgm:pt>
    <dgm:pt modelId="{880346E3-21AD-4840-B4AF-A55D78C1CADE}" type="sibTrans" cxnId="{D7F79C2E-7CF7-6A49-B96C-6996B9F4CF1A}">
      <dgm:prSet/>
      <dgm:spPr/>
      <dgm:t>
        <a:bodyPr/>
        <a:lstStyle/>
        <a:p>
          <a:endParaRPr lang="en-US"/>
        </a:p>
      </dgm:t>
    </dgm:pt>
    <dgm:pt modelId="{7B790A47-C613-A341-BF16-8D0B23BBA57A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Language and culture</a:t>
          </a:r>
        </a:p>
      </dgm:t>
    </dgm:pt>
    <dgm:pt modelId="{229087CB-A16F-4443-8F41-49B15A0BF821}" type="parTrans" cxnId="{53E90165-D0CD-0A43-94D1-0D1D31458419}">
      <dgm:prSet/>
      <dgm:spPr/>
      <dgm:t>
        <a:bodyPr/>
        <a:lstStyle/>
        <a:p>
          <a:endParaRPr lang="en-US"/>
        </a:p>
      </dgm:t>
    </dgm:pt>
    <dgm:pt modelId="{C14D7650-9085-6A45-8C94-93505CCDD521}" type="sibTrans" cxnId="{53E90165-D0CD-0A43-94D1-0D1D31458419}">
      <dgm:prSet/>
      <dgm:spPr/>
      <dgm:t>
        <a:bodyPr/>
        <a:lstStyle/>
        <a:p>
          <a:endParaRPr lang="en-US"/>
        </a:p>
      </dgm:t>
    </dgm:pt>
    <dgm:pt modelId="{6FE80000-5648-1345-B97F-4840F1E62F38}">
      <dgm:prSet/>
      <dgm:spPr/>
      <dgm:t>
        <a:bodyPr/>
        <a:lstStyle/>
        <a:p>
          <a:r>
            <a:rPr lang="en-US"/>
            <a:t>Assessment in dominant language</a:t>
          </a:r>
        </a:p>
      </dgm:t>
    </dgm:pt>
    <dgm:pt modelId="{83EDEF45-79A1-D648-984B-61BC93BA0D1F}" type="parTrans" cxnId="{308A42CC-1192-6D4D-BCCD-E2043226A366}">
      <dgm:prSet/>
      <dgm:spPr/>
      <dgm:t>
        <a:bodyPr/>
        <a:lstStyle/>
        <a:p>
          <a:endParaRPr lang="en-US"/>
        </a:p>
      </dgm:t>
    </dgm:pt>
    <dgm:pt modelId="{43D70E1F-F35A-C940-860A-2509B63C5240}" type="sibTrans" cxnId="{308A42CC-1192-6D4D-BCCD-E2043226A366}">
      <dgm:prSet/>
      <dgm:spPr/>
      <dgm:t>
        <a:bodyPr/>
        <a:lstStyle/>
        <a:p>
          <a:endParaRPr lang="en-US"/>
        </a:p>
      </dgm:t>
    </dgm:pt>
    <dgm:pt modelId="{68CAB3DD-FB50-9843-953A-197EFA262C5F}">
      <dgm:prSet/>
      <dgm:spPr/>
      <dgm:t>
        <a:bodyPr/>
        <a:lstStyle/>
        <a:p>
          <a:r>
            <a:rPr lang="en-US" dirty="0"/>
            <a:t>Cultural norms and communication expectations</a:t>
          </a:r>
        </a:p>
      </dgm:t>
    </dgm:pt>
    <dgm:pt modelId="{4973EDA4-FFA4-014B-BEA7-0138833523EE}" type="parTrans" cxnId="{88257BB6-B33B-3D4E-8C14-5689F6E0989B}">
      <dgm:prSet/>
      <dgm:spPr/>
      <dgm:t>
        <a:bodyPr/>
        <a:lstStyle/>
        <a:p>
          <a:endParaRPr lang="en-US"/>
        </a:p>
      </dgm:t>
    </dgm:pt>
    <dgm:pt modelId="{692CE75D-5F85-A340-BFF3-68D31DD83EF0}" type="sibTrans" cxnId="{88257BB6-B33B-3D4E-8C14-5689F6E0989B}">
      <dgm:prSet/>
      <dgm:spPr/>
      <dgm:t>
        <a:bodyPr/>
        <a:lstStyle/>
        <a:p>
          <a:endParaRPr lang="en-US"/>
        </a:p>
      </dgm:t>
    </dgm:pt>
    <dgm:pt modelId="{3A333841-C098-5148-912E-D1BB631A4D70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Opportunity to practice</a:t>
          </a:r>
        </a:p>
      </dgm:t>
    </dgm:pt>
    <dgm:pt modelId="{3847A83A-9F0A-5847-8607-DA4DB2491496}" type="parTrans" cxnId="{7E31CA53-B2CA-464F-A8A3-793CD90CB3E1}">
      <dgm:prSet/>
      <dgm:spPr/>
      <dgm:t>
        <a:bodyPr/>
        <a:lstStyle/>
        <a:p>
          <a:endParaRPr lang="en-US"/>
        </a:p>
      </dgm:t>
    </dgm:pt>
    <dgm:pt modelId="{0EC0BCCA-286F-C443-ABDF-70E38D9F49AE}" type="sibTrans" cxnId="{7E31CA53-B2CA-464F-A8A3-793CD90CB3E1}">
      <dgm:prSet/>
      <dgm:spPr/>
      <dgm:t>
        <a:bodyPr/>
        <a:lstStyle/>
        <a:p>
          <a:endParaRPr lang="en-US"/>
        </a:p>
      </dgm:t>
    </dgm:pt>
    <dgm:pt modelId="{2FEB04EF-6358-F24A-9CCF-80C813521E82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Assessment practices</a:t>
          </a:r>
        </a:p>
      </dgm:t>
    </dgm:pt>
    <dgm:pt modelId="{17A1AE5B-2AB9-1342-907B-D68762C7F942}" type="parTrans" cxnId="{DBCA4769-FAE1-0B49-8F44-428D1C268912}">
      <dgm:prSet/>
      <dgm:spPr/>
      <dgm:t>
        <a:bodyPr/>
        <a:lstStyle/>
        <a:p>
          <a:endParaRPr lang="en-US"/>
        </a:p>
      </dgm:t>
    </dgm:pt>
    <dgm:pt modelId="{306F9C2B-0E80-274F-B4EB-30C6BA3D03F5}" type="sibTrans" cxnId="{DBCA4769-FAE1-0B49-8F44-428D1C268912}">
      <dgm:prSet/>
      <dgm:spPr/>
      <dgm:t>
        <a:bodyPr/>
        <a:lstStyle/>
        <a:p>
          <a:endParaRPr lang="en-US"/>
        </a:p>
      </dgm:t>
    </dgm:pt>
    <dgm:pt modelId="{9BEA8556-B513-9F4A-9A5D-B9A142F1BE20}">
      <dgm:prSet/>
      <dgm:spPr/>
      <dgm:t>
        <a:bodyPr/>
        <a:lstStyle/>
        <a:p>
          <a:r>
            <a:rPr lang="en-US"/>
            <a:t>Multiple sources of information</a:t>
          </a:r>
        </a:p>
      </dgm:t>
    </dgm:pt>
    <dgm:pt modelId="{9A18A51A-E3B8-5348-AE1F-4B636A23D77A}" type="parTrans" cxnId="{45CAB967-20C6-9E42-B185-C73900B945E5}">
      <dgm:prSet/>
      <dgm:spPr/>
      <dgm:t>
        <a:bodyPr/>
        <a:lstStyle/>
        <a:p>
          <a:endParaRPr lang="en-US"/>
        </a:p>
      </dgm:t>
    </dgm:pt>
    <dgm:pt modelId="{AA2EAB92-D199-A747-A9B5-85050B79B563}" type="sibTrans" cxnId="{45CAB967-20C6-9E42-B185-C73900B945E5}">
      <dgm:prSet/>
      <dgm:spPr/>
      <dgm:t>
        <a:bodyPr/>
        <a:lstStyle/>
        <a:p>
          <a:endParaRPr lang="en-US"/>
        </a:p>
      </dgm:t>
    </dgm:pt>
    <dgm:pt modelId="{7D42952D-71FE-5844-975A-4E3A57E69C8D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Would special education placement pathologize contextual factors?</a:t>
          </a:r>
        </a:p>
      </dgm:t>
    </dgm:pt>
    <dgm:pt modelId="{0587BD44-0887-754D-A068-797BADC06D81}" type="parTrans" cxnId="{97BE9C74-6EED-BC48-A423-ACA279431383}">
      <dgm:prSet/>
      <dgm:spPr/>
      <dgm:t>
        <a:bodyPr/>
        <a:lstStyle/>
        <a:p>
          <a:endParaRPr lang="en-US"/>
        </a:p>
      </dgm:t>
    </dgm:pt>
    <dgm:pt modelId="{15DE901F-2FB4-9C4E-A596-93DAC9E1E11F}" type="sibTrans" cxnId="{97BE9C74-6EED-BC48-A423-ACA279431383}">
      <dgm:prSet/>
      <dgm:spPr/>
      <dgm:t>
        <a:bodyPr/>
        <a:lstStyle/>
        <a:p>
          <a:endParaRPr lang="en-US"/>
        </a:p>
      </dgm:t>
    </dgm:pt>
    <dgm:pt modelId="{B13E2081-5DA8-B94F-9C7B-63155B0A53D4}" type="pres">
      <dgm:prSet presAssocID="{90BB01CB-A5A7-1248-9D79-715F35A25084}" presName="linear" presStyleCnt="0">
        <dgm:presLayoutVars>
          <dgm:animLvl val="lvl"/>
          <dgm:resizeHandles val="exact"/>
        </dgm:presLayoutVars>
      </dgm:prSet>
      <dgm:spPr/>
    </dgm:pt>
    <dgm:pt modelId="{5D823C71-6778-134C-9D96-704DA790A47F}" type="pres">
      <dgm:prSet presAssocID="{9DEFA1E6-5D71-AE44-8431-8F75BF8121F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AC3B9B7-2A50-6748-91A4-3EE32D562D29}" type="pres">
      <dgm:prSet presAssocID="{9DEFA1E6-5D71-AE44-8431-8F75BF8121FC}" presName="childText" presStyleLbl="revTx" presStyleIdx="0" presStyleCnt="3">
        <dgm:presLayoutVars>
          <dgm:bulletEnabled val="1"/>
        </dgm:presLayoutVars>
      </dgm:prSet>
      <dgm:spPr/>
    </dgm:pt>
    <dgm:pt modelId="{AD219053-08D5-1148-B765-1D860CD80611}" type="pres">
      <dgm:prSet presAssocID="{7B790A47-C613-A341-BF16-8D0B23BBA57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A6DC4E9-EAF4-5740-A44F-D17235865103}" type="pres">
      <dgm:prSet presAssocID="{7B790A47-C613-A341-BF16-8D0B23BBA57A}" presName="childText" presStyleLbl="revTx" presStyleIdx="1" presStyleCnt="3">
        <dgm:presLayoutVars>
          <dgm:bulletEnabled val="1"/>
        </dgm:presLayoutVars>
      </dgm:prSet>
      <dgm:spPr/>
    </dgm:pt>
    <dgm:pt modelId="{E3F419D7-95C3-224D-BB3D-CBBD8A2D3726}" type="pres">
      <dgm:prSet presAssocID="{3A333841-C098-5148-912E-D1BB631A4D7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A2EB8EE-63D1-9443-AB4A-A9CE10822417}" type="pres">
      <dgm:prSet presAssocID="{0EC0BCCA-286F-C443-ABDF-70E38D9F49AE}" presName="spacer" presStyleCnt="0"/>
      <dgm:spPr/>
    </dgm:pt>
    <dgm:pt modelId="{87DA58C7-D52D-5945-B0FB-BE874D64F299}" type="pres">
      <dgm:prSet presAssocID="{2FEB04EF-6358-F24A-9CCF-80C813521E8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F7C7FA6-08AD-774C-9A93-6DD91E1513F7}" type="pres">
      <dgm:prSet presAssocID="{2FEB04EF-6358-F24A-9CCF-80C813521E82}" presName="childText" presStyleLbl="revTx" presStyleIdx="2" presStyleCnt="3">
        <dgm:presLayoutVars>
          <dgm:bulletEnabled val="1"/>
        </dgm:presLayoutVars>
      </dgm:prSet>
      <dgm:spPr/>
    </dgm:pt>
    <dgm:pt modelId="{F72C7302-A163-334B-B8D6-F3E1A11A496B}" type="pres">
      <dgm:prSet presAssocID="{7D42952D-71FE-5844-975A-4E3A57E69C8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F7FC00-76EB-FF4E-9864-0C660AE9BB4E}" type="presOf" srcId="{7B790A47-C613-A341-BF16-8D0B23BBA57A}" destId="{AD219053-08D5-1148-B765-1D860CD80611}" srcOrd="0" destOrd="0" presId="urn:microsoft.com/office/officeart/2005/8/layout/vList2"/>
    <dgm:cxn modelId="{D13E3006-A1D5-3144-84BB-A1869D1F8B49}" type="presOf" srcId="{9BEA8556-B513-9F4A-9A5D-B9A142F1BE20}" destId="{BF7C7FA6-08AD-774C-9A93-6DD91E1513F7}" srcOrd="0" destOrd="0" presId="urn:microsoft.com/office/officeart/2005/8/layout/vList2"/>
    <dgm:cxn modelId="{F7F6CC0A-B6DA-6145-9846-3C70D823946A}" type="presOf" srcId="{6FE80000-5648-1345-B97F-4840F1E62F38}" destId="{1A6DC4E9-EAF4-5740-A44F-D17235865103}" srcOrd="0" destOrd="0" presId="urn:microsoft.com/office/officeart/2005/8/layout/vList2"/>
    <dgm:cxn modelId="{D7F79C2E-7CF7-6A49-B96C-6996B9F4CF1A}" srcId="{9DEFA1E6-5D71-AE44-8431-8F75BF8121FC}" destId="{1FDCE154-EB3E-1740-9500-326906FE7767}" srcOrd="1" destOrd="0" parTransId="{A3A17918-D2C7-FA46-940D-86DC334687A7}" sibTransId="{880346E3-21AD-4840-B4AF-A55D78C1CADE}"/>
    <dgm:cxn modelId="{7E31CA53-B2CA-464F-A8A3-793CD90CB3E1}" srcId="{90BB01CB-A5A7-1248-9D79-715F35A25084}" destId="{3A333841-C098-5148-912E-D1BB631A4D70}" srcOrd="2" destOrd="0" parTransId="{3847A83A-9F0A-5847-8607-DA4DB2491496}" sibTransId="{0EC0BCCA-286F-C443-ABDF-70E38D9F49AE}"/>
    <dgm:cxn modelId="{BD00405F-A642-CA41-AA4C-DDF3488146ED}" srcId="{90BB01CB-A5A7-1248-9D79-715F35A25084}" destId="{9DEFA1E6-5D71-AE44-8431-8F75BF8121FC}" srcOrd="0" destOrd="0" parTransId="{D44BE1A0-4324-ED4E-97CD-AB20167EC3C7}" sibTransId="{542E1770-6DB9-D543-9F8B-9F8A204A4F86}"/>
    <dgm:cxn modelId="{53E90165-D0CD-0A43-94D1-0D1D31458419}" srcId="{90BB01CB-A5A7-1248-9D79-715F35A25084}" destId="{7B790A47-C613-A341-BF16-8D0B23BBA57A}" srcOrd="1" destOrd="0" parTransId="{229087CB-A16F-4443-8F41-49B15A0BF821}" sibTransId="{C14D7650-9085-6A45-8C94-93505CCDD521}"/>
    <dgm:cxn modelId="{45CAB967-20C6-9E42-B185-C73900B945E5}" srcId="{2FEB04EF-6358-F24A-9CCF-80C813521E82}" destId="{9BEA8556-B513-9F4A-9A5D-B9A142F1BE20}" srcOrd="0" destOrd="0" parTransId="{9A18A51A-E3B8-5348-AE1F-4B636A23D77A}" sibTransId="{AA2EAB92-D199-A747-A9B5-85050B79B563}"/>
    <dgm:cxn modelId="{DBCA4769-FAE1-0B49-8F44-428D1C268912}" srcId="{90BB01CB-A5A7-1248-9D79-715F35A25084}" destId="{2FEB04EF-6358-F24A-9CCF-80C813521E82}" srcOrd="3" destOrd="0" parTransId="{17A1AE5B-2AB9-1342-907B-D68762C7F942}" sibTransId="{306F9C2B-0E80-274F-B4EB-30C6BA3D03F5}"/>
    <dgm:cxn modelId="{0A4F2C73-372C-614E-AD1E-E8F851323C2B}" type="presOf" srcId="{7D42952D-71FE-5844-975A-4E3A57E69C8D}" destId="{F72C7302-A163-334B-B8D6-F3E1A11A496B}" srcOrd="0" destOrd="0" presId="urn:microsoft.com/office/officeart/2005/8/layout/vList2"/>
    <dgm:cxn modelId="{97BE9C74-6EED-BC48-A423-ACA279431383}" srcId="{90BB01CB-A5A7-1248-9D79-715F35A25084}" destId="{7D42952D-71FE-5844-975A-4E3A57E69C8D}" srcOrd="4" destOrd="0" parTransId="{0587BD44-0887-754D-A068-797BADC06D81}" sibTransId="{15DE901F-2FB4-9C4E-A596-93DAC9E1E11F}"/>
    <dgm:cxn modelId="{01A8B581-7D3C-1141-B33A-DA35B5EBF195}" type="presOf" srcId="{90BB01CB-A5A7-1248-9D79-715F35A25084}" destId="{B13E2081-5DA8-B94F-9C7B-63155B0A53D4}" srcOrd="0" destOrd="0" presId="urn:microsoft.com/office/officeart/2005/8/layout/vList2"/>
    <dgm:cxn modelId="{B5B4F182-CDDD-B84A-B126-96C0073D9581}" type="presOf" srcId="{68CAB3DD-FB50-9843-953A-197EFA262C5F}" destId="{1A6DC4E9-EAF4-5740-A44F-D17235865103}" srcOrd="0" destOrd="1" presId="urn:microsoft.com/office/officeart/2005/8/layout/vList2"/>
    <dgm:cxn modelId="{F149B49D-056E-2941-9228-F35B61DB189B}" type="presOf" srcId="{3A0E0322-ACB2-E84A-8B4F-2EAF383132E6}" destId="{2AC3B9B7-2A50-6748-91A4-3EE32D562D29}" srcOrd="0" destOrd="0" presId="urn:microsoft.com/office/officeart/2005/8/layout/vList2"/>
    <dgm:cxn modelId="{C244899F-C231-1245-9D76-A2431909DAB6}" type="presOf" srcId="{1FDCE154-EB3E-1740-9500-326906FE7767}" destId="{2AC3B9B7-2A50-6748-91A4-3EE32D562D29}" srcOrd="0" destOrd="1" presId="urn:microsoft.com/office/officeart/2005/8/layout/vList2"/>
    <dgm:cxn modelId="{27547FB0-1B31-5149-B359-7A5A9B01AB60}" srcId="{9DEFA1E6-5D71-AE44-8431-8F75BF8121FC}" destId="{3A0E0322-ACB2-E84A-8B4F-2EAF383132E6}" srcOrd="0" destOrd="0" parTransId="{D8F73E54-AF7B-934F-9462-E74C35BECFBF}" sibTransId="{97A83AED-3D96-2A43-A2C0-9237C6A6B93D}"/>
    <dgm:cxn modelId="{62E05EB5-E072-FD4E-B9DA-2ED1ADD0826D}" type="presOf" srcId="{3A333841-C098-5148-912E-D1BB631A4D70}" destId="{E3F419D7-95C3-224D-BB3D-CBBD8A2D3726}" srcOrd="0" destOrd="0" presId="urn:microsoft.com/office/officeart/2005/8/layout/vList2"/>
    <dgm:cxn modelId="{88257BB6-B33B-3D4E-8C14-5689F6E0989B}" srcId="{7B790A47-C613-A341-BF16-8D0B23BBA57A}" destId="{68CAB3DD-FB50-9843-953A-197EFA262C5F}" srcOrd="1" destOrd="0" parTransId="{4973EDA4-FFA4-014B-BEA7-0138833523EE}" sibTransId="{692CE75D-5F85-A340-BFF3-68D31DD83EF0}"/>
    <dgm:cxn modelId="{308A42CC-1192-6D4D-BCCD-E2043226A366}" srcId="{7B790A47-C613-A341-BF16-8D0B23BBA57A}" destId="{6FE80000-5648-1345-B97F-4840F1E62F38}" srcOrd="0" destOrd="0" parTransId="{83EDEF45-79A1-D648-984B-61BC93BA0D1F}" sibTransId="{43D70E1F-F35A-C940-860A-2509B63C5240}"/>
    <dgm:cxn modelId="{18F970E4-0527-DA4D-8ADF-13DFB23C57B7}" type="presOf" srcId="{2FEB04EF-6358-F24A-9CCF-80C813521E82}" destId="{87DA58C7-D52D-5945-B0FB-BE874D64F299}" srcOrd="0" destOrd="0" presId="urn:microsoft.com/office/officeart/2005/8/layout/vList2"/>
    <dgm:cxn modelId="{00D145F2-F081-3D42-98B6-1590D59938A5}" type="presOf" srcId="{9DEFA1E6-5D71-AE44-8431-8F75BF8121FC}" destId="{5D823C71-6778-134C-9D96-704DA790A47F}" srcOrd="0" destOrd="0" presId="urn:microsoft.com/office/officeart/2005/8/layout/vList2"/>
    <dgm:cxn modelId="{3AC0E98E-44B6-464F-9CBB-C72A19FC14A9}" type="presParOf" srcId="{B13E2081-5DA8-B94F-9C7B-63155B0A53D4}" destId="{5D823C71-6778-134C-9D96-704DA790A47F}" srcOrd="0" destOrd="0" presId="urn:microsoft.com/office/officeart/2005/8/layout/vList2"/>
    <dgm:cxn modelId="{1415839B-1C1B-4F4F-B699-56622A8AEBE2}" type="presParOf" srcId="{B13E2081-5DA8-B94F-9C7B-63155B0A53D4}" destId="{2AC3B9B7-2A50-6748-91A4-3EE32D562D29}" srcOrd="1" destOrd="0" presId="urn:microsoft.com/office/officeart/2005/8/layout/vList2"/>
    <dgm:cxn modelId="{08822A3F-5A15-E544-9A56-4C95CF7A74BC}" type="presParOf" srcId="{B13E2081-5DA8-B94F-9C7B-63155B0A53D4}" destId="{AD219053-08D5-1148-B765-1D860CD80611}" srcOrd="2" destOrd="0" presId="urn:microsoft.com/office/officeart/2005/8/layout/vList2"/>
    <dgm:cxn modelId="{C1113005-DD08-F042-9B50-AC027547B4F3}" type="presParOf" srcId="{B13E2081-5DA8-B94F-9C7B-63155B0A53D4}" destId="{1A6DC4E9-EAF4-5740-A44F-D17235865103}" srcOrd="3" destOrd="0" presId="urn:microsoft.com/office/officeart/2005/8/layout/vList2"/>
    <dgm:cxn modelId="{51108BDA-6A10-5E4A-8F97-4734DA593C68}" type="presParOf" srcId="{B13E2081-5DA8-B94F-9C7B-63155B0A53D4}" destId="{E3F419D7-95C3-224D-BB3D-CBBD8A2D3726}" srcOrd="4" destOrd="0" presId="urn:microsoft.com/office/officeart/2005/8/layout/vList2"/>
    <dgm:cxn modelId="{710E33E7-D48D-7B41-86FF-DCF6002F163B}" type="presParOf" srcId="{B13E2081-5DA8-B94F-9C7B-63155B0A53D4}" destId="{EA2EB8EE-63D1-9443-AB4A-A9CE10822417}" srcOrd="5" destOrd="0" presId="urn:microsoft.com/office/officeart/2005/8/layout/vList2"/>
    <dgm:cxn modelId="{B0F10F21-C240-E54F-A419-D2905798045A}" type="presParOf" srcId="{B13E2081-5DA8-B94F-9C7B-63155B0A53D4}" destId="{87DA58C7-D52D-5945-B0FB-BE874D64F299}" srcOrd="6" destOrd="0" presId="urn:microsoft.com/office/officeart/2005/8/layout/vList2"/>
    <dgm:cxn modelId="{0E7A520A-AFAD-784B-8CFD-8CB707F9D07D}" type="presParOf" srcId="{B13E2081-5DA8-B94F-9C7B-63155B0A53D4}" destId="{BF7C7FA6-08AD-774C-9A93-6DD91E1513F7}" srcOrd="7" destOrd="0" presId="urn:microsoft.com/office/officeart/2005/8/layout/vList2"/>
    <dgm:cxn modelId="{9FD1FD93-D2B1-FC41-86E8-8CF5B6E59047}" type="presParOf" srcId="{B13E2081-5DA8-B94F-9C7B-63155B0A53D4}" destId="{F72C7302-A163-334B-B8D6-F3E1A11A496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E64A8AD-4A6F-452A-B101-5F0F0D27C4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A6C237-14C6-4B94-9289-EFD7077A1AE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0" i="0"/>
            <a:t>Dyslexia</a:t>
          </a:r>
          <a:endParaRPr lang="en-US"/>
        </a:p>
      </dgm:t>
    </dgm:pt>
    <dgm:pt modelId="{387AC18C-B467-4D63-9431-69BB541CEF45}" type="parTrans" cxnId="{CB210854-A26C-4018-B7FF-82441A218EAD}">
      <dgm:prSet/>
      <dgm:spPr/>
      <dgm:t>
        <a:bodyPr/>
        <a:lstStyle/>
        <a:p>
          <a:endParaRPr lang="en-US"/>
        </a:p>
      </dgm:t>
    </dgm:pt>
    <dgm:pt modelId="{077F2162-DA9E-4827-966E-0C09E8AF5344}" type="sibTrans" cxnId="{CB210854-A26C-4018-B7FF-82441A218EAD}">
      <dgm:prSet/>
      <dgm:spPr/>
      <dgm:t>
        <a:bodyPr/>
        <a:lstStyle/>
        <a:p>
          <a:endParaRPr lang="en-US"/>
        </a:p>
      </dgm:t>
    </dgm:pt>
    <dgm:pt modelId="{BE08781D-F92C-4270-8064-0B481C0F1206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b="0" i="0"/>
            <a:t>Dyscalculia</a:t>
          </a:r>
          <a:endParaRPr lang="en-US"/>
        </a:p>
      </dgm:t>
    </dgm:pt>
    <dgm:pt modelId="{40B9F709-6FF0-4335-961C-C70E809953EF}" type="parTrans" cxnId="{12CDEFA6-0B75-4D83-867E-A6C7F322C953}">
      <dgm:prSet/>
      <dgm:spPr/>
      <dgm:t>
        <a:bodyPr/>
        <a:lstStyle/>
        <a:p>
          <a:endParaRPr lang="en-US"/>
        </a:p>
      </dgm:t>
    </dgm:pt>
    <dgm:pt modelId="{85BF53B3-D4B0-4885-B1F5-B4CCF429A152}" type="sibTrans" cxnId="{12CDEFA6-0B75-4D83-867E-A6C7F322C953}">
      <dgm:prSet/>
      <dgm:spPr/>
      <dgm:t>
        <a:bodyPr/>
        <a:lstStyle/>
        <a:p>
          <a:endParaRPr lang="en-US"/>
        </a:p>
      </dgm:t>
    </dgm:pt>
    <dgm:pt modelId="{F8079AFA-9DCA-4F68-9735-F455B1041480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b="0" i="0"/>
            <a:t>Dysgraphia</a:t>
          </a:r>
          <a:endParaRPr lang="en-US"/>
        </a:p>
      </dgm:t>
    </dgm:pt>
    <dgm:pt modelId="{C7A93289-65F6-4F1D-B627-76A645C151E5}" type="parTrans" cxnId="{212C1AA7-987D-4B4E-8009-9864B31DCDF6}">
      <dgm:prSet/>
      <dgm:spPr/>
      <dgm:t>
        <a:bodyPr/>
        <a:lstStyle/>
        <a:p>
          <a:endParaRPr lang="en-US"/>
        </a:p>
      </dgm:t>
    </dgm:pt>
    <dgm:pt modelId="{FF5C22E6-DD6D-4EC5-9E80-745EEEA1CDB9}" type="sibTrans" cxnId="{212C1AA7-987D-4B4E-8009-9864B31DCDF6}">
      <dgm:prSet/>
      <dgm:spPr/>
      <dgm:t>
        <a:bodyPr/>
        <a:lstStyle/>
        <a:p>
          <a:endParaRPr lang="en-US"/>
        </a:p>
      </dgm:t>
    </dgm:pt>
    <dgm:pt modelId="{60C6D32E-F59E-4C2F-8400-04EA2A333A36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b="0" i="0"/>
            <a:t>Oral/written Language Disorder</a:t>
          </a:r>
          <a:endParaRPr lang="en-US"/>
        </a:p>
      </dgm:t>
    </dgm:pt>
    <dgm:pt modelId="{EA033FC7-6B60-4BA7-85DC-BD4927D895BF}" type="parTrans" cxnId="{97BC168A-68E4-489D-BCE5-D12282F50541}">
      <dgm:prSet/>
      <dgm:spPr/>
      <dgm:t>
        <a:bodyPr/>
        <a:lstStyle/>
        <a:p>
          <a:endParaRPr lang="en-US"/>
        </a:p>
      </dgm:t>
    </dgm:pt>
    <dgm:pt modelId="{A7200517-497B-4A40-A957-D5CFEB467A1E}" type="sibTrans" cxnId="{97BC168A-68E4-489D-BCE5-D12282F50541}">
      <dgm:prSet/>
      <dgm:spPr/>
      <dgm:t>
        <a:bodyPr/>
        <a:lstStyle/>
        <a:p>
          <a:endParaRPr lang="en-US"/>
        </a:p>
      </dgm:t>
    </dgm:pt>
    <dgm:pt modelId="{BF37D6E3-EF85-4BE8-A26F-7561F1A95B31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b="0" i="0"/>
            <a:t>Nonverbal Learning Disability</a:t>
          </a:r>
          <a:endParaRPr lang="en-US"/>
        </a:p>
      </dgm:t>
    </dgm:pt>
    <dgm:pt modelId="{4ED79023-D72F-44D1-8A40-9EFE987AFBEC}" type="parTrans" cxnId="{F310E7CB-8163-4C71-819E-96ED9ADA1E51}">
      <dgm:prSet/>
      <dgm:spPr/>
      <dgm:t>
        <a:bodyPr/>
        <a:lstStyle/>
        <a:p>
          <a:endParaRPr lang="en-US"/>
        </a:p>
      </dgm:t>
    </dgm:pt>
    <dgm:pt modelId="{629A68EB-B4DC-46AB-B2B9-1BE25AB3E0A5}" type="sibTrans" cxnId="{F310E7CB-8163-4C71-819E-96ED9ADA1E51}">
      <dgm:prSet/>
      <dgm:spPr/>
      <dgm:t>
        <a:bodyPr/>
        <a:lstStyle/>
        <a:p>
          <a:endParaRPr lang="en-US"/>
        </a:p>
      </dgm:t>
    </dgm:pt>
    <dgm:pt modelId="{723EA056-9CEE-854E-AFA0-E3F1E2815981}" type="pres">
      <dgm:prSet presAssocID="{0E64A8AD-4A6F-452A-B101-5F0F0D27C4DF}" presName="linear" presStyleCnt="0">
        <dgm:presLayoutVars>
          <dgm:animLvl val="lvl"/>
          <dgm:resizeHandles val="exact"/>
        </dgm:presLayoutVars>
      </dgm:prSet>
      <dgm:spPr/>
    </dgm:pt>
    <dgm:pt modelId="{ABAF6A9A-2C8A-4243-9D09-D7D03A2045C8}" type="pres">
      <dgm:prSet presAssocID="{95A6C237-14C6-4B94-9289-EFD7077A1A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32F88C4-B4B7-BF42-90D9-F62170181A81}" type="pres">
      <dgm:prSet presAssocID="{077F2162-DA9E-4827-966E-0C09E8AF5344}" presName="spacer" presStyleCnt="0"/>
      <dgm:spPr/>
    </dgm:pt>
    <dgm:pt modelId="{9B0CCC2F-C9CB-2F47-8A20-36A8468916AD}" type="pres">
      <dgm:prSet presAssocID="{BE08781D-F92C-4270-8064-0B481C0F120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8945CB1-D242-EE48-A1C5-BE85A302F447}" type="pres">
      <dgm:prSet presAssocID="{85BF53B3-D4B0-4885-B1F5-B4CCF429A152}" presName="spacer" presStyleCnt="0"/>
      <dgm:spPr/>
    </dgm:pt>
    <dgm:pt modelId="{73D1C84E-91F2-954D-8659-399A0CEF8D23}" type="pres">
      <dgm:prSet presAssocID="{F8079AFA-9DCA-4F68-9735-F455B104148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949FC88-8F81-244F-96A8-A8432ED3F24B}" type="pres">
      <dgm:prSet presAssocID="{FF5C22E6-DD6D-4EC5-9E80-745EEEA1CDB9}" presName="spacer" presStyleCnt="0"/>
      <dgm:spPr/>
    </dgm:pt>
    <dgm:pt modelId="{70CF9BD5-6234-A141-AE6C-09BC74A67130}" type="pres">
      <dgm:prSet presAssocID="{60C6D32E-F59E-4C2F-8400-04EA2A333A3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8738772-A0DA-2746-B346-37C2AA6E33A9}" type="pres">
      <dgm:prSet presAssocID="{A7200517-497B-4A40-A957-D5CFEB467A1E}" presName="spacer" presStyleCnt="0"/>
      <dgm:spPr/>
    </dgm:pt>
    <dgm:pt modelId="{B60F936A-6CA1-894B-B1F8-776324EF6417}" type="pres">
      <dgm:prSet presAssocID="{BF37D6E3-EF85-4BE8-A26F-7561F1A95B3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DFC8B34-707C-D146-9655-A88D1ADE56D5}" type="presOf" srcId="{0E64A8AD-4A6F-452A-B101-5F0F0D27C4DF}" destId="{723EA056-9CEE-854E-AFA0-E3F1E2815981}" srcOrd="0" destOrd="0" presId="urn:microsoft.com/office/officeart/2005/8/layout/vList2"/>
    <dgm:cxn modelId="{CB210854-A26C-4018-B7FF-82441A218EAD}" srcId="{0E64A8AD-4A6F-452A-B101-5F0F0D27C4DF}" destId="{95A6C237-14C6-4B94-9289-EFD7077A1AE4}" srcOrd="0" destOrd="0" parTransId="{387AC18C-B467-4D63-9431-69BB541CEF45}" sibTransId="{077F2162-DA9E-4827-966E-0C09E8AF5344}"/>
    <dgm:cxn modelId="{572D176D-00BB-9C42-8A25-630BEF1E3878}" type="presOf" srcId="{60C6D32E-F59E-4C2F-8400-04EA2A333A36}" destId="{70CF9BD5-6234-A141-AE6C-09BC74A67130}" srcOrd="0" destOrd="0" presId="urn:microsoft.com/office/officeart/2005/8/layout/vList2"/>
    <dgm:cxn modelId="{97BC168A-68E4-489D-BCE5-D12282F50541}" srcId="{0E64A8AD-4A6F-452A-B101-5F0F0D27C4DF}" destId="{60C6D32E-F59E-4C2F-8400-04EA2A333A36}" srcOrd="3" destOrd="0" parTransId="{EA033FC7-6B60-4BA7-85DC-BD4927D895BF}" sibTransId="{A7200517-497B-4A40-A957-D5CFEB467A1E}"/>
    <dgm:cxn modelId="{0A94A68F-5288-6C43-B238-D8B31E87005E}" type="presOf" srcId="{95A6C237-14C6-4B94-9289-EFD7077A1AE4}" destId="{ABAF6A9A-2C8A-4243-9D09-D7D03A2045C8}" srcOrd="0" destOrd="0" presId="urn:microsoft.com/office/officeart/2005/8/layout/vList2"/>
    <dgm:cxn modelId="{12CDEFA6-0B75-4D83-867E-A6C7F322C953}" srcId="{0E64A8AD-4A6F-452A-B101-5F0F0D27C4DF}" destId="{BE08781D-F92C-4270-8064-0B481C0F1206}" srcOrd="1" destOrd="0" parTransId="{40B9F709-6FF0-4335-961C-C70E809953EF}" sibTransId="{85BF53B3-D4B0-4885-B1F5-B4CCF429A152}"/>
    <dgm:cxn modelId="{212C1AA7-987D-4B4E-8009-9864B31DCDF6}" srcId="{0E64A8AD-4A6F-452A-B101-5F0F0D27C4DF}" destId="{F8079AFA-9DCA-4F68-9735-F455B1041480}" srcOrd="2" destOrd="0" parTransId="{C7A93289-65F6-4F1D-B627-76A645C151E5}" sibTransId="{FF5C22E6-DD6D-4EC5-9E80-745EEEA1CDB9}"/>
    <dgm:cxn modelId="{9D5ABBBA-2042-BB40-88DE-3AD44A5A4F06}" type="presOf" srcId="{F8079AFA-9DCA-4F68-9735-F455B1041480}" destId="{73D1C84E-91F2-954D-8659-399A0CEF8D23}" srcOrd="0" destOrd="0" presId="urn:microsoft.com/office/officeart/2005/8/layout/vList2"/>
    <dgm:cxn modelId="{798854BC-CF3D-EC40-A303-964F7F9D12CE}" type="presOf" srcId="{BE08781D-F92C-4270-8064-0B481C0F1206}" destId="{9B0CCC2F-C9CB-2F47-8A20-36A8468916AD}" srcOrd="0" destOrd="0" presId="urn:microsoft.com/office/officeart/2005/8/layout/vList2"/>
    <dgm:cxn modelId="{F310E7CB-8163-4C71-819E-96ED9ADA1E51}" srcId="{0E64A8AD-4A6F-452A-B101-5F0F0D27C4DF}" destId="{BF37D6E3-EF85-4BE8-A26F-7561F1A95B31}" srcOrd="4" destOrd="0" parTransId="{4ED79023-D72F-44D1-8A40-9EFE987AFBEC}" sibTransId="{629A68EB-B4DC-46AB-B2B9-1BE25AB3E0A5}"/>
    <dgm:cxn modelId="{26A5B8CC-F3E6-E641-B619-E122EE74433F}" type="presOf" srcId="{BF37D6E3-EF85-4BE8-A26F-7561F1A95B31}" destId="{B60F936A-6CA1-894B-B1F8-776324EF6417}" srcOrd="0" destOrd="0" presId="urn:microsoft.com/office/officeart/2005/8/layout/vList2"/>
    <dgm:cxn modelId="{E976D190-5580-8042-B0A1-1C193C0FD90B}" type="presParOf" srcId="{723EA056-9CEE-854E-AFA0-E3F1E2815981}" destId="{ABAF6A9A-2C8A-4243-9D09-D7D03A2045C8}" srcOrd="0" destOrd="0" presId="urn:microsoft.com/office/officeart/2005/8/layout/vList2"/>
    <dgm:cxn modelId="{001FA548-AEB9-2F4B-87B4-4222B40F45D3}" type="presParOf" srcId="{723EA056-9CEE-854E-AFA0-E3F1E2815981}" destId="{232F88C4-B4B7-BF42-90D9-F62170181A81}" srcOrd="1" destOrd="0" presId="urn:microsoft.com/office/officeart/2005/8/layout/vList2"/>
    <dgm:cxn modelId="{622B5677-E82D-304A-8B83-A073FC068A4A}" type="presParOf" srcId="{723EA056-9CEE-854E-AFA0-E3F1E2815981}" destId="{9B0CCC2F-C9CB-2F47-8A20-36A8468916AD}" srcOrd="2" destOrd="0" presId="urn:microsoft.com/office/officeart/2005/8/layout/vList2"/>
    <dgm:cxn modelId="{0577FFC0-95DD-0B46-9DF1-BB97F55AD0DF}" type="presParOf" srcId="{723EA056-9CEE-854E-AFA0-E3F1E2815981}" destId="{08945CB1-D242-EE48-A1C5-BE85A302F447}" srcOrd="3" destOrd="0" presId="urn:microsoft.com/office/officeart/2005/8/layout/vList2"/>
    <dgm:cxn modelId="{399A61FD-7EB0-B54D-A873-93747D5A39B6}" type="presParOf" srcId="{723EA056-9CEE-854E-AFA0-E3F1E2815981}" destId="{73D1C84E-91F2-954D-8659-399A0CEF8D23}" srcOrd="4" destOrd="0" presId="urn:microsoft.com/office/officeart/2005/8/layout/vList2"/>
    <dgm:cxn modelId="{EE87C5E7-EF7C-9D40-AFEF-A6938290273F}" type="presParOf" srcId="{723EA056-9CEE-854E-AFA0-E3F1E2815981}" destId="{3949FC88-8F81-244F-96A8-A8432ED3F24B}" srcOrd="5" destOrd="0" presId="urn:microsoft.com/office/officeart/2005/8/layout/vList2"/>
    <dgm:cxn modelId="{64DCD41A-6654-7544-AE0C-E576CF6E8587}" type="presParOf" srcId="{723EA056-9CEE-854E-AFA0-E3F1E2815981}" destId="{70CF9BD5-6234-A141-AE6C-09BC74A67130}" srcOrd="6" destOrd="0" presId="urn:microsoft.com/office/officeart/2005/8/layout/vList2"/>
    <dgm:cxn modelId="{11432914-788C-574B-B503-2969675ADF73}" type="presParOf" srcId="{723EA056-9CEE-854E-AFA0-E3F1E2815981}" destId="{28738772-A0DA-2746-B346-37C2AA6E33A9}" srcOrd="7" destOrd="0" presId="urn:microsoft.com/office/officeart/2005/8/layout/vList2"/>
    <dgm:cxn modelId="{7CED9F35-45D8-0949-8C7C-EB0B49A21EEC}" type="presParOf" srcId="{723EA056-9CEE-854E-AFA0-E3F1E2815981}" destId="{B60F936A-6CA1-894B-B1F8-776324EF641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DBBC320-B11D-45AF-818D-DDD601511E75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3B97A93-110F-4146-86BA-B5BF007655C7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An inability to learn that cannot be explained by intellectual, sensory, or health factors</a:t>
          </a:r>
        </a:p>
      </dgm:t>
    </dgm:pt>
    <dgm:pt modelId="{C2979ADF-A03D-4724-9197-CD8104D212E0}" type="parTrans" cxnId="{9CAB5373-BC1A-4678-84EF-21FB0604B7B3}">
      <dgm:prSet/>
      <dgm:spPr/>
      <dgm:t>
        <a:bodyPr/>
        <a:lstStyle/>
        <a:p>
          <a:endParaRPr lang="en-US"/>
        </a:p>
      </dgm:t>
    </dgm:pt>
    <dgm:pt modelId="{6FEAD6AE-5594-4184-BD64-140687C119FC}" type="sibTrans" cxnId="{9CAB5373-BC1A-4678-84EF-21FB0604B7B3}">
      <dgm:prSet/>
      <dgm:spPr/>
      <dgm:t>
        <a:bodyPr/>
        <a:lstStyle/>
        <a:p>
          <a:endParaRPr lang="en-US"/>
        </a:p>
      </dgm:t>
    </dgm:pt>
    <dgm:pt modelId="{0306A64A-0C69-423F-A627-124F053D85F6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An inability to build or maintain satisfactory interpersonal relationships with peers and teachers</a:t>
          </a:r>
        </a:p>
      </dgm:t>
    </dgm:pt>
    <dgm:pt modelId="{6DF42330-94E0-4095-9043-6FA0025D6C25}" type="parTrans" cxnId="{9A2956A5-39F7-4ADC-925C-DC7FD4B68745}">
      <dgm:prSet/>
      <dgm:spPr/>
      <dgm:t>
        <a:bodyPr/>
        <a:lstStyle/>
        <a:p>
          <a:endParaRPr lang="en-US"/>
        </a:p>
      </dgm:t>
    </dgm:pt>
    <dgm:pt modelId="{FE42F4FD-F9D2-4DDE-B703-9D82AF0ACD8C}" type="sibTrans" cxnId="{9A2956A5-39F7-4ADC-925C-DC7FD4B68745}">
      <dgm:prSet/>
      <dgm:spPr/>
      <dgm:t>
        <a:bodyPr/>
        <a:lstStyle/>
        <a:p>
          <a:endParaRPr lang="en-US"/>
        </a:p>
      </dgm:t>
    </dgm:pt>
    <dgm:pt modelId="{EF3814EC-6187-4E03-9658-8C6A8B4634C3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Inappropriate types of behavior or feelings under normal circumstances</a:t>
          </a:r>
        </a:p>
      </dgm:t>
    </dgm:pt>
    <dgm:pt modelId="{96ECB948-7C19-4BC2-88F9-918DAF2CCFBA}" type="parTrans" cxnId="{03F67431-4C26-4B5F-B8EB-C9EFC9A8623A}">
      <dgm:prSet/>
      <dgm:spPr/>
      <dgm:t>
        <a:bodyPr/>
        <a:lstStyle/>
        <a:p>
          <a:endParaRPr lang="en-US"/>
        </a:p>
      </dgm:t>
    </dgm:pt>
    <dgm:pt modelId="{5A444439-41DB-4E7B-8551-2D3BC1392B74}" type="sibTrans" cxnId="{03F67431-4C26-4B5F-B8EB-C9EFC9A8623A}">
      <dgm:prSet/>
      <dgm:spPr/>
      <dgm:t>
        <a:bodyPr/>
        <a:lstStyle/>
        <a:p>
          <a:endParaRPr lang="en-US"/>
        </a:p>
      </dgm:t>
    </dgm:pt>
    <dgm:pt modelId="{F10CC60D-7832-41B5-A9B0-81790D5ADD70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 general pervasive mood of unhappiness or depression</a:t>
          </a:r>
        </a:p>
      </dgm:t>
    </dgm:pt>
    <dgm:pt modelId="{999163E1-387F-4045-8ACD-C3E30C1EC45F}" type="parTrans" cxnId="{955C444C-08C8-481F-9B06-AC4D9FFF31E9}">
      <dgm:prSet/>
      <dgm:spPr/>
      <dgm:t>
        <a:bodyPr/>
        <a:lstStyle/>
        <a:p>
          <a:endParaRPr lang="en-US"/>
        </a:p>
      </dgm:t>
    </dgm:pt>
    <dgm:pt modelId="{3FBBD107-36B9-487B-836D-A5BEB38ECB84}" type="sibTrans" cxnId="{955C444C-08C8-481F-9B06-AC4D9FFF31E9}">
      <dgm:prSet/>
      <dgm:spPr/>
      <dgm:t>
        <a:bodyPr/>
        <a:lstStyle/>
        <a:p>
          <a:endParaRPr lang="en-US"/>
        </a:p>
      </dgm:t>
    </dgm:pt>
    <dgm:pt modelId="{4D32ADCB-68D1-4D17-9DEC-232D3E8DA08D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 tendency to develop physical symptoms or fears associated with personal or school problems</a:t>
          </a:r>
        </a:p>
      </dgm:t>
    </dgm:pt>
    <dgm:pt modelId="{589E981D-366A-49B2-B276-D912AE02DE23}" type="parTrans" cxnId="{4DFFDD0B-862A-4EE9-A680-90C7F9B59805}">
      <dgm:prSet/>
      <dgm:spPr/>
      <dgm:t>
        <a:bodyPr/>
        <a:lstStyle/>
        <a:p>
          <a:endParaRPr lang="en-US"/>
        </a:p>
      </dgm:t>
    </dgm:pt>
    <dgm:pt modelId="{E2E5FA2E-91E8-4442-949B-40DA39A09004}" type="sibTrans" cxnId="{4DFFDD0B-862A-4EE9-A680-90C7F9B59805}">
      <dgm:prSet/>
      <dgm:spPr/>
      <dgm:t>
        <a:bodyPr/>
        <a:lstStyle/>
        <a:p>
          <a:endParaRPr lang="en-US"/>
        </a:p>
      </dgm:t>
    </dgm:pt>
    <dgm:pt modelId="{A32302D6-D940-BB43-936B-1F7C808E92CD}" type="pres">
      <dgm:prSet presAssocID="{DDBBC320-B11D-45AF-818D-DDD601511E75}" presName="linear" presStyleCnt="0">
        <dgm:presLayoutVars>
          <dgm:animLvl val="lvl"/>
          <dgm:resizeHandles val="exact"/>
        </dgm:presLayoutVars>
      </dgm:prSet>
      <dgm:spPr/>
    </dgm:pt>
    <dgm:pt modelId="{E66EDBC3-3292-7441-8D9D-8B25CD40EF44}" type="pres">
      <dgm:prSet presAssocID="{D3B97A93-110F-4146-86BA-B5BF007655C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ECF1CD2-66E6-D546-80DA-A597967D054E}" type="pres">
      <dgm:prSet presAssocID="{6FEAD6AE-5594-4184-BD64-140687C119FC}" presName="spacer" presStyleCnt="0"/>
      <dgm:spPr/>
    </dgm:pt>
    <dgm:pt modelId="{509C770C-A623-7F46-923A-0D930D27EC8F}" type="pres">
      <dgm:prSet presAssocID="{0306A64A-0C69-423F-A627-124F053D85F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0D91BAE-2081-4B4C-8368-CC77FC59473D}" type="pres">
      <dgm:prSet presAssocID="{FE42F4FD-F9D2-4DDE-B703-9D82AF0ACD8C}" presName="spacer" presStyleCnt="0"/>
      <dgm:spPr/>
    </dgm:pt>
    <dgm:pt modelId="{4B218A43-1750-3644-AF93-A12E87AF995F}" type="pres">
      <dgm:prSet presAssocID="{EF3814EC-6187-4E03-9658-8C6A8B4634C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C7B88AE-041F-F743-BE8E-36AE73F27281}" type="pres">
      <dgm:prSet presAssocID="{5A444439-41DB-4E7B-8551-2D3BC1392B74}" presName="spacer" presStyleCnt="0"/>
      <dgm:spPr/>
    </dgm:pt>
    <dgm:pt modelId="{3553ED32-17E9-434B-9A77-E22E17858E70}" type="pres">
      <dgm:prSet presAssocID="{F10CC60D-7832-41B5-A9B0-81790D5ADD7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2E8246E-5C79-584E-A4BA-DA43020E9FA3}" type="pres">
      <dgm:prSet presAssocID="{3FBBD107-36B9-487B-836D-A5BEB38ECB84}" presName="spacer" presStyleCnt="0"/>
      <dgm:spPr/>
    </dgm:pt>
    <dgm:pt modelId="{A8B1D615-BEA2-DA45-B82E-A8B1E0F7BF0B}" type="pres">
      <dgm:prSet presAssocID="{4D32ADCB-68D1-4D17-9DEC-232D3E8DA08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BC55105-FFF3-D949-B47B-E9A77CBCE030}" type="presOf" srcId="{F10CC60D-7832-41B5-A9B0-81790D5ADD70}" destId="{3553ED32-17E9-434B-9A77-E22E17858E70}" srcOrd="0" destOrd="0" presId="urn:microsoft.com/office/officeart/2005/8/layout/vList2"/>
    <dgm:cxn modelId="{4DFFDD0B-862A-4EE9-A680-90C7F9B59805}" srcId="{DDBBC320-B11D-45AF-818D-DDD601511E75}" destId="{4D32ADCB-68D1-4D17-9DEC-232D3E8DA08D}" srcOrd="4" destOrd="0" parTransId="{589E981D-366A-49B2-B276-D912AE02DE23}" sibTransId="{E2E5FA2E-91E8-4442-949B-40DA39A09004}"/>
    <dgm:cxn modelId="{03F67431-4C26-4B5F-B8EB-C9EFC9A8623A}" srcId="{DDBBC320-B11D-45AF-818D-DDD601511E75}" destId="{EF3814EC-6187-4E03-9658-8C6A8B4634C3}" srcOrd="2" destOrd="0" parTransId="{96ECB948-7C19-4BC2-88F9-918DAF2CCFBA}" sibTransId="{5A444439-41DB-4E7B-8551-2D3BC1392B74}"/>
    <dgm:cxn modelId="{F484E93F-0220-944C-B1F1-EABEA707516D}" type="presOf" srcId="{D3B97A93-110F-4146-86BA-B5BF007655C7}" destId="{E66EDBC3-3292-7441-8D9D-8B25CD40EF44}" srcOrd="0" destOrd="0" presId="urn:microsoft.com/office/officeart/2005/8/layout/vList2"/>
    <dgm:cxn modelId="{83129A40-53C5-0040-8D05-D712ED47EAFC}" type="presOf" srcId="{DDBBC320-B11D-45AF-818D-DDD601511E75}" destId="{A32302D6-D940-BB43-936B-1F7C808E92CD}" srcOrd="0" destOrd="0" presId="urn:microsoft.com/office/officeart/2005/8/layout/vList2"/>
    <dgm:cxn modelId="{955C444C-08C8-481F-9B06-AC4D9FFF31E9}" srcId="{DDBBC320-B11D-45AF-818D-DDD601511E75}" destId="{F10CC60D-7832-41B5-A9B0-81790D5ADD70}" srcOrd="3" destOrd="0" parTransId="{999163E1-387F-4045-8ACD-C3E30C1EC45F}" sibTransId="{3FBBD107-36B9-487B-836D-A5BEB38ECB84}"/>
    <dgm:cxn modelId="{9CAB5373-BC1A-4678-84EF-21FB0604B7B3}" srcId="{DDBBC320-B11D-45AF-818D-DDD601511E75}" destId="{D3B97A93-110F-4146-86BA-B5BF007655C7}" srcOrd="0" destOrd="0" parTransId="{C2979ADF-A03D-4724-9197-CD8104D212E0}" sibTransId="{6FEAD6AE-5594-4184-BD64-140687C119FC}"/>
    <dgm:cxn modelId="{54DB4593-2F2B-724A-A8AA-652580805726}" type="presOf" srcId="{0306A64A-0C69-423F-A627-124F053D85F6}" destId="{509C770C-A623-7F46-923A-0D930D27EC8F}" srcOrd="0" destOrd="0" presId="urn:microsoft.com/office/officeart/2005/8/layout/vList2"/>
    <dgm:cxn modelId="{9A2956A5-39F7-4ADC-925C-DC7FD4B68745}" srcId="{DDBBC320-B11D-45AF-818D-DDD601511E75}" destId="{0306A64A-0C69-423F-A627-124F053D85F6}" srcOrd="1" destOrd="0" parTransId="{6DF42330-94E0-4095-9043-6FA0025D6C25}" sibTransId="{FE42F4FD-F9D2-4DDE-B703-9D82AF0ACD8C}"/>
    <dgm:cxn modelId="{74530FAC-6F95-A845-8E31-8134FA350402}" type="presOf" srcId="{4D32ADCB-68D1-4D17-9DEC-232D3E8DA08D}" destId="{A8B1D615-BEA2-DA45-B82E-A8B1E0F7BF0B}" srcOrd="0" destOrd="0" presId="urn:microsoft.com/office/officeart/2005/8/layout/vList2"/>
    <dgm:cxn modelId="{C223A7FB-49EA-0F4F-9208-01AA625F3786}" type="presOf" srcId="{EF3814EC-6187-4E03-9658-8C6A8B4634C3}" destId="{4B218A43-1750-3644-AF93-A12E87AF995F}" srcOrd="0" destOrd="0" presId="urn:microsoft.com/office/officeart/2005/8/layout/vList2"/>
    <dgm:cxn modelId="{D1A9C57A-7BB0-BD46-BF23-C04F9D0C3FF5}" type="presParOf" srcId="{A32302D6-D940-BB43-936B-1F7C808E92CD}" destId="{E66EDBC3-3292-7441-8D9D-8B25CD40EF44}" srcOrd="0" destOrd="0" presId="urn:microsoft.com/office/officeart/2005/8/layout/vList2"/>
    <dgm:cxn modelId="{2D37F756-C459-BF4C-BBC2-3A3EE4155E3B}" type="presParOf" srcId="{A32302D6-D940-BB43-936B-1F7C808E92CD}" destId="{EECF1CD2-66E6-D546-80DA-A597967D054E}" srcOrd="1" destOrd="0" presId="urn:microsoft.com/office/officeart/2005/8/layout/vList2"/>
    <dgm:cxn modelId="{13B0C152-0707-DE4C-9B9F-75E3024CD18D}" type="presParOf" srcId="{A32302D6-D940-BB43-936B-1F7C808E92CD}" destId="{509C770C-A623-7F46-923A-0D930D27EC8F}" srcOrd="2" destOrd="0" presId="urn:microsoft.com/office/officeart/2005/8/layout/vList2"/>
    <dgm:cxn modelId="{1143C44E-FC6D-3140-83B9-16F07A79368E}" type="presParOf" srcId="{A32302D6-D940-BB43-936B-1F7C808E92CD}" destId="{00D91BAE-2081-4B4C-8368-CC77FC59473D}" srcOrd="3" destOrd="0" presId="urn:microsoft.com/office/officeart/2005/8/layout/vList2"/>
    <dgm:cxn modelId="{0D30D49C-C232-9846-B9C6-232A5A8EC5EF}" type="presParOf" srcId="{A32302D6-D940-BB43-936B-1F7C808E92CD}" destId="{4B218A43-1750-3644-AF93-A12E87AF995F}" srcOrd="4" destOrd="0" presId="urn:microsoft.com/office/officeart/2005/8/layout/vList2"/>
    <dgm:cxn modelId="{22B32A87-85C9-044F-8C61-42FF7243C78B}" type="presParOf" srcId="{A32302D6-D940-BB43-936B-1F7C808E92CD}" destId="{0C7B88AE-041F-F743-BE8E-36AE73F27281}" srcOrd="5" destOrd="0" presId="urn:microsoft.com/office/officeart/2005/8/layout/vList2"/>
    <dgm:cxn modelId="{3B51CA48-71F4-4346-B4A0-1BC894A5EB57}" type="presParOf" srcId="{A32302D6-D940-BB43-936B-1F7C808E92CD}" destId="{3553ED32-17E9-434B-9A77-E22E17858E70}" srcOrd="6" destOrd="0" presId="urn:microsoft.com/office/officeart/2005/8/layout/vList2"/>
    <dgm:cxn modelId="{0F55F6B0-929A-3E46-B42B-C45AF790DB14}" type="presParOf" srcId="{A32302D6-D940-BB43-936B-1F7C808E92CD}" destId="{92E8246E-5C79-584E-A4BA-DA43020E9FA3}" srcOrd="7" destOrd="0" presId="urn:microsoft.com/office/officeart/2005/8/layout/vList2"/>
    <dgm:cxn modelId="{B0DFE89E-F74C-4E41-AFBF-FD37472A3421}" type="presParOf" srcId="{A32302D6-D940-BB43-936B-1F7C808E92CD}" destId="{A8B1D615-BEA2-DA45-B82E-A8B1E0F7BF0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AE7C554-8211-4E4B-9A51-AD58B748A6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43398E-0170-B543-B833-25671D492FD1}">
      <dgm:prSet/>
      <dgm:spPr/>
      <dgm:t>
        <a:bodyPr/>
        <a:lstStyle/>
        <a:p>
          <a:r>
            <a:rPr lang="en-US" b="1" baseline="0" dirty="0"/>
            <a:t>What does this mean?</a:t>
          </a:r>
          <a:endParaRPr lang="en-US" dirty="0"/>
        </a:p>
      </dgm:t>
    </dgm:pt>
    <dgm:pt modelId="{50CEF9B4-ACED-D641-BFCE-BBDA6C95880E}" type="parTrans" cxnId="{2E9282FE-2D59-3147-B783-2D0688FC7C2C}">
      <dgm:prSet/>
      <dgm:spPr/>
      <dgm:t>
        <a:bodyPr/>
        <a:lstStyle/>
        <a:p>
          <a:endParaRPr lang="en-US"/>
        </a:p>
      </dgm:t>
    </dgm:pt>
    <dgm:pt modelId="{76E4DE77-22FB-9040-8B85-36F9E17CF537}" type="sibTrans" cxnId="{2E9282FE-2D59-3147-B783-2D0688FC7C2C}">
      <dgm:prSet/>
      <dgm:spPr/>
      <dgm:t>
        <a:bodyPr/>
        <a:lstStyle/>
        <a:p>
          <a:endParaRPr lang="en-US"/>
        </a:p>
      </dgm:t>
    </dgm:pt>
    <dgm:pt modelId="{FC47251C-8CE3-1748-AFF1-C0DF1B6BAFF6}" type="pres">
      <dgm:prSet presAssocID="{CAE7C554-8211-4E4B-9A51-AD58B748A6C4}" presName="linear" presStyleCnt="0">
        <dgm:presLayoutVars>
          <dgm:animLvl val="lvl"/>
          <dgm:resizeHandles val="exact"/>
        </dgm:presLayoutVars>
      </dgm:prSet>
      <dgm:spPr/>
    </dgm:pt>
    <dgm:pt modelId="{4D9D09A0-ED56-314C-8B15-FB41EF484FD4}" type="pres">
      <dgm:prSet presAssocID="{ED43398E-0170-B543-B833-25671D492FD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329F17B-6208-DF4C-8FDC-F4723E30DA88}" type="presOf" srcId="{CAE7C554-8211-4E4B-9A51-AD58B748A6C4}" destId="{FC47251C-8CE3-1748-AFF1-C0DF1B6BAFF6}" srcOrd="0" destOrd="0" presId="urn:microsoft.com/office/officeart/2005/8/layout/vList2"/>
    <dgm:cxn modelId="{9EB074F1-AEB8-9045-A220-254D5A33E209}" type="presOf" srcId="{ED43398E-0170-B543-B833-25671D492FD1}" destId="{4D9D09A0-ED56-314C-8B15-FB41EF484FD4}" srcOrd="0" destOrd="0" presId="urn:microsoft.com/office/officeart/2005/8/layout/vList2"/>
    <dgm:cxn modelId="{2E9282FE-2D59-3147-B783-2D0688FC7C2C}" srcId="{CAE7C554-8211-4E4B-9A51-AD58B748A6C4}" destId="{ED43398E-0170-B543-B833-25671D492FD1}" srcOrd="0" destOrd="0" parTransId="{50CEF9B4-ACED-D641-BFCE-BBDA6C95880E}" sibTransId="{76E4DE77-22FB-9040-8B85-36F9E17CF537}"/>
    <dgm:cxn modelId="{B87F52D5-2316-B946-8A4D-DD9678574E8B}" type="presParOf" srcId="{FC47251C-8CE3-1748-AFF1-C0DF1B6BAFF6}" destId="{4D9D09A0-ED56-314C-8B15-FB41EF484FD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CD5BB8F-0634-E440-BEB5-09F2F95B93C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A262D2-766C-CF4E-92E8-7127B9E14A17}">
      <dgm:prSet/>
      <dgm:spPr/>
      <dgm:t>
        <a:bodyPr/>
        <a:lstStyle/>
        <a:p>
          <a:r>
            <a:rPr lang="en-US" dirty="0"/>
            <a:t>“For a long period of time and to a marked degree”</a:t>
          </a:r>
        </a:p>
      </dgm:t>
    </dgm:pt>
    <dgm:pt modelId="{FC619425-FC79-D94E-8EE5-F95378DC9DF1}" type="parTrans" cxnId="{6B092464-FA64-1947-A0D7-3912BA1D2D98}">
      <dgm:prSet/>
      <dgm:spPr/>
      <dgm:t>
        <a:bodyPr/>
        <a:lstStyle/>
        <a:p>
          <a:endParaRPr lang="en-US"/>
        </a:p>
      </dgm:t>
    </dgm:pt>
    <dgm:pt modelId="{5674C1BE-6B34-6B46-904C-C46E04541BD5}" type="sibTrans" cxnId="{6B092464-FA64-1947-A0D7-3912BA1D2D98}">
      <dgm:prSet/>
      <dgm:spPr/>
      <dgm:t>
        <a:bodyPr/>
        <a:lstStyle/>
        <a:p>
          <a:endParaRPr lang="en-US"/>
        </a:p>
      </dgm:t>
    </dgm:pt>
    <dgm:pt modelId="{575CE7E1-D85A-1E48-B177-F8001025359C}" type="pres">
      <dgm:prSet presAssocID="{ACD5BB8F-0634-E440-BEB5-09F2F95B93CE}" presName="linear" presStyleCnt="0">
        <dgm:presLayoutVars>
          <dgm:animLvl val="lvl"/>
          <dgm:resizeHandles val="exact"/>
        </dgm:presLayoutVars>
      </dgm:prSet>
      <dgm:spPr/>
    </dgm:pt>
    <dgm:pt modelId="{48530FB7-3471-2646-93EE-5A0498382B66}" type="pres">
      <dgm:prSet presAssocID="{1DA262D2-766C-CF4E-92E8-7127B9E14A1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446192D-11DF-F448-A376-9314FB3B37F7}" type="presOf" srcId="{1DA262D2-766C-CF4E-92E8-7127B9E14A17}" destId="{48530FB7-3471-2646-93EE-5A0498382B66}" srcOrd="0" destOrd="0" presId="urn:microsoft.com/office/officeart/2005/8/layout/vList2"/>
    <dgm:cxn modelId="{6B092464-FA64-1947-A0D7-3912BA1D2D98}" srcId="{ACD5BB8F-0634-E440-BEB5-09F2F95B93CE}" destId="{1DA262D2-766C-CF4E-92E8-7127B9E14A17}" srcOrd="0" destOrd="0" parTransId="{FC619425-FC79-D94E-8EE5-F95378DC9DF1}" sibTransId="{5674C1BE-6B34-6B46-904C-C46E04541BD5}"/>
    <dgm:cxn modelId="{B04766A4-9602-4440-8142-0933AB64ECA2}" type="presOf" srcId="{ACD5BB8F-0634-E440-BEB5-09F2F95B93CE}" destId="{575CE7E1-D85A-1E48-B177-F8001025359C}" srcOrd="0" destOrd="0" presId="urn:microsoft.com/office/officeart/2005/8/layout/vList2"/>
    <dgm:cxn modelId="{09AE2644-8DF8-4A4F-93C1-5CF1667A0458}" type="presParOf" srcId="{575CE7E1-D85A-1E48-B177-F8001025359C}" destId="{48530FB7-3471-2646-93EE-5A0498382B6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A7542A5-1B11-40AA-8631-E183E6D74ABC}" type="doc">
      <dgm:prSet loTypeId="urn:microsoft.com/office/officeart/2005/8/layout/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F8F5230-074A-4C82-AD95-15FAFBE814E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/>
            <a:t>Trauma vs. ED</a:t>
          </a:r>
        </a:p>
      </dgm:t>
    </dgm:pt>
    <dgm:pt modelId="{0B0A922F-86DC-46F2-B652-28D637631A82}" type="parTrans" cxnId="{FA3B2CAD-9BAB-4AFC-B178-623FB627CC27}">
      <dgm:prSet/>
      <dgm:spPr/>
      <dgm:t>
        <a:bodyPr/>
        <a:lstStyle/>
        <a:p>
          <a:endParaRPr lang="en-US"/>
        </a:p>
      </dgm:t>
    </dgm:pt>
    <dgm:pt modelId="{3E95715C-2BCB-4950-895A-BB709985F2B0}" type="sibTrans" cxnId="{FA3B2CAD-9BAB-4AFC-B178-623FB627CC27}">
      <dgm:prSet/>
      <dgm:spPr/>
      <dgm:t>
        <a:bodyPr/>
        <a:lstStyle/>
        <a:p>
          <a:endParaRPr lang="en-US"/>
        </a:p>
      </dgm:t>
    </dgm:pt>
    <dgm:pt modelId="{6F32294E-47BB-49EE-96AD-5ED5D8617C1D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/>
            <a:t>MH Diagnosis vs. ED</a:t>
          </a:r>
        </a:p>
      </dgm:t>
    </dgm:pt>
    <dgm:pt modelId="{74C4B727-A0C2-406B-9C12-3A5FC52B6CB2}" type="parTrans" cxnId="{77D4CC29-74A3-4682-A447-304218F6D265}">
      <dgm:prSet/>
      <dgm:spPr/>
      <dgm:t>
        <a:bodyPr/>
        <a:lstStyle/>
        <a:p>
          <a:endParaRPr lang="en-US"/>
        </a:p>
      </dgm:t>
    </dgm:pt>
    <dgm:pt modelId="{706F8173-23C5-4BF9-B60C-9E5D4ED682C8}" type="sibTrans" cxnId="{77D4CC29-74A3-4682-A447-304218F6D265}">
      <dgm:prSet/>
      <dgm:spPr/>
      <dgm:t>
        <a:bodyPr/>
        <a:lstStyle/>
        <a:p>
          <a:endParaRPr lang="en-US"/>
        </a:p>
      </dgm:t>
    </dgm:pt>
    <dgm:pt modelId="{1CC703D7-517E-47A4-9FCE-232EA05BF306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Special education vs. non-special education support</a:t>
          </a:r>
        </a:p>
      </dgm:t>
    </dgm:pt>
    <dgm:pt modelId="{6BEF039C-D1C1-43E3-9FA8-12C2E2BAE8C6}" type="parTrans" cxnId="{EBB33945-748E-4E98-908E-D8BFD08F45EA}">
      <dgm:prSet/>
      <dgm:spPr/>
      <dgm:t>
        <a:bodyPr/>
        <a:lstStyle/>
        <a:p>
          <a:endParaRPr lang="en-US"/>
        </a:p>
      </dgm:t>
    </dgm:pt>
    <dgm:pt modelId="{F31721CE-EE05-4393-ABEE-CF0FC72F1162}" type="sibTrans" cxnId="{EBB33945-748E-4E98-908E-D8BFD08F45EA}">
      <dgm:prSet/>
      <dgm:spPr/>
      <dgm:t>
        <a:bodyPr/>
        <a:lstStyle/>
        <a:p>
          <a:endParaRPr lang="en-US"/>
        </a:p>
      </dgm:t>
    </dgm:pt>
    <dgm:pt modelId="{CDCF2D16-FB07-41E3-811D-F6441ACE48DE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/>
            <a:t>Adverse Impact dilemma</a:t>
          </a:r>
        </a:p>
      </dgm:t>
    </dgm:pt>
    <dgm:pt modelId="{361E16BA-26D3-4488-B4BC-BDA776434E20}" type="parTrans" cxnId="{B533FF17-0169-4FF8-97F5-187D274F2E43}">
      <dgm:prSet/>
      <dgm:spPr/>
      <dgm:t>
        <a:bodyPr/>
        <a:lstStyle/>
        <a:p>
          <a:endParaRPr lang="en-US"/>
        </a:p>
      </dgm:t>
    </dgm:pt>
    <dgm:pt modelId="{6EAED84E-44A6-4FFB-BEFB-48FD8193AA47}" type="sibTrans" cxnId="{B533FF17-0169-4FF8-97F5-187D274F2E43}">
      <dgm:prSet/>
      <dgm:spPr/>
      <dgm:t>
        <a:bodyPr/>
        <a:lstStyle/>
        <a:p>
          <a:endParaRPr lang="en-US"/>
        </a:p>
      </dgm:t>
    </dgm:pt>
    <dgm:pt modelId="{91AF9D92-D65F-443E-AD8F-332FC1E05F2C}">
      <dgm:prSet/>
      <dgm:spPr/>
      <dgm:t>
        <a:bodyPr/>
        <a:lstStyle/>
        <a:p>
          <a:r>
            <a:rPr lang="en-US" dirty="0"/>
            <a:t>Child who has police contact in community</a:t>
          </a:r>
        </a:p>
      </dgm:t>
    </dgm:pt>
    <dgm:pt modelId="{187F4FA5-C7FA-49C8-BC1A-2F137F4093BB}" type="parTrans" cxnId="{20360C38-88A3-4FFB-9A9F-AA7B79D74E8E}">
      <dgm:prSet/>
      <dgm:spPr/>
      <dgm:t>
        <a:bodyPr/>
        <a:lstStyle/>
        <a:p>
          <a:endParaRPr lang="en-US"/>
        </a:p>
      </dgm:t>
    </dgm:pt>
    <dgm:pt modelId="{6A6C8FF4-D113-441B-ADC9-DC8F98585065}" type="sibTrans" cxnId="{20360C38-88A3-4FFB-9A9F-AA7B79D74E8E}">
      <dgm:prSet/>
      <dgm:spPr/>
      <dgm:t>
        <a:bodyPr/>
        <a:lstStyle/>
        <a:p>
          <a:endParaRPr lang="en-US"/>
        </a:p>
      </dgm:t>
    </dgm:pt>
    <dgm:pt modelId="{4D216732-14EB-455B-B2D9-8E00A2471C01}">
      <dgm:prSet/>
      <dgm:spPr/>
      <dgm:t>
        <a:bodyPr/>
        <a:lstStyle/>
        <a:p>
          <a:r>
            <a:rPr lang="en-US"/>
            <a:t>Protection from punishment and displacement</a:t>
          </a:r>
        </a:p>
      </dgm:t>
    </dgm:pt>
    <dgm:pt modelId="{2DAA4FBB-72BD-4B96-875D-3A16A3517F41}" type="parTrans" cxnId="{6173F0CC-642D-4BED-8997-68130DFC0DDD}">
      <dgm:prSet/>
      <dgm:spPr/>
      <dgm:t>
        <a:bodyPr/>
        <a:lstStyle/>
        <a:p>
          <a:endParaRPr lang="en-US"/>
        </a:p>
      </dgm:t>
    </dgm:pt>
    <dgm:pt modelId="{F02923CE-9ED9-45FB-AE52-D10F155B3533}" type="sibTrans" cxnId="{6173F0CC-642D-4BED-8997-68130DFC0DDD}">
      <dgm:prSet/>
      <dgm:spPr/>
      <dgm:t>
        <a:bodyPr/>
        <a:lstStyle/>
        <a:p>
          <a:endParaRPr lang="en-US"/>
        </a:p>
      </dgm:t>
    </dgm:pt>
    <dgm:pt modelId="{39695BB1-F576-4294-886B-FDD67CC2FCF9}">
      <dgm:prSet/>
      <dgm:spPr/>
      <dgm:t>
        <a:bodyPr/>
        <a:lstStyle/>
        <a:p>
          <a:r>
            <a:rPr lang="en-US" dirty="0"/>
            <a:t>Child who needs embedded services</a:t>
          </a:r>
        </a:p>
      </dgm:t>
    </dgm:pt>
    <dgm:pt modelId="{92FAAC36-307E-40FD-89B9-83E571563588}" type="parTrans" cxnId="{91CDDEF2-C072-4353-826D-DFDB475D132B}">
      <dgm:prSet/>
      <dgm:spPr/>
      <dgm:t>
        <a:bodyPr/>
        <a:lstStyle/>
        <a:p>
          <a:endParaRPr lang="en-US"/>
        </a:p>
      </dgm:t>
    </dgm:pt>
    <dgm:pt modelId="{B573C275-28ED-40BA-8307-4582D5B8EA93}" type="sibTrans" cxnId="{91CDDEF2-C072-4353-826D-DFDB475D132B}">
      <dgm:prSet/>
      <dgm:spPr/>
      <dgm:t>
        <a:bodyPr/>
        <a:lstStyle/>
        <a:p>
          <a:endParaRPr lang="en-US"/>
        </a:p>
      </dgm:t>
    </dgm:pt>
    <dgm:pt modelId="{96E46DB4-36E9-8148-B6DA-EEF8DF3F738E}" type="pres">
      <dgm:prSet presAssocID="{5A7542A5-1B11-40AA-8631-E183E6D74ABC}" presName="linear" presStyleCnt="0">
        <dgm:presLayoutVars>
          <dgm:dir/>
          <dgm:animLvl val="lvl"/>
          <dgm:resizeHandles val="exact"/>
        </dgm:presLayoutVars>
      </dgm:prSet>
      <dgm:spPr/>
    </dgm:pt>
    <dgm:pt modelId="{BBDD1E09-E5B5-814B-A380-55320DF3085A}" type="pres">
      <dgm:prSet presAssocID="{9F8F5230-074A-4C82-AD95-15FAFBE814E5}" presName="parentLin" presStyleCnt="0"/>
      <dgm:spPr/>
    </dgm:pt>
    <dgm:pt modelId="{D95A8113-FD7B-A84D-9A6E-B43CA864147D}" type="pres">
      <dgm:prSet presAssocID="{9F8F5230-074A-4C82-AD95-15FAFBE814E5}" presName="parentLeftMargin" presStyleLbl="node1" presStyleIdx="0" presStyleCnt="4"/>
      <dgm:spPr/>
    </dgm:pt>
    <dgm:pt modelId="{54AD417A-DC00-1C4F-93C4-01BCADE06479}" type="pres">
      <dgm:prSet presAssocID="{9F8F5230-074A-4C82-AD95-15FAFBE814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39FE26-22D7-B04F-886F-F713E66F23C3}" type="pres">
      <dgm:prSet presAssocID="{9F8F5230-074A-4C82-AD95-15FAFBE814E5}" presName="negativeSpace" presStyleCnt="0"/>
      <dgm:spPr/>
    </dgm:pt>
    <dgm:pt modelId="{90A24A20-FEA0-074C-9DAD-BD95C663D37A}" type="pres">
      <dgm:prSet presAssocID="{9F8F5230-074A-4C82-AD95-15FAFBE814E5}" presName="childText" presStyleLbl="conFgAcc1" presStyleIdx="0" presStyleCnt="4">
        <dgm:presLayoutVars>
          <dgm:bulletEnabled val="1"/>
        </dgm:presLayoutVars>
      </dgm:prSet>
      <dgm:spPr/>
    </dgm:pt>
    <dgm:pt modelId="{692EE12F-0C06-AD44-B4AE-B5D6FA9C1967}" type="pres">
      <dgm:prSet presAssocID="{3E95715C-2BCB-4950-895A-BB709985F2B0}" presName="spaceBetweenRectangles" presStyleCnt="0"/>
      <dgm:spPr/>
    </dgm:pt>
    <dgm:pt modelId="{B9F0E4F8-E495-9A49-B8ED-7964F57CB6E9}" type="pres">
      <dgm:prSet presAssocID="{6F32294E-47BB-49EE-96AD-5ED5D8617C1D}" presName="parentLin" presStyleCnt="0"/>
      <dgm:spPr/>
    </dgm:pt>
    <dgm:pt modelId="{FD054AC3-B88F-224D-80E1-F7A6EFA42123}" type="pres">
      <dgm:prSet presAssocID="{6F32294E-47BB-49EE-96AD-5ED5D8617C1D}" presName="parentLeftMargin" presStyleLbl="node1" presStyleIdx="0" presStyleCnt="4"/>
      <dgm:spPr/>
    </dgm:pt>
    <dgm:pt modelId="{6594A6D9-E3F7-8947-BAA4-E4C374EB611B}" type="pres">
      <dgm:prSet presAssocID="{6F32294E-47BB-49EE-96AD-5ED5D8617C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B6A43FA-55D1-2A40-A57F-946AE8004387}" type="pres">
      <dgm:prSet presAssocID="{6F32294E-47BB-49EE-96AD-5ED5D8617C1D}" presName="negativeSpace" presStyleCnt="0"/>
      <dgm:spPr/>
    </dgm:pt>
    <dgm:pt modelId="{FE2519C8-E544-8F42-A956-FAEF7FB5BF50}" type="pres">
      <dgm:prSet presAssocID="{6F32294E-47BB-49EE-96AD-5ED5D8617C1D}" presName="childText" presStyleLbl="conFgAcc1" presStyleIdx="1" presStyleCnt="4">
        <dgm:presLayoutVars>
          <dgm:bulletEnabled val="1"/>
        </dgm:presLayoutVars>
      </dgm:prSet>
      <dgm:spPr/>
    </dgm:pt>
    <dgm:pt modelId="{C3EAF03C-1A08-1D4E-8454-07F4C9BDB5D6}" type="pres">
      <dgm:prSet presAssocID="{706F8173-23C5-4BF9-B60C-9E5D4ED682C8}" presName="spaceBetweenRectangles" presStyleCnt="0"/>
      <dgm:spPr/>
    </dgm:pt>
    <dgm:pt modelId="{9904D04A-C1ED-804D-9079-2EDEA206534F}" type="pres">
      <dgm:prSet presAssocID="{1CC703D7-517E-47A4-9FCE-232EA05BF306}" presName="parentLin" presStyleCnt="0"/>
      <dgm:spPr/>
    </dgm:pt>
    <dgm:pt modelId="{9E0D5210-1540-5E4B-8BDA-230FCA46436D}" type="pres">
      <dgm:prSet presAssocID="{1CC703D7-517E-47A4-9FCE-232EA05BF306}" presName="parentLeftMargin" presStyleLbl="node1" presStyleIdx="1" presStyleCnt="4"/>
      <dgm:spPr/>
    </dgm:pt>
    <dgm:pt modelId="{EB4318DD-2F8A-BC44-878E-106EE8618D25}" type="pres">
      <dgm:prSet presAssocID="{1CC703D7-517E-47A4-9FCE-232EA05BF3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D69F1C-08AB-B84C-8AB3-B4B7AA2E943D}" type="pres">
      <dgm:prSet presAssocID="{1CC703D7-517E-47A4-9FCE-232EA05BF306}" presName="negativeSpace" presStyleCnt="0"/>
      <dgm:spPr/>
    </dgm:pt>
    <dgm:pt modelId="{A55C354C-8531-0042-8136-DCE169D91DC7}" type="pres">
      <dgm:prSet presAssocID="{1CC703D7-517E-47A4-9FCE-232EA05BF306}" presName="childText" presStyleLbl="conFgAcc1" presStyleIdx="2" presStyleCnt="4">
        <dgm:presLayoutVars>
          <dgm:bulletEnabled val="1"/>
        </dgm:presLayoutVars>
      </dgm:prSet>
      <dgm:spPr/>
    </dgm:pt>
    <dgm:pt modelId="{B57FF34B-F951-0A42-A2B5-706A2984111C}" type="pres">
      <dgm:prSet presAssocID="{F31721CE-EE05-4393-ABEE-CF0FC72F1162}" presName="spaceBetweenRectangles" presStyleCnt="0"/>
      <dgm:spPr/>
    </dgm:pt>
    <dgm:pt modelId="{692C5BE6-FB80-FD4E-9160-A4BB648F2D03}" type="pres">
      <dgm:prSet presAssocID="{CDCF2D16-FB07-41E3-811D-F6441ACE48DE}" presName="parentLin" presStyleCnt="0"/>
      <dgm:spPr/>
    </dgm:pt>
    <dgm:pt modelId="{D6FFA729-3187-4141-B6CA-B5FA51D6A02A}" type="pres">
      <dgm:prSet presAssocID="{CDCF2D16-FB07-41E3-811D-F6441ACE48DE}" presName="parentLeftMargin" presStyleLbl="node1" presStyleIdx="2" presStyleCnt="4"/>
      <dgm:spPr/>
    </dgm:pt>
    <dgm:pt modelId="{E81F31BB-7BE6-5841-B18A-C0F1D7B175CF}" type="pres">
      <dgm:prSet presAssocID="{CDCF2D16-FB07-41E3-811D-F6441ACE48D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9EEE367-DF78-F240-A12F-0CF76713F814}" type="pres">
      <dgm:prSet presAssocID="{CDCF2D16-FB07-41E3-811D-F6441ACE48DE}" presName="negativeSpace" presStyleCnt="0"/>
      <dgm:spPr/>
    </dgm:pt>
    <dgm:pt modelId="{345AC058-719A-BB45-9363-44958F43F93A}" type="pres">
      <dgm:prSet presAssocID="{CDCF2D16-FB07-41E3-811D-F6441ACE48D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533FF17-0169-4FF8-97F5-187D274F2E43}" srcId="{5A7542A5-1B11-40AA-8631-E183E6D74ABC}" destId="{CDCF2D16-FB07-41E3-811D-F6441ACE48DE}" srcOrd="3" destOrd="0" parTransId="{361E16BA-26D3-4488-B4BC-BDA776434E20}" sibTransId="{6EAED84E-44A6-4FFB-BEFB-48FD8193AA47}"/>
    <dgm:cxn modelId="{77D4CC29-74A3-4682-A447-304218F6D265}" srcId="{5A7542A5-1B11-40AA-8631-E183E6D74ABC}" destId="{6F32294E-47BB-49EE-96AD-5ED5D8617C1D}" srcOrd="1" destOrd="0" parTransId="{74C4B727-A0C2-406B-9C12-3A5FC52B6CB2}" sibTransId="{706F8173-23C5-4BF9-B60C-9E5D4ED682C8}"/>
    <dgm:cxn modelId="{20360C38-88A3-4FFB-9A9F-AA7B79D74E8E}" srcId="{CDCF2D16-FB07-41E3-811D-F6441ACE48DE}" destId="{91AF9D92-D65F-443E-AD8F-332FC1E05F2C}" srcOrd="0" destOrd="0" parTransId="{187F4FA5-C7FA-49C8-BC1A-2F137F4093BB}" sibTransId="{6A6C8FF4-D113-441B-ADC9-DC8F98585065}"/>
    <dgm:cxn modelId="{407CBA3C-E4E0-154D-A321-0B3C8E4FD26D}" type="presOf" srcId="{CDCF2D16-FB07-41E3-811D-F6441ACE48DE}" destId="{E81F31BB-7BE6-5841-B18A-C0F1D7B175CF}" srcOrd="1" destOrd="0" presId="urn:microsoft.com/office/officeart/2005/8/layout/list1"/>
    <dgm:cxn modelId="{EBB33945-748E-4E98-908E-D8BFD08F45EA}" srcId="{5A7542A5-1B11-40AA-8631-E183E6D74ABC}" destId="{1CC703D7-517E-47A4-9FCE-232EA05BF306}" srcOrd="2" destOrd="0" parTransId="{6BEF039C-D1C1-43E3-9FA8-12C2E2BAE8C6}" sibTransId="{F31721CE-EE05-4393-ABEE-CF0FC72F1162}"/>
    <dgm:cxn modelId="{01DEC681-F73C-7C4B-96F3-B4B7C3BB023C}" type="presOf" srcId="{91AF9D92-D65F-443E-AD8F-332FC1E05F2C}" destId="{345AC058-719A-BB45-9363-44958F43F93A}" srcOrd="0" destOrd="0" presId="urn:microsoft.com/office/officeart/2005/8/layout/list1"/>
    <dgm:cxn modelId="{2F2B9E8A-1D00-3E4F-8EAD-CBBC40CF643D}" type="presOf" srcId="{5A7542A5-1B11-40AA-8631-E183E6D74ABC}" destId="{96E46DB4-36E9-8148-B6DA-EEF8DF3F738E}" srcOrd="0" destOrd="0" presId="urn:microsoft.com/office/officeart/2005/8/layout/list1"/>
    <dgm:cxn modelId="{C648328D-4B60-DF49-BEFE-8B5363F29BFB}" type="presOf" srcId="{6F32294E-47BB-49EE-96AD-5ED5D8617C1D}" destId="{FD054AC3-B88F-224D-80E1-F7A6EFA42123}" srcOrd="0" destOrd="0" presId="urn:microsoft.com/office/officeart/2005/8/layout/list1"/>
    <dgm:cxn modelId="{FA3B2CAD-9BAB-4AFC-B178-623FB627CC27}" srcId="{5A7542A5-1B11-40AA-8631-E183E6D74ABC}" destId="{9F8F5230-074A-4C82-AD95-15FAFBE814E5}" srcOrd="0" destOrd="0" parTransId="{0B0A922F-86DC-46F2-B652-28D637631A82}" sibTransId="{3E95715C-2BCB-4950-895A-BB709985F2B0}"/>
    <dgm:cxn modelId="{2BCAFDC5-9A83-3843-A2EF-2371EBC13E5A}" type="presOf" srcId="{39695BB1-F576-4294-886B-FDD67CC2FCF9}" destId="{345AC058-719A-BB45-9363-44958F43F93A}" srcOrd="0" destOrd="2" presId="urn:microsoft.com/office/officeart/2005/8/layout/list1"/>
    <dgm:cxn modelId="{6173F0CC-642D-4BED-8997-68130DFC0DDD}" srcId="{CDCF2D16-FB07-41E3-811D-F6441ACE48DE}" destId="{4D216732-14EB-455B-B2D9-8E00A2471C01}" srcOrd="1" destOrd="0" parTransId="{2DAA4FBB-72BD-4B96-875D-3A16A3517F41}" sibTransId="{F02923CE-9ED9-45FB-AE52-D10F155B3533}"/>
    <dgm:cxn modelId="{88432DCD-BB87-7F4B-9E64-71D0301D9A8E}" type="presOf" srcId="{CDCF2D16-FB07-41E3-811D-F6441ACE48DE}" destId="{D6FFA729-3187-4141-B6CA-B5FA51D6A02A}" srcOrd="0" destOrd="0" presId="urn:microsoft.com/office/officeart/2005/8/layout/list1"/>
    <dgm:cxn modelId="{B4F28CD1-7E17-2740-BA11-6AF7EF5B4676}" type="presOf" srcId="{1CC703D7-517E-47A4-9FCE-232EA05BF306}" destId="{EB4318DD-2F8A-BC44-878E-106EE8618D25}" srcOrd="1" destOrd="0" presId="urn:microsoft.com/office/officeart/2005/8/layout/list1"/>
    <dgm:cxn modelId="{FA03FDD5-E41A-7A42-A08B-058998667793}" type="presOf" srcId="{6F32294E-47BB-49EE-96AD-5ED5D8617C1D}" destId="{6594A6D9-E3F7-8947-BAA4-E4C374EB611B}" srcOrd="1" destOrd="0" presId="urn:microsoft.com/office/officeart/2005/8/layout/list1"/>
    <dgm:cxn modelId="{0376D4D7-1FC8-6048-A687-81C166992DEC}" type="presOf" srcId="{4D216732-14EB-455B-B2D9-8E00A2471C01}" destId="{345AC058-719A-BB45-9363-44958F43F93A}" srcOrd="0" destOrd="1" presId="urn:microsoft.com/office/officeart/2005/8/layout/list1"/>
    <dgm:cxn modelId="{0D1A47E1-FAF9-844C-A9BB-CDA55BA71B9D}" type="presOf" srcId="{9F8F5230-074A-4C82-AD95-15FAFBE814E5}" destId="{54AD417A-DC00-1C4F-93C4-01BCADE06479}" srcOrd="1" destOrd="0" presId="urn:microsoft.com/office/officeart/2005/8/layout/list1"/>
    <dgm:cxn modelId="{F71B49E4-E35F-A140-9C5E-465373EFBDF4}" type="presOf" srcId="{1CC703D7-517E-47A4-9FCE-232EA05BF306}" destId="{9E0D5210-1540-5E4B-8BDA-230FCA46436D}" srcOrd="0" destOrd="0" presId="urn:microsoft.com/office/officeart/2005/8/layout/list1"/>
    <dgm:cxn modelId="{356752F2-8136-B74A-A4A2-2894892EAA23}" type="presOf" srcId="{9F8F5230-074A-4C82-AD95-15FAFBE814E5}" destId="{D95A8113-FD7B-A84D-9A6E-B43CA864147D}" srcOrd="0" destOrd="0" presId="urn:microsoft.com/office/officeart/2005/8/layout/list1"/>
    <dgm:cxn modelId="{91CDDEF2-C072-4353-826D-DFDB475D132B}" srcId="{CDCF2D16-FB07-41E3-811D-F6441ACE48DE}" destId="{39695BB1-F576-4294-886B-FDD67CC2FCF9}" srcOrd="2" destOrd="0" parTransId="{92FAAC36-307E-40FD-89B9-83E571563588}" sibTransId="{B573C275-28ED-40BA-8307-4582D5B8EA93}"/>
    <dgm:cxn modelId="{9BBF2D59-91C0-7343-A053-69077D50DB9C}" type="presParOf" srcId="{96E46DB4-36E9-8148-B6DA-EEF8DF3F738E}" destId="{BBDD1E09-E5B5-814B-A380-55320DF3085A}" srcOrd="0" destOrd="0" presId="urn:microsoft.com/office/officeart/2005/8/layout/list1"/>
    <dgm:cxn modelId="{814D1CB2-D67E-084E-962B-47AC3202B4C9}" type="presParOf" srcId="{BBDD1E09-E5B5-814B-A380-55320DF3085A}" destId="{D95A8113-FD7B-A84D-9A6E-B43CA864147D}" srcOrd="0" destOrd="0" presId="urn:microsoft.com/office/officeart/2005/8/layout/list1"/>
    <dgm:cxn modelId="{D71E27FA-3775-304D-85C1-F561C757B8A2}" type="presParOf" srcId="{BBDD1E09-E5B5-814B-A380-55320DF3085A}" destId="{54AD417A-DC00-1C4F-93C4-01BCADE06479}" srcOrd="1" destOrd="0" presId="urn:microsoft.com/office/officeart/2005/8/layout/list1"/>
    <dgm:cxn modelId="{56F26862-3BA2-C749-A29B-86D2EBDA6140}" type="presParOf" srcId="{96E46DB4-36E9-8148-B6DA-EEF8DF3F738E}" destId="{AB39FE26-22D7-B04F-886F-F713E66F23C3}" srcOrd="1" destOrd="0" presId="urn:microsoft.com/office/officeart/2005/8/layout/list1"/>
    <dgm:cxn modelId="{1C9A0E24-7754-FB46-8013-0205E3ACE04F}" type="presParOf" srcId="{96E46DB4-36E9-8148-B6DA-EEF8DF3F738E}" destId="{90A24A20-FEA0-074C-9DAD-BD95C663D37A}" srcOrd="2" destOrd="0" presId="urn:microsoft.com/office/officeart/2005/8/layout/list1"/>
    <dgm:cxn modelId="{40C26C1F-D7F1-604F-8A85-5CC6F4D92C4D}" type="presParOf" srcId="{96E46DB4-36E9-8148-B6DA-EEF8DF3F738E}" destId="{692EE12F-0C06-AD44-B4AE-B5D6FA9C1967}" srcOrd="3" destOrd="0" presId="urn:microsoft.com/office/officeart/2005/8/layout/list1"/>
    <dgm:cxn modelId="{61D1B6E5-1786-7340-94DF-E22822B37A96}" type="presParOf" srcId="{96E46DB4-36E9-8148-B6DA-EEF8DF3F738E}" destId="{B9F0E4F8-E495-9A49-B8ED-7964F57CB6E9}" srcOrd="4" destOrd="0" presId="urn:microsoft.com/office/officeart/2005/8/layout/list1"/>
    <dgm:cxn modelId="{442964A3-FB77-DA49-851B-CAFFF843E586}" type="presParOf" srcId="{B9F0E4F8-E495-9A49-B8ED-7964F57CB6E9}" destId="{FD054AC3-B88F-224D-80E1-F7A6EFA42123}" srcOrd="0" destOrd="0" presId="urn:microsoft.com/office/officeart/2005/8/layout/list1"/>
    <dgm:cxn modelId="{62B900CB-2E15-804C-95AA-F3027BCBC329}" type="presParOf" srcId="{B9F0E4F8-E495-9A49-B8ED-7964F57CB6E9}" destId="{6594A6D9-E3F7-8947-BAA4-E4C374EB611B}" srcOrd="1" destOrd="0" presId="urn:microsoft.com/office/officeart/2005/8/layout/list1"/>
    <dgm:cxn modelId="{B39EB3AE-D009-BB4D-BF10-91BD10F96DF9}" type="presParOf" srcId="{96E46DB4-36E9-8148-B6DA-EEF8DF3F738E}" destId="{3B6A43FA-55D1-2A40-A57F-946AE8004387}" srcOrd="5" destOrd="0" presId="urn:microsoft.com/office/officeart/2005/8/layout/list1"/>
    <dgm:cxn modelId="{D86A3714-5FF3-B143-8F9A-8C45CDFD9033}" type="presParOf" srcId="{96E46DB4-36E9-8148-B6DA-EEF8DF3F738E}" destId="{FE2519C8-E544-8F42-A956-FAEF7FB5BF50}" srcOrd="6" destOrd="0" presId="urn:microsoft.com/office/officeart/2005/8/layout/list1"/>
    <dgm:cxn modelId="{74BD7CE5-83C0-884B-9720-093575414C02}" type="presParOf" srcId="{96E46DB4-36E9-8148-B6DA-EEF8DF3F738E}" destId="{C3EAF03C-1A08-1D4E-8454-07F4C9BDB5D6}" srcOrd="7" destOrd="0" presId="urn:microsoft.com/office/officeart/2005/8/layout/list1"/>
    <dgm:cxn modelId="{FE28CC77-01C1-8445-8629-39060D22D96B}" type="presParOf" srcId="{96E46DB4-36E9-8148-B6DA-EEF8DF3F738E}" destId="{9904D04A-C1ED-804D-9079-2EDEA206534F}" srcOrd="8" destOrd="0" presId="urn:microsoft.com/office/officeart/2005/8/layout/list1"/>
    <dgm:cxn modelId="{4D23A351-4E26-5B46-B1E5-578C57D49E68}" type="presParOf" srcId="{9904D04A-C1ED-804D-9079-2EDEA206534F}" destId="{9E0D5210-1540-5E4B-8BDA-230FCA46436D}" srcOrd="0" destOrd="0" presId="urn:microsoft.com/office/officeart/2005/8/layout/list1"/>
    <dgm:cxn modelId="{9F145A4A-06A0-B94F-9514-74B2D6084C6D}" type="presParOf" srcId="{9904D04A-C1ED-804D-9079-2EDEA206534F}" destId="{EB4318DD-2F8A-BC44-878E-106EE8618D25}" srcOrd="1" destOrd="0" presId="urn:microsoft.com/office/officeart/2005/8/layout/list1"/>
    <dgm:cxn modelId="{15E26B29-FB0C-3144-87EF-10C1EF66B0D1}" type="presParOf" srcId="{96E46DB4-36E9-8148-B6DA-EEF8DF3F738E}" destId="{FAD69F1C-08AB-B84C-8AB3-B4B7AA2E943D}" srcOrd="9" destOrd="0" presId="urn:microsoft.com/office/officeart/2005/8/layout/list1"/>
    <dgm:cxn modelId="{AA60DE72-8177-804A-A72F-61BF03A9E777}" type="presParOf" srcId="{96E46DB4-36E9-8148-B6DA-EEF8DF3F738E}" destId="{A55C354C-8531-0042-8136-DCE169D91DC7}" srcOrd="10" destOrd="0" presId="urn:microsoft.com/office/officeart/2005/8/layout/list1"/>
    <dgm:cxn modelId="{E98C12F8-6DC8-E641-8DBC-195E29FF06C8}" type="presParOf" srcId="{96E46DB4-36E9-8148-B6DA-EEF8DF3F738E}" destId="{B57FF34B-F951-0A42-A2B5-706A2984111C}" srcOrd="11" destOrd="0" presId="urn:microsoft.com/office/officeart/2005/8/layout/list1"/>
    <dgm:cxn modelId="{34F782AB-3159-7B4A-94DC-E151A0C07D1F}" type="presParOf" srcId="{96E46DB4-36E9-8148-B6DA-EEF8DF3F738E}" destId="{692C5BE6-FB80-FD4E-9160-A4BB648F2D03}" srcOrd="12" destOrd="0" presId="urn:microsoft.com/office/officeart/2005/8/layout/list1"/>
    <dgm:cxn modelId="{550DC660-BD5C-2841-BB38-0D469B221753}" type="presParOf" srcId="{692C5BE6-FB80-FD4E-9160-A4BB648F2D03}" destId="{D6FFA729-3187-4141-B6CA-B5FA51D6A02A}" srcOrd="0" destOrd="0" presId="urn:microsoft.com/office/officeart/2005/8/layout/list1"/>
    <dgm:cxn modelId="{C60E1C3C-C9F8-BA49-91B9-F9D1DB66DE57}" type="presParOf" srcId="{692C5BE6-FB80-FD4E-9160-A4BB648F2D03}" destId="{E81F31BB-7BE6-5841-B18A-C0F1D7B175CF}" srcOrd="1" destOrd="0" presId="urn:microsoft.com/office/officeart/2005/8/layout/list1"/>
    <dgm:cxn modelId="{0980EE62-8231-8E4B-951A-5FCCBF7CC7AE}" type="presParOf" srcId="{96E46DB4-36E9-8148-B6DA-EEF8DF3F738E}" destId="{A9EEE367-DF78-F240-A12F-0CF76713F814}" srcOrd="13" destOrd="0" presId="urn:microsoft.com/office/officeart/2005/8/layout/list1"/>
    <dgm:cxn modelId="{931CAF19-8E76-5D46-9E55-B4715E359748}" type="presParOf" srcId="{96E46DB4-36E9-8148-B6DA-EEF8DF3F738E}" destId="{345AC058-719A-BB45-9363-44958F43F93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55CEB-B436-5B47-8A2B-8981EC2A7387}">
      <dsp:nvSpPr>
        <dsp:cNvPr id="0" name=""/>
        <dsp:cNvSpPr/>
      </dsp:nvSpPr>
      <dsp:spPr>
        <a:xfrm>
          <a:off x="5329" y="0"/>
          <a:ext cx="1870208" cy="383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FBA/BIP</a:t>
          </a:r>
        </a:p>
      </dsp:txBody>
      <dsp:txXfrm>
        <a:off x="5329" y="0"/>
        <a:ext cx="1870208" cy="1151616"/>
      </dsp:txXfrm>
    </dsp:sp>
    <dsp:sp modelId="{96A46320-6DED-F145-B45B-8658BACDC837}">
      <dsp:nvSpPr>
        <dsp:cNvPr id="0" name=""/>
        <dsp:cNvSpPr/>
      </dsp:nvSpPr>
      <dsp:spPr>
        <a:xfrm>
          <a:off x="192350" y="1152741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Two parts</a:t>
          </a:r>
        </a:p>
      </dsp:txBody>
      <dsp:txXfrm>
        <a:off x="226250" y="1186641"/>
        <a:ext cx="1428366" cy="1089627"/>
      </dsp:txXfrm>
    </dsp:sp>
    <dsp:sp modelId="{3F1A57B4-44D0-B14D-AC77-32696087CD59}">
      <dsp:nvSpPr>
        <dsp:cNvPr id="0" name=""/>
        <dsp:cNvSpPr/>
      </dsp:nvSpPr>
      <dsp:spPr>
        <a:xfrm>
          <a:off x="192350" y="2488234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Care about process</a:t>
          </a:r>
        </a:p>
      </dsp:txBody>
      <dsp:txXfrm>
        <a:off x="226250" y="2522134"/>
        <a:ext cx="1428366" cy="1089627"/>
      </dsp:txXfrm>
    </dsp:sp>
    <dsp:sp modelId="{FFEC13B2-05BB-BE49-B9EF-14A62434FDDA}">
      <dsp:nvSpPr>
        <dsp:cNvPr id="0" name=""/>
        <dsp:cNvSpPr/>
      </dsp:nvSpPr>
      <dsp:spPr>
        <a:xfrm>
          <a:off x="2015803" y="0"/>
          <a:ext cx="1870208" cy="383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SDS</a:t>
          </a:r>
        </a:p>
      </dsp:txBody>
      <dsp:txXfrm>
        <a:off x="2015803" y="0"/>
        <a:ext cx="1870208" cy="1151616"/>
      </dsp:txXfrm>
    </dsp:sp>
    <dsp:sp modelId="{7AA5F55C-61D1-3F47-8DBB-66183854B73D}">
      <dsp:nvSpPr>
        <dsp:cNvPr id="0" name=""/>
        <dsp:cNvSpPr/>
      </dsp:nvSpPr>
      <dsp:spPr>
        <a:xfrm>
          <a:off x="2202824" y="1152741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Deidentify</a:t>
          </a:r>
        </a:p>
      </dsp:txBody>
      <dsp:txXfrm>
        <a:off x="2236724" y="1186641"/>
        <a:ext cx="1428366" cy="1089627"/>
      </dsp:txXfrm>
    </dsp:sp>
    <dsp:sp modelId="{104153B6-4C20-5149-8686-2C5EFFCB1326}">
      <dsp:nvSpPr>
        <dsp:cNvPr id="0" name=""/>
        <dsp:cNvSpPr/>
      </dsp:nvSpPr>
      <dsp:spPr>
        <a:xfrm>
          <a:off x="2202824" y="2488234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Goals and learning process</a:t>
          </a:r>
        </a:p>
      </dsp:txBody>
      <dsp:txXfrm>
        <a:off x="2236724" y="2522134"/>
        <a:ext cx="1428366" cy="1089627"/>
      </dsp:txXfrm>
    </dsp:sp>
    <dsp:sp modelId="{50CEC1C3-4D52-2043-AEED-9AF12748A5DB}">
      <dsp:nvSpPr>
        <dsp:cNvPr id="0" name=""/>
        <dsp:cNvSpPr/>
      </dsp:nvSpPr>
      <dsp:spPr>
        <a:xfrm>
          <a:off x="4026277" y="0"/>
          <a:ext cx="1870208" cy="383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Career Planning</a:t>
          </a:r>
        </a:p>
      </dsp:txBody>
      <dsp:txXfrm>
        <a:off x="4026277" y="0"/>
        <a:ext cx="1870208" cy="1151616"/>
      </dsp:txXfrm>
    </dsp:sp>
    <dsp:sp modelId="{4E9F201C-93FE-9943-B976-241845FBD709}">
      <dsp:nvSpPr>
        <dsp:cNvPr id="0" name=""/>
        <dsp:cNvSpPr/>
      </dsp:nvSpPr>
      <dsp:spPr>
        <a:xfrm>
          <a:off x="4213298" y="1152741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Personal philosophy of SSW</a:t>
          </a:r>
        </a:p>
      </dsp:txBody>
      <dsp:txXfrm>
        <a:off x="4247198" y="1186641"/>
        <a:ext cx="1428366" cy="1089627"/>
      </dsp:txXfrm>
    </dsp:sp>
    <dsp:sp modelId="{75B130CE-AA97-9046-9778-293BD74BBE02}">
      <dsp:nvSpPr>
        <dsp:cNvPr id="0" name=""/>
        <dsp:cNvSpPr/>
      </dsp:nvSpPr>
      <dsp:spPr>
        <a:xfrm>
          <a:off x="4213298" y="2488234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Resume</a:t>
          </a:r>
        </a:p>
      </dsp:txBody>
      <dsp:txXfrm>
        <a:off x="4247198" y="2522134"/>
        <a:ext cx="1428366" cy="1089627"/>
      </dsp:txXfrm>
    </dsp:sp>
    <dsp:sp modelId="{24E7C1FA-43CC-BF42-9610-0ECC51D745E6}">
      <dsp:nvSpPr>
        <dsp:cNvPr id="0" name=""/>
        <dsp:cNvSpPr/>
      </dsp:nvSpPr>
      <dsp:spPr>
        <a:xfrm>
          <a:off x="6036751" y="0"/>
          <a:ext cx="1870208" cy="383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Tier 2/3</a:t>
          </a:r>
        </a:p>
      </dsp:txBody>
      <dsp:txXfrm>
        <a:off x="6036751" y="0"/>
        <a:ext cx="1870208" cy="1151616"/>
      </dsp:txXfrm>
    </dsp:sp>
    <dsp:sp modelId="{CCFABAB2-8643-4140-A2C3-B411F3874F20}">
      <dsp:nvSpPr>
        <dsp:cNvPr id="0" name=""/>
        <dsp:cNvSpPr/>
      </dsp:nvSpPr>
      <dsp:spPr>
        <a:xfrm>
          <a:off x="6223772" y="1152741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EI intervention</a:t>
          </a:r>
        </a:p>
      </dsp:txBody>
      <dsp:txXfrm>
        <a:off x="6257672" y="1186641"/>
        <a:ext cx="1428366" cy="1089627"/>
      </dsp:txXfrm>
    </dsp:sp>
    <dsp:sp modelId="{895C397D-F0F2-BF4B-AA4B-EFAF71C22A0E}">
      <dsp:nvSpPr>
        <dsp:cNvPr id="0" name=""/>
        <dsp:cNvSpPr/>
      </dsp:nvSpPr>
      <dsp:spPr>
        <a:xfrm>
          <a:off x="6223772" y="2488234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 for high interest</a:t>
          </a:r>
        </a:p>
      </dsp:txBody>
      <dsp:txXfrm>
        <a:off x="6257672" y="2522134"/>
        <a:ext cx="1428366" cy="1089627"/>
      </dsp:txXfrm>
    </dsp:sp>
    <dsp:sp modelId="{6175D9CA-CB44-6B4F-9EE9-DC581C3904E4}">
      <dsp:nvSpPr>
        <dsp:cNvPr id="0" name=""/>
        <dsp:cNvSpPr/>
      </dsp:nvSpPr>
      <dsp:spPr>
        <a:xfrm>
          <a:off x="8047225" y="0"/>
          <a:ext cx="1870208" cy="383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Crisis Plan Analysis</a:t>
          </a:r>
        </a:p>
      </dsp:txBody>
      <dsp:txXfrm>
        <a:off x="8047225" y="0"/>
        <a:ext cx="1870208" cy="1151616"/>
      </dsp:txXfrm>
    </dsp:sp>
    <dsp:sp modelId="{E09BD6EE-A535-CE46-86CA-3F7D5379AE60}">
      <dsp:nvSpPr>
        <dsp:cNvPr id="0" name=""/>
        <dsp:cNvSpPr/>
      </dsp:nvSpPr>
      <dsp:spPr>
        <a:xfrm>
          <a:off x="8234246" y="1152741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Prefer you look at school wide crises</a:t>
          </a:r>
        </a:p>
      </dsp:txBody>
      <dsp:txXfrm>
        <a:off x="8268146" y="1186641"/>
        <a:ext cx="1428366" cy="1089627"/>
      </dsp:txXfrm>
    </dsp:sp>
    <dsp:sp modelId="{A29A0E05-3548-0D46-8981-31BECC87980C}">
      <dsp:nvSpPr>
        <dsp:cNvPr id="0" name=""/>
        <dsp:cNvSpPr/>
      </dsp:nvSpPr>
      <dsp:spPr>
        <a:xfrm>
          <a:off x="8234246" y="2488234"/>
          <a:ext cx="1496166" cy="11574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What would I do if...</a:t>
          </a:r>
        </a:p>
      </dsp:txBody>
      <dsp:txXfrm>
        <a:off x="8268146" y="2522134"/>
        <a:ext cx="1428366" cy="1089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53CDF-1D8B-4511-A367-66EB1566C003}">
      <dsp:nvSpPr>
        <dsp:cNvPr id="0" name=""/>
        <dsp:cNvSpPr/>
      </dsp:nvSpPr>
      <dsp:spPr>
        <a:xfrm>
          <a:off x="0" y="33718"/>
          <a:ext cx="9521825" cy="9237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13C29-A755-449F-9508-CCB9088FFEB3}">
      <dsp:nvSpPr>
        <dsp:cNvPr id="0" name=""/>
        <dsp:cNvSpPr/>
      </dsp:nvSpPr>
      <dsp:spPr>
        <a:xfrm>
          <a:off x="279420" y="209656"/>
          <a:ext cx="508038" cy="5080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5DC9C-8685-4F96-B715-680BC44B1305}">
      <dsp:nvSpPr>
        <dsp:cNvPr id="0" name=""/>
        <dsp:cNvSpPr/>
      </dsp:nvSpPr>
      <dsp:spPr>
        <a:xfrm>
          <a:off x="1066879" y="1822"/>
          <a:ext cx="8454945" cy="923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59" tIns="97759" rIns="97759" bIns="9775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Univers" panose="020B0503020202020204" pitchFamily="34" charset="0"/>
              <a:cs typeface="Times New Roman" panose="02020603050405020304" pitchFamily="18" charset="0"/>
            </a:rPr>
            <a:t>Social Worker’s contribution to the eligibility conference</a:t>
          </a:r>
        </a:p>
      </dsp:txBody>
      <dsp:txXfrm>
        <a:off x="1066879" y="1822"/>
        <a:ext cx="8454945" cy="923705"/>
      </dsp:txXfrm>
    </dsp:sp>
    <dsp:sp modelId="{72EAA40B-480E-4DBC-90EC-6C1CF6BC2450}">
      <dsp:nvSpPr>
        <dsp:cNvPr id="0" name=""/>
        <dsp:cNvSpPr/>
      </dsp:nvSpPr>
      <dsp:spPr>
        <a:xfrm>
          <a:off x="0" y="1156454"/>
          <a:ext cx="9521825" cy="9237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A4C81-0CD4-4DD2-AB16-034D6C3B3234}">
      <dsp:nvSpPr>
        <dsp:cNvPr id="0" name=""/>
        <dsp:cNvSpPr/>
      </dsp:nvSpPr>
      <dsp:spPr>
        <a:xfrm>
          <a:off x="279420" y="1364288"/>
          <a:ext cx="508038" cy="5080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72B98-C0DB-429D-8B23-35EAB6965FDC}">
      <dsp:nvSpPr>
        <dsp:cNvPr id="0" name=""/>
        <dsp:cNvSpPr/>
      </dsp:nvSpPr>
      <dsp:spPr>
        <a:xfrm>
          <a:off x="1066879" y="1156454"/>
          <a:ext cx="8454945" cy="923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59" tIns="97759" rIns="97759" bIns="9775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Univers" panose="020B0503020202020204" pitchFamily="34" charset="0"/>
              <a:cs typeface="Times New Roman" panose="02020603050405020304" pitchFamily="18" charset="0"/>
            </a:rPr>
            <a:t>Document that should be able to stand alone</a:t>
          </a:r>
        </a:p>
      </dsp:txBody>
      <dsp:txXfrm>
        <a:off x="1066879" y="1156454"/>
        <a:ext cx="8454945" cy="923705"/>
      </dsp:txXfrm>
    </dsp:sp>
    <dsp:sp modelId="{0F22FE5A-58C3-4304-999A-0D10942E8506}">
      <dsp:nvSpPr>
        <dsp:cNvPr id="0" name=""/>
        <dsp:cNvSpPr/>
      </dsp:nvSpPr>
      <dsp:spPr>
        <a:xfrm>
          <a:off x="0" y="2311086"/>
          <a:ext cx="9521825" cy="9237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F237-A3E7-4308-A1C5-698702DD14E3}">
      <dsp:nvSpPr>
        <dsp:cNvPr id="0" name=""/>
        <dsp:cNvSpPr/>
      </dsp:nvSpPr>
      <dsp:spPr>
        <a:xfrm>
          <a:off x="279420" y="2518919"/>
          <a:ext cx="508038" cy="5080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F66B6-69FF-4008-B70F-EEF216D2BA35}">
      <dsp:nvSpPr>
        <dsp:cNvPr id="0" name=""/>
        <dsp:cNvSpPr/>
      </dsp:nvSpPr>
      <dsp:spPr>
        <a:xfrm>
          <a:off x="1066879" y="2311086"/>
          <a:ext cx="8454945" cy="923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59" tIns="97759" rIns="97759" bIns="9775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Univers" panose="020B0503020202020204" pitchFamily="34" charset="0"/>
              <a:cs typeface="Times New Roman" panose="02020603050405020304" pitchFamily="18" charset="0"/>
            </a:rPr>
            <a:t>Educational language (describe behaviors not diagnoses)</a:t>
          </a:r>
        </a:p>
      </dsp:txBody>
      <dsp:txXfrm>
        <a:off x="1066879" y="2311086"/>
        <a:ext cx="8454945" cy="923705"/>
      </dsp:txXfrm>
    </dsp:sp>
    <dsp:sp modelId="{5322637D-1E49-49EA-81D0-8E38861312A6}">
      <dsp:nvSpPr>
        <dsp:cNvPr id="0" name=""/>
        <dsp:cNvSpPr/>
      </dsp:nvSpPr>
      <dsp:spPr>
        <a:xfrm>
          <a:off x="0" y="3465718"/>
          <a:ext cx="9521825" cy="9237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CABCF-1D44-44BF-93C1-ACFBE5BD18FD}">
      <dsp:nvSpPr>
        <dsp:cNvPr id="0" name=""/>
        <dsp:cNvSpPr/>
      </dsp:nvSpPr>
      <dsp:spPr>
        <a:xfrm>
          <a:off x="279420" y="3673551"/>
          <a:ext cx="508038" cy="5080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E4C34-0B2E-4F99-ADD0-2B91AEA3447B}">
      <dsp:nvSpPr>
        <dsp:cNvPr id="0" name=""/>
        <dsp:cNvSpPr/>
      </dsp:nvSpPr>
      <dsp:spPr>
        <a:xfrm>
          <a:off x="1066879" y="3465718"/>
          <a:ext cx="8454945" cy="923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59" tIns="97759" rIns="97759" bIns="9775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Univers" panose="020B0503020202020204" pitchFamily="34" charset="0"/>
              <a:cs typeface="Times New Roman" panose="02020603050405020304" pitchFamily="18" charset="0"/>
            </a:rPr>
            <a:t>Clinical impressions -&gt; recommendati</a:t>
          </a:r>
          <a:r>
            <a:rPr lang="en-US" sz="2200" kern="1200" dirty="0">
              <a:latin typeface="Univers" panose="020B0503020202020204" pitchFamily="34" charset="0"/>
              <a:cs typeface="Times New Roman" panose="02020603050405020304" pitchFamily="18" charset="0"/>
            </a:rPr>
            <a:t>ons</a:t>
          </a:r>
        </a:p>
      </dsp:txBody>
      <dsp:txXfrm>
        <a:off x="1066879" y="3465718"/>
        <a:ext cx="8454945" cy="9237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ADAAB-54AE-964B-AD24-8967DBDD4DAF}">
      <dsp:nvSpPr>
        <dsp:cNvPr id="0" name=""/>
        <dsp:cNvSpPr/>
      </dsp:nvSpPr>
      <dsp:spPr>
        <a:xfrm>
          <a:off x="0" y="62499"/>
          <a:ext cx="9724031" cy="589679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Univers" panose="020B0503020202020204" pitchFamily="34" charset="0"/>
            </a:rPr>
            <a:t>Identifying information and reason for referral</a:t>
          </a:r>
          <a:endParaRPr lang="en-US" sz="2400" kern="1200" dirty="0">
            <a:latin typeface="Univers" panose="020B0503020202020204" pitchFamily="34" charset="0"/>
          </a:endParaRPr>
        </a:p>
      </dsp:txBody>
      <dsp:txXfrm>
        <a:off x="28786" y="91285"/>
        <a:ext cx="9666459" cy="532107"/>
      </dsp:txXfrm>
    </dsp:sp>
    <dsp:sp modelId="{1421118A-DC8B-3B46-80E4-E405EB66AB37}">
      <dsp:nvSpPr>
        <dsp:cNvPr id="0" name=""/>
        <dsp:cNvSpPr/>
      </dsp:nvSpPr>
      <dsp:spPr>
        <a:xfrm>
          <a:off x="0" y="721299"/>
          <a:ext cx="9724031" cy="589679"/>
        </a:xfrm>
        <a:prstGeom prst="round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Univers" panose="020B0503020202020204" pitchFamily="34" charset="0"/>
            </a:rPr>
            <a:t>Interviews (student, parent, teacher, outside agencies)</a:t>
          </a:r>
          <a:endParaRPr lang="en-US" sz="2400" kern="1200" dirty="0">
            <a:latin typeface="Univers" panose="020B0503020202020204" pitchFamily="34" charset="0"/>
          </a:endParaRPr>
        </a:p>
      </dsp:txBody>
      <dsp:txXfrm>
        <a:off x="28786" y="750085"/>
        <a:ext cx="9666459" cy="532107"/>
      </dsp:txXfrm>
    </dsp:sp>
    <dsp:sp modelId="{673B71EC-F275-D241-90D0-BFEC53A74272}">
      <dsp:nvSpPr>
        <dsp:cNvPr id="0" name=""/>
        <dsp:cNvSpPr/>
      </dsp:nvSpPr>
      <dsp:spPr>
        <a:xfrm>
          <a:off x="0" y="1380099"/>
          <a:ext cx="9724031" cy="589679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Univers" panose="020B0503020202020204" pitchFamily="34" charset="0"/>
            </a:rPr>
            <a:t>Perception of current strengths, needs, functioning</a:t>
          </a:r>
          <a:endParaRPr lang="en-US" sz="2400" kern="1200" dirty="0">
            <a:latin typeface="Univers" panose="020B0503020202020204" pitchFamily="34" charset="0"/>
          </a:endParaRPr>
        </a:p>
      </dsp:txBody>
      <dsp:txXfrm>
        <a:off x="28786" y="1408885"/>
        <a:ext cx="9666459" cy="532107"/>
      </dsp:txXfrm>
    </dsp:sp>
    <dsp:sp modelId="{092B9829-80D6-7B47-8BC9-4D368F7787F9}">
      <dsp:nvSpPr>
        <dsp:cNvPr id="0" name=""/>
        <dsp:cNvSpPr/>
      </dsp:nvSpPr>
      <dsp:spPr>
        <a:xfrm>
          <a:off x="0" y="2038899"/>
          <a:ext cx="9724031" cy="589679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Univers" panose="020B0503020202020204" pitchFamily="34" charset="0"/>
            </a:rPr>
            <a:t>Student history (developmental, health, school)</a:t>
          </a:r>
          <a:endParaRPr lang="en-US" sz="2400" kern="1200" dirty="0">
            <a:latin typeface="Univers" panose="020B0503020202020204" pitchFamily="34" charset="0"/>
          </a:endParaRPr>
        </a:p>
      </dsp:txBody>
      <dsp:txXfrm>
        <a:off x="28786" y="2067685"/>
        <a:ext cx="9666459" cy="532107"/>
      </dsp:txXfrm>
    </dsp:sp>
    <dsp:sp modelId="{E8D418C6-A339-8C41-81D2-EC77B207994F}">
      <dsp:nvSpPr>
        <dsp:cNvPr id="0" name=""/>
        <dsp:cNvSpPr/>
      </dsp:nvSpPr>
      <dsp:spPr>
        <a:xfrm>
          <a:off x="0" y="2697699"/>
          <a:ext cx="9724031" cy="589679"/>
        </a:xfrm>
        <a:prstGeom prst="roundRect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Univers" panose="020B0503020202020204" pitchFamily="34" charset="0"/>
            </a:rPr>
            <a:t>Adaptive behavior and other data</a:t>
          </a:r>
          <a:endParaRPr lang="en-US" sz="2400" kern="1200" dirty="0">
            <a:latin typeface="Univers" panose="020B0503020202020204" pitchFamily="34" charset="0"/>
          </a:endParaRPr>
        </a:p>
      </dsp:txBody>
      <dsp:txXfrm>
        <a:off x="28786" y="2726485"/>
        <a:ext cx="9666459" cy="532107"/>
      </dsp:txXfrm>
    </dsp:sp>
    <dsp:sp modelId="{B4EBDF34-1C97-104E-ACE8-0CCD45C8F31F}">
      <dsp:nvSpPr>
        <dsp:cNvPr id="0" name=""/>
        <dsp:cNvSpPr/>
      </dsp:nvSpPr>
      <dsp:spPr>
        <a:xfrm>
          <a:off x="0" y="3356499"/>
          <a:ext cx="9724031" cy="589679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Univers" panose="020B0503020202020204" pitchFamily="34" charset="0"/>
            </a:rPr>
            <a:t>Family situation and functioning including cultural background</a:t>
          </a:r>
          <a:endParaRPr lang="en-US" sz="2400" kern="1200" dirty="0">
            <a:latin typeface="Univers" panose="020B0503020202020204" pitchFamily="34" charset="0"/>
          </a:endParaRPr>
        </a:p>
      </dsp:txBody>
      <dsp:txXfrm>
        <a:off x="28786" y="3385285"/>
        <a:ext cx="9666459" cy="532107"/>
      </dsp:txXfrm>
    </dsp:sp>
    <dsp:sp modelId="{5B864331-223E-0E47-9B69-37E59EDCF5A1}">
      <dsp:nvSpPr>
        <dsp:cNvPr id="0" name=""/>
        <dsp:cNvSpPr/>
      </dsp:nvSpPr>
      <dsp:spPr>
        <a:xfrm>
          <a:off x="0" y="4015299"/>
          <a:ext cx="9724031" cy="5896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>
              <a:latin typeface="Univers" panose="020B0503020202020204" pitchFamily="34" charset="0"/>
            </a:rPr>
            <a:t>Summary and impressions</a:t>
          </a:r>
          <a:endParaRPr lang="en-US" sz="2400" kern="1200">
            <a:latin typeface="Univers" panose="020B0503020202020204" pitchFamily="34" charset="0"/>
          </a:endParaRPr>
        </a:p>
      </dsp:txBody>
      <dsp:txXfrm>
        <a:off x="28786" y="4044085"/>
        <a:ext cx="9666459" cy="5321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18F57-F364-FB46-A9EE-E35C8643082F}">
      <dsp:nvSpPr>
        <dsp:cNvPr id="0" name=""/>
        <dsp:cNvSpPr/>
      </dsp:nvSpPr>
      <dsp:spPr>
        <a:xfrm>
          <a:off x="3983145" y="2835684"/>
          <a:ext cx="1957170" cy="195717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Student</a:t>
          </a:r>
        </a:p>
      </dsp:txBody>
      <dsp:txXfrm>
        <a:off x="4269766" y="3122305"/>
        <a:ext cx="1383928" cy="1383928"/>
      </dsp:txXfrm>
    </dsp:sp>
    <dsp:sp modelId="{F2BE1FAA-1CD2-EC4A-895B-26A4221DA028}">
      <dsp:nvSpPr>
        <dsp:cNvPr id="0" name=""/>
        <dsp:cNvSpPr/>
      </dsp:nvSpPr>
      <dsp:spPr>
        <a:xfrm rot="10800000">
          <a:off x="1696645" y="3535372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4A050-2EB2-634B-BF7A-05BB6CDD68B4}">
      <dsp:nvSpPr>
        <dsp:cNvPr id="0" name=""/>
        <dsp:cNvSpPr/>
      </dsp:nvSpPr>
      <dsp:spPr>
        <a:xfrm>
          <a:off x="1011636" y="3266261"/>
          <a:ext cx="1370019" cy="10960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Family</a:t>
          </a:r>
        </a:p>
      </dsp:txBody>
      <dsp:txXfrm>
        <a:off x="1043737" y="3298362"/>
        <a:ext cx="1305817" cy="1031813"/>
      </dsp:txXfrm>
    </dsp:sp>
    <dsp:sp modelId="{565FE3C7-A138-444C-942A-14782AD0C699}">
      <dsp:nvSpPr>
        <dsp:cNvPr id="0" name=""/>
        <dsp:cNvSpPr/>
      </dsp:nvSpPr>
      <dsp:spPr>
        <a:xfrm rot="12600000">
          <a:off x="1989341" y="2443015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3355933"/>
            <a:satOff val="-70"/>
            <a:lumOff val="11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FE8DD-B7CB-9F43-B835-26C96F434DED}">
      <dsp:nvSpPr>
        <dsp:cNvPr id="0" name=""/>
        <dsp:cNvSpPr/>
      </dsp:nvSpPr>
      <dsp:spPr>
        <a:xfrm>
          <a:off x="1449074" y="1633719"/>
          <a:ext cx="1370019" cy="1096015"/>
        </a:xfrm>
        <a:prstGeom prst="roundRect">
          <a:avLst>
            <a:gd name="adj" fmla="val 10000"/>
          </a:avLst>
        </a:prstGeom>
        <a:solidFill>
          <a:schemeClr val="accent4">
            <a:hueOff val="-3355933"/>
            <a:satOff val="-70"/>
            <a:lumOff val="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School</a:t>
          </a:r>
        </a:p>
      </dsp:txBody>
      <dsp:txXfrm>
        <a:off x="1481175" y="1665820"/>
        <a:ext cx="1305817" cy="1031813"/>
      </dsp:txXfrm>
    </dsp:sp>
    <dsp:sp modelId="{2042729D-F057-F646-8941-9C65E1FA108C}">
      <dsp:nvSpPr>
        <dsp:cNvPr id="0" name=""/>
        <dsp:cNvSpPr/>
      </dsp:nvSpPr>
      <dsp:spPr>
        <a:xfrm rot="14400000">
          <a:off x="2789002" y="1643354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6711866"/>
            <a:satOff val="-139"/>
            <a:lumOff val="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00818-06FB-8146-B2DD-582EC652ECFB}">
      <dsp:nvSpPr>
        <dsp:cNvPr id="0" name=""/>
        <dsp:cNvSpPr/>
      </dsp:nvSpPr>
      <dsp:spPr>
        <a:xfrm>
          <a:off x="2644178" y="438614"/>
          <a:ext cx="1370019" cy="1096015"/>
        </a:xfrm>
        <a:prstGeom prst="roundRect">
          <a:avLst>
            <a:gd name="adj" fmla="val 10000"/>
          </a:avLst>
        </a:prstGeom>
        <a:solidFill>
          <a:schemeClr val="accent4">
            <a:hueOff val="-6711866"/>
            <a:satOff val="-139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Peers</a:t>
          </a:r>
        </a:p>
      </dsp:txBody>
      <dsp:txXfrm>
        <a:off x="2676279" y="470715"/>
        <a:ext cx="1305817" cy="1031813"/>
      </dsp:txXfrm>
    </dsp:sp>
    <dsp:sp modelId="{2A482AD1-1EC0-9846-9471-F585C253A8C1}">
      <dsp:nvSpPr>
        <dsp:cNvPr id="0" name=""/>
        <dsp:cNvSpPr/>
      </dsp:nvSpPr>
      <dsp:spPr>
        <a:xfrm rot="16200000">
          <a:off x="3881359" y="1350658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10067800"/>
            <a:satOff val="-209"/>
            <a:lumOff val="35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35BA1-55A1-104A-BE2E-91AD96A0DDC3}">
      <dsp:nvSpPr>
        <dsp:cNvPr id="0" name=""/>
        <dsp:cNvSpPr/>
      </dsp:nvSpPr>
      <dsp:spPr>
        <a:xfrm>
          <a:off x="4276721" y="1176"/>
          <a:ext cx="1370019" cy="1096015"/>
        </a:xfrm>
        <a:prstGeom prst="roundRect">
          <a:avLst>
            <a:gd name="adj" fmla="val 10000"/>
          </a:avLst>
        </a:prstGeom>
        <a:solidFill>
          <a:schemeClr val="accent4">
            <a:hueOff val="-10067800"/>
            <a:satOff val="-209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Abilities</a:t>
          </a:r>
        </a:p>
      </dsp:txBody>
      <dsp:txXfrm>
        <a:off x="4308822" y="33277"/>
        <a:ext cx="1305817" cy="1031813"/>
      </dsp:txXfrm>
    </dsp:sp>
    <dsp:sp modelId="{B5376DA9-1024-4649-88CF-A21DB49DA484}">
      <dsp:nvSpPr>
        <dsp:cNvPr id="0" name=""/>
        <dsp:cNvSpPr/>
      </dsp:nvSpPr>
      <dsp:spPr>
        <a:xfrm rot="18000000">
          <a:off x="4973716" y="1643354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13423733"/>
            <a:satOff val="-279"/>
            <a:lumOff val="47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ED629-EB20-614C-8A09-9ABCC5826076}">
      <dsp:nvSpPr>
        <dsp:cNvPr id="0" name=""/>
        <dsp:cNvSpPr/>
      </dsp:nvSpPr>
      <dsp:spPr>
        <a:xfrm>
          <a:off x="5909264" y="438614"/>
          <a:ext cx="1370019" cy="1096015"/>
        </a:xfrm>
        <a:prstGeom prst="roundRect">
          <a:avLst>
            <a:gd name="adj" fmla="val 10000"/>
          </a:avLst>
        </a:prstGeom>
        <a:solidFill>
          <a:schemeClr val="accent4">
            <a:hueOff val="-13423733"/>
            <a:satOff val="-279"/>
            <a:lumOff val="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Interests</a:t>
          </a:r>
        </a:p>
      </dsp:txBody>
      <dsp:txXfrm>
        <a:off x="5941365" y="470715"/>
        <a:ext cx="1305817" cy="1031813"/>
      </dsp:txXfrm>
    </dsp:sp>
    <dsp:sp modelId="{8A3C2602-1E17-2743-A5E4-1B4D3977CC33}">
      <dsp:nvSpPr>
        <dsp:cNvPr id="0" name=""/>
        <dsp:cNvSpPr/>
      </dsp:nvSpPr>
      <dsp:spPr>
        <a:xfrm rot="19800000">
          <a:off x="5773377" y="2443015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9E672-EFEA-9942-9A00-C0C49E430EB4}">
      <dsp:nvSpPr>
        <dsp:cNvPr id="0" name=""/>
        <dsp:cNvSpPr/>
      </dsp:nvSpPr>
      <dsp:spPr>
        <a:xfrm>
          <a:off x="7104368" y="1633719"/>
          <a:ext cx="1370019" cy="1096015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History</a:t>
          </a:r>
        </a:p>
      </dsp:txBody>
      <dsp:txXfrm>
        <a:off x="7136469" y="1665820"/>
        <a:ext cx="1305817" cy="1031813"/>
      </dsp:txXfrm>
    </dsp:sp>
    <dsp:sp modelId="{F0B4A071-01A2-1340-8143-04D945DC5559}">
      <dsp:nvSpPr>
        <dsp:cNvPr id="0" name=""/>
        <dsp:cNvSpPr/>
      </dsp:nvSpPr>
      <dsp:spPr>
        <a:xfrm>
          <a:off x="6066073" y="3535372"/>
          <a:ext cx="2160742" cy="557793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EBE10-CC42-DB46-B321-5BF722DD13B5}">
      <dsp:nvSpPr>
        <dsp:cNvPr id="0" name=""/>
        <dsp:cNvSpPr/>
      </dsp:nvSpPr>
      <dsp:spPr>
        <a:xfrm>
          <a:off x="7541806" y="3266261"/>
          <a:ext cx="1370019" cy="1096015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Needs</a:t>
          </a:r>
        </a:p>
      </dsp:txBody>
      <dsp:txXfrm>
        <a:off x="7573907" y="3298362"/>
        <a:ext cx="1305817" cy="10318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75031-029B-F844-B0FE-2B20718627A2}">
      <dsp:nvSpPr>
        <dsp:cNvPr id="0" name=""/>
        <dsp:cNvSpPr/>
      </dsp:nvSpPr>
      <dsp:spPr>
        <a:xfrm>
          <a:off x="6364484" y="4187380"/>
          <a:ext cx="3042009" cy="19705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Interview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Developmental History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Adaptive behavior</a:t>
          </a:r>
        </a:p>
      </dsp:txBody>
      <dsp:txXfrm>
        <a:off x="7320373" y="4723299"/>
        <a:ext cx="2042834" cy="1391327"/>
      </dsp:txXfrm>
    </dsp:sp>
    <dsp:sp modelId="{CE959D6F-3D65-3440-98DC-8621D5EA1B18}">
      <dsp:nvSpPr>
        <dsp:cNvPr id="0" name=""/>
        <dsp:cNvSpPr/>
      </dsp:nvSpPr>
      <dsp:spPr>
        <a:xfrm>
          <a:off x="1401207" y="4187380"/>
          <a:ext cx="3042009" cy="19705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History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Teacher input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Relationship with peers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1444493" y="4723299"/>
        <a:ext cx="2042834" cy="1391327"/>
      </dsp:txXfrm>
    </dsp:sp>
    <dsp:sp modelId="{A2724E27-1008-9142-A9EA-79A6F087705E}">
      <dsp:nvSpPr>
        <dsp:cNvPr id="0" name=""/>
        <dsp:cNvSpPr/>
      </dsp:nvSpPr>
      <dsp:spPr>
        <a:xfrm>
          <a:off x="6364484" y="0"/>
          <a:ext cx="3042009" cy="19705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Constellation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History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Perceptions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Cultural Factors</a:t>
          </a:r>
        </a:p>
      </dsp:txBody>
      <dsp:txXfrm>
        <a:off x="7320373" y="43286"/>
        <a:ext cx="2042834" cy="1391327"/>
      </dsp:txXfrm>
    </dsp:sp>
    <dsp:sp modelId="{8849985C-1590-D742-A494-4E08C7A43BEF}">
      <dsp:nvSpPr>
        <dsp:cNvPr id="0" name=""/>
        <dsp:cNvSpPr/>
      </dsp:nvSpPr>
      <dsp:spPr>
        <a:xfrm>
          <a:off x="1401207" y="0"/>
          <a:ext cx="3042009" cy="19705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Academic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Social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Univers" panose="020B0503020202020204" pitchFamily="34" charset="0"/>
            </a:rPr>
            <a:t>FBA</a:t>
          </a:r>
        </a:p>
      </dsp:txBody>
      <dsp:txXfrm>
        <a:off x="1444493" y="43286"/>
        <a:ext cx="2042834" cy="1391327"/>
      </dsp:txXfrm>
    </dsp:sp>
    <dsp:sp modelId="{9FBC98BF-45B7-FB4D-BE41-AAC2C8E440DC}">
      <dsp:nvSpPr>
        <dsp:cNvPr id="0" name=""/>
        <dsp:cNvSpPr/>
      </dsp:nvSpPr>
      <dsp:spPr>
        <a:xfrm>
          <a:off x="2675895" y="351001"/>
          <a:ext cx="2666376" cy="2666376"/>
        </a:xfrm>
        <a:prstGeom prst="pieWedge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Univers" panose="020B0503020202020204" pitchFamily="34" charset="0"/>
            </a:rPr>
            <a:t>PLOP</a:t>
          </a:r>
        </a:p>
      </dsp:txBody>
      <dsp:txXfrm>
        <a:off x="3456858" y="1131964"/>
        <a:ext cx="1885413" cy="1885413"/>
      </dsp:txXfrm>
    </dsp:sp>
    <dsp:sp modelId="{0043CCD0-CC6B-6348-A50F-2A907F205AB9}">
      <dsp:nvSpPr>
        <dsp:cNvPr id="0" name=""/>
        <dsp:cNvSpPr/>
      </dsp:nvSpPr>
      <dsp:spPr>
        <a:xfrm rot="5400000">
          <a:off x="5465429" y="351001"/>
          <a:ext cx="2666376" cy="2666376"/>
        </a:xfrm>
        <a:prstGeom prst="pieWedge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Univers" panose="020B0503020202020204" pitchFamily="34" charset="0"/>
            </a:rPr>
            <a:t>Family</a:t>
          </a:r>
        </a:p>
      </dsp:txBody>
      <dsp:txXfrm rot="-5400000">
        <a:off x="5465429" y="1131964"/>
        <a:ext cx="1885413" cy="1885413"/>
      </dsp:txXfrm>
    </dsp:sp>
    <dsp:sp modelId="{15A06EAF-E849-0344-A5A1-BEB5D67FF6C2}">
      <dsp:nvSpPr>
        <dsp:cNvPr id="0" name=""/>
        <dsp:cNvSpPr/>
      </dsp:nvSpPr>
      <dsp:spPr>
        <a:xfrm rot="10800000">
          <a:off x="5465429" y="3140535"/>
          <a:ext cx="2666376" cy="2666376"/>
        </a:xfrm>
        <a:prstGeom prst="pieWedge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Univers" panose="020B0503020202020204" pitchFamily="34" charset="0"/>
            </a:rPr>
            <a:t>Student</a:t>
          </a:r>
        </a:p>
      </dsp:txBody>
      <dsp:txXfrm rot="10800000">
        <a:off x="5465429" y="3140535"/>
        <a:ext cx="1885413" cy="1885413"/>
      </dsp:txXfrm>
    </dsp:sp>
    <dsp:sp modelId="{4CAF0AC8-DFE6-4B40-9FB8-4F2C2A8F9399}">
      <dsp:nvSpPr>
        <dsp:cNvPr id="0" name=""/>
        <dsp:cNvSpPr/>
      </dsp:nvSpPr>
      <dsp:spPr>
        <a:xfrm rot="16200000">
          <a:off x="2675895" y="3140535"/>
          <a:ext cx="2666376" cy="2666376"/>
        </a:xfrm>
        <a:prstGeom prst="pieWedg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Univers" panose="020B0503020202020204" pitchFamily="34" charset="0"/>
            </a:rPr>
            <a:t>School</a:t>
          </a:r>
        </a:p>
      </dsp:txBody>
      <dsp:txXfrm rot="5400000">
        <a:off x="3456858" y="3140535"/>
        <a:ext cx="1885413" cy="1885413"/>
      </dsp:txXfrm>
    </dsp:sp>
    <dsp:sp modelId="{27991C4D-D7D0-7541-86B6-12DA35A8C468}">
      <dsp:nvSpPr>
        <dsp:cNvPr id="0" name=""/>
        <dsp:cNvSpPr/>
      </dsp:nvSpPr>
      <dsp:spPr>
        <a:xfrm>
          <a:off x="4943546" y="2524744"/>
          <a:ext cx="920607" cy="800528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A2996-F6EC-DB4A-ACC8-3DE7C7740D3A}">
      <dsp:nvSpPr>
        <dsp:cNvPr id="0" name=""/>
        <dsp:cNvSpPr/>
      </dsp:nvSpPr>
      <dsp:spPr>
        <a:xfrm rot="10800000">
          <a:off x="4943546" y="2832639"/>
          <a:ext cx="920607" cy="800528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617CD-31DD-B94C-85A7-2070917DF966}">
      <dsp:nvSpPr>
        <dsp:cNvPr id="0" name=""/>
        <dsp:cNvSpPr/>
      </dsp:nvSpPr>
      <dsp:spPr>
        <a:xfrm>
          <a:off x="0" y="48261"/>
          <a:ext cx="9922764" cy="719549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Race/ethnicity/gender/social identities</a:t>
          </a:r>
        </a:p>
      </dsp:txBody>
      <dsp:txXfrm>
        <a:off x="35125" y="83386"/>
        <a:ext cx="9852514" cy="649299"/>
      </dsp:txXfrm>
    </dsp:sp>
    <dsp:sp modelId="{EAF31EF0-96B1-2243-99BA-9DDD9E08605A}">
      <dsp:nvSpPr>
        <dsp:cNvPr id="0" name=""/>
        <dsp:cNvSpPr/>
      </dsp:nvSpPr>
      <dsp:spPr>
        <a:xfrm>
          <a:off x="0" y="767811"/>
          <a:ext cx="9922764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048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Impact of structural racism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Need to code switch</a:t>
          </a:r>
        </a:p>
      </dsp:txBody>
      <dsp:txXfrm>
        <a:off x="0" y="767811"/>
        <a:ext cx="9922764" cy="791774"/>
      </dsp:txXfrm>
    </dsp:sp>
    <dsp:sp modelId="{50732046-3A72-7F4C-9EBC-F2E45FC3C6F9}">
      <dsp:nvSpPr>
        <dsp:cNvPr id="0" name=""/>
        <dsp:cNvSpPr/>
      </dsp:nvSpPr>
      <dsp:spPr>
        <a:xfrm>
          <a:off x="0" y="1559586"/>
          <a:ext cx="9922764" cy="719549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Impact of cultural background(s) and values</a:t>
          </a:r>
        </a:p>
      </dsp:txBody>
      <dsp:txXfrm>
        <a:off x="35125" y="1594711"/>
        <a:ext cx="9852514" cy="649299"/>
      </dsp:txXfrm>
    </dsp:sp>
    <dsp:sp modelId="{8D3DA949-C22E-0C44-9BCB-C06B866D5833}">
      <dsp:nvSpPr>
        <dsp:cNvPr id="0" name=""/>
        <dsp:cNvSpPr/>
      </dsp:nvSpPr>
      <dsp:spPr>
        <a:xfrm>
          <a:off x="0" y="2279136"/>
          <a:ext cx="9922764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048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What is the purpose of school?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What are expectation on the child?</a:t>
          </a:r>
        </a:p>
      </dsp:txBody>
      <dsp:txXfrm>
        <a:off x="0" y="2279136"/>
        <a:ext cx="9922764" cy="791774"/>
      </dsp:txXfrm>
    </dsp:sp>
    <dsp:sp modelId="{7B770D3F-1541-A44F-9A16-E14BB7910947}">
      <dsp:nvSpPr>
        <dsp:cNvPr id="0" name=""/>
        <dsp:cNvSpPr/>
      </dsp:nvSpPr>
      <dsp:spPr>
        <a:xfrm>
          <a:off x="0" y="3070911"/>
          <a:ext cx="9922764" cy="71954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Socioeconomic status</a:t>
          </a:r>
        </a:p>
      </dsp:txBody>
      <dsp:txXfrm>
        <a:off x="35125" y="3106036"/>
        <a:ext cx="9852514" cy="6492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95F81-E10E-934A-96B2-1682E2292288}">
      <dsp:nvSpPr>
        <dsp:cNvPr id="0" name=""/>
        <dsp:cNvSpPr/>
      </dsp:nvSpPr>
      <dsp:spPr>
        <a:xfrm>
          <a:off x="0" y="739"/>
          <a:ext cx="10728252" cy="1064700"/>
        </a:xfrm>
        <a:prstGeom prst="round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Univers" panose="020B0503020202020204" pitchFamily="34" charset="0"/>
            </a:rPr>
            <a:t>The SDS is often the only source of family input for the eligibility meeting</a:t>
          </a:r>
        </a:p>
      </dsp:txBody>
      <dsp:txXfrm>
        <a:off x="51974" y="52713"/>
        <a:ext cx="10624304" cy="960752"/>
      </dsp:txXfrm>
    </dsp:sp>
    <dsp:sp modelId="{BE14E696-F55D-044B-AA8A-4C0C15EEA503}">
      <dsp:nvSpPr>
        <dsp:cNvPr id="0" name=""/>
        <dsp:cNvSpPr/>
      </dsp:nvSpPr>
      <dsp:spPr>
        <a:xfrm>
          <a:off x="0" y="1140319"/>
          <a:ext cx="10728252" cy="10647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Univers" panose="020B0503020202020204" pitchFamily="34" charset="0"/>
            </a:rPr>
            <a:t>Summary of the document with a focus on educational impact</a:t>
          </a:r>
        </a:p>
      </dsp:txBody>
      <dsp:txXfrm>
        <a:off x="51974" y="1192293"/>
        <a:ext cx="10624304" cy="960752"/>
      </dsp:txXfrm>
    </dsp:sp>
    <dsp:sp modelId="{2614381A-11ED-3C49-BFC7-D782179B8124}">
      <dsp:nvSpPr>
        <dsp:cNvPr id="0" name=""/>
        <dsp:cNvSpPr/>
      </dsp:nvSpPr>
      <dsp:spPr>
        <a:xfrm>
          <a:off x="0" y="2279899"/>
          <a:ext cx="10728252" cy="1064700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Univers" panose="020B0503020202020204" pitchFamily="34" charset="0"/>
            </a:rPr>
            <a:t>Recommendations for eligibility  </a:t>
          </a:r>
        </a:p>
      </dsp:txBody>
      <dsp:txXfrm>
        <a:off x="51974" y="2331873"/>
        <a:ext cx="10624304" cy="960752"/>
      </dsp:txXfrm>
    </dsp:sp>
    <dsp:sp modelId="{2218B887-BFC8-5741-B604-D636E09EE6DF}">
      <dsp:nvSpPr>
        <dsp:cNvPr id="0" name=""/>
        <dsp:cNvSpPr/>
      </dsp:nvSpPr>
      <dsp:spPr>
        <a:xfrm>
          <a:off x="0" y="3419479"/>
          <a:ext cx="10728252" cy="106470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Univers" panose="020B0503020202020204" pitchFamily="34" charset="0"/>
            </a:rPr>
            <a:t>Recommendations for potential social work services</a:t>
          </a:r>
        </a:p>
      </dsp:txBody>
      <dsp:txXfrm>
        <a:off x="51974" y="3471453"/>
        <a:ext cx="10624304" cy="9607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27E31-8227-4F3D-B6AE-9BDD531C784F}">
      <dsp:nvSpPr>
        <dsp:cNvPr id="0" name=""/>
        <dsp:cNvSpPr/>
      </dsp:nvSpPr>
      <dsp:spPr>
        <a:xfrm>
          <a:off x="0" y="551"/>
          <a:ext cx="10130224" cy="12898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8FD379-914D-4EE5-9596-4EFEB5593D8E}">
      <dsp:nvSpPr>
        <dsp:cNvPr id="0" name=""/>
        <dsp:cNvSpPr/>
      </dsp:nvSpPr>
      <dsp:spPr>
        <a:xfrm>
          <a:off x="390171" y="290761"/>
          <a:ext cx="709402" cy="709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CFC47-FBD8-4A61-948C-5B5BF3BE43A6}">
      <dsp:nvSpPr>
        <dsp:cNvPr id="0" name=""/>
        <dsp:cNvSpPr/>
      </dsp:nvSpPr>
      <dsp:spPr>
        <a:xfrm>
          <a:off x="1489745" y="91986"/>
          <a:ext cx="8640478" cy="1289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06" tIns="136506" rIns="136506" bIns="13650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The effectiveness or degree with which an individual meets the standards and social responsibility expected for age and cultural group – Grossman, 1983</a:t>
          </a:r>
          <a:endParaRPr lang="en-US" sz="2100" kern="1200" dirty="0"/>
        </a:p>
      </dsp:txBody>
      <dsp:txXfrm>
        <a:off x="1489745" y="91986"/>
        <a:ext cx="8640478" cy="1289823"/>
      </dsp:txXfrm>
    </dsp:sp>
    <dsp:sp modelId="{F85000CE-B16B-4DB6-AEDE-179F56A5A791}">
      <dsp:nvSpPr>
        <dsp:cNvPr id="0" name=""/>
        <dsp:cNvSpPr/>
      </dsp:nvSpPr>
      <dsp:spPr>
        <a:xfrm>
          <a:off x="0" y="1612829"/>
          <a:ext cx="10130224" cy="12898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210E9-08A4-4451-B7F2-6E44EF8E222D}">
      <dsp:nvSpPr>
        <dsp:cNvPr id="0" name=""/>
        <dsp:cNvSpPr/>
      </dsp:nvSpPr>
      <dsp:spPr>
        <a:xfrm>
          <a:off x="390171" y="1903040"/>
          <a:ext cx="709402" cy="709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C7015-C366-4A36-916E-3FCA596EFD52}">
      <dsp:nvSpPr>
        <dsp:cNvPr id="0" name=""/>
        <dsp:cNvSpPr/>
      </dsp:nvSpPr>
      <dsp:spPr>
        <a:xfrm>
          <a:off x="1489745" y="1612829"/>
          <a:ext cx="8640478" cy="1289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06" tIns="136506" rIns="136506" bIns="13650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The collection of conceptual, social and practical skills that individuals need to function in their daily lives. – AAIDD (2010)</a:t>
          </a:r>
          <a:endParaRPr lang="en-US" sz="2100" kern="1200"/>
        </a:p>
      </dsp:txBody>
      <dsp:txXfrm>
        <a:off x="1489745" y="1612829"/>
        <a:ext cx="8640478" cy="1289823"/>
      </dsp:txXfrm>
    </dsp:sp>
    <dsp:sp modelId="{DBEB5AAF-12F9-45A5-848E-12B75C059D52}">
      <dsp:nvSpPr>
        <dsp:cNvPr id="0" name=""/>
        <dsp:cNvSpPr/>
      </dsp:nvSpPr>
      <dsp:spPr>
        <a:xfrm>
          <a:off x="0" y="3225108"/>
          <a:ext cx="10130224" cy="12898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D239C-B5DF-49CA-9E6A-5A3F1D50EFC0}">
      <dsp:nvSpPr>
        <dsp:cNvPr id="0" name=""/>
        <dsp:cNvSpPr/>
      </dsp:nvSpPr>
      <dsp:spPr>
        <a:xfrm>
          <a:off x="390171" y="3515318"/>
          <a:ext cx="709402" cy="709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6C304-B431-454E-B222-AB221B2E00BB}">
      <dsp:nvSpPr>
        <dsp:cNvPr id="0" name=""/>
        <dsp:cNvSpPr/>
      </dsp:nvSpPr>
      <dsp:spPr>
        <a:xfrm>
          <a:off x="1489745" y="3225108"/>
          <a:ext cx="8640478" cy="1289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06" tIns="136506" rIns="136506" bIns="13650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the ability to adapt to new situations and people.  It is how people respond to their environment - determined by age-appropriate skills</a:t>
          </a:r>
          <a:endParaRPr lang="en-US" sz="2100" kern="1200" dirty="0"/>
        </a:p>
      </dsp:txBody>
      <dsp:txXfrm>
        <a:off x="1489745" y="3225108"/>
        <a:ext cx="8640478" cy="12898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0EB0B-18EA-CA40-ADF7-CB777E6C38AB}">
      <dsp:nvSpPr>
        <dsp:cNvPr id="0" name=""/>
        <dsp:cNvSpPr/>
      </dsp:nvSpPr>
      <dsp:spPr>
        <a:xfrm>
          <a:off x="3039" y="34004"/>
          <a:ext cx="2963227" cy="806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Interview</a:t>
          </a:r>
        </a:p>
      </dsp:txBody>
      <dsp:txXfrm>
        <a:off x="3039" y="34004"/>
        <a:ext cx="2963227" cy="806400"/>
      </dsp:txXfrm>
    </dsp:sp>
    <dsp:sp modelId="{C8B80AC7-22E0-F844-9F3F-D810EA0494D7}">
      <dsp:nvSpPr>
        <dsp:cNvPr id="0" name=""/>
        <dsp:cNvSpPr/>
      </dsp:nvSpPr>
      <dsp:spPr>
        <a:xfrm>
          <a:off x="3039" y="840404"/>
          <a:ext cx="2963227" cy="246432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Unstructured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Semi-structured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Structured</a:t>
          </a:r>
        </a:p>
      </dsp:txBody>
      <dsp:txXfrm>
        <a:off x="3039" y="840404"/>
        <a:ext cx="2963227" cy="2464323"/>
      </dsp:txXfrm>
    </dsp:sp>
    <dsp:sp modelId="{CB260B70-71BC-C04D-892C-3CB06FE49F2F}">
      <dsp:nvSpPr>
        <dsp:cNvPr id="0" name=""/>
        <dsp:cNvSpPr/>
      </dsp:nvSpPr>
      <dsp:spPr>
        <a:xfrm>
          <a:off x="3381118" y="34004"/>
          <a:ext cx="2963227" cy="806400"/>
        </a:xfrm>
        <a:prstGeom prst="rect">
          <a:avLst/>
        </a:prstGeom>
        <a:solidFill>
          <a:schemeClr val="accent5">
            <a:hueOff val="762663"/>
            <a:satOff val="209"/>
            <a:lumOff val="-3529"/>
            <a:alphaOff val="0"/>
          </a:schemeClr>
        </a:solidFill>
        <a:ln w="12700" cap="flat" cmpd="sng" algn="ctr">
          <a:solidFill>
            <a:schemeClr val="accent5">
              <a:hueOff val="762663"/>
              <a:satOff val="20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Instruments</a:t>
          </a:r>
        </a:p>
      </dsp:txBody>
      <dsp:txXfrm>
        <a:off x="3381118" y="34004"/>
        <a:ext cx="2963227" cy="806400"/>
      </dsp:txXfrm>
    </dsp:sp>
    <dsp:sp modelId="{660A2CF4-DB9F-B84B-A0D6-A56B78E13129}">
      <dsp:nvSpPr>
        <dsp:cNvPr id="0" name=""/>
        <dsp:cNvSpPr/>
      </dsp:nvSpPr>
      <dsp:spPr>
        <a:xfrm>
          <a:off x="3381118" y="840404"/>
          <a:ext cx="2963227" cy="2464323"/>
        </a:xfrm>
        <a:prstGeom prst="rect">
          <a:avLst/>
        </a:prstGeom>
        <a:solidFill>
          <a:schemeClr val="accent5">
            <a:tint val="40000"/>
            <a:alpha val="90000"/>
            <a:hueOff val="636806"/>
            <a:satOff val="-4162"/>
            <a:lumOff val="-70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636806"/>
              <a:satOff val="-4162"/>
              <a:lumOff val="-7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Self-administered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Other administered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Floor/ceiling</a:t>
          </a:r>
        </a:p>
      </dsp:txBody>
      <dsp:txXfrm>
        <a:off x="3381118" y="840404"/>
        <a:ext cx="2963227" cy="2464323"/>
      </dsp:txXfrm>
    </dsp:sp>
    <dsp:sp modelId="{25D3EB78-43AD-B945-9E7C-9B91BC8E5745}">
      <dsp:nvSpPr>
        <dsp:cNvPr id="0" name=""/>
        <dsp:cNvSpPr/>
      </dsp:nvSpPr>
      <dsp:spPr>
        <a:xfrm>
          <a:off x="6759197" y="34004"/>
          <a:ext cx="2963227" cy="806400"/>
        </a:xfrm>
        <a:prstGeom prst="rect">
          <a:avLst/>
        </a:prstGeom>
        <a:solidFill>
          <a:schemeClr val="accent5">
            <a:hueOff val="1525325"/>
            <a:satOff val="418"/>
            <a:lumOff val="-7058"/>
            <a:alphaOff val="0"/>
          </a:schemeClr>
        </a:solidFill>
        <a:ln w="12700" cap="flat" cmpd="sng" algn="ctr">
          <a:solidFill>
            <a:schemeClr val="accent5">
              <a:hueOff val="1525325"/>
              <a:satOff val="418"/>
              <a:lumOff val="-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Observations</a:t>
          </a:r>
        </a:p>
      </dsp:txBody>
      <dsp:txXfrm>
        <a:off x="6759197" y="34004"/>
        <a:ext cx="2963227" cy="806400"/>
      </dsp:txXfrm>
    </dsp:sp>
    <dsp:sp modelId="{15D4B759-E616-7340-81FE-5DD09A506A64}">
      <dsp:nvSpPr>
        <dsp:cNvPr id="0" name=""/>
        <dsp:cNvSpPr/>
      </dsp:nvSpPr>
      <dsp:spPr>
        <a:xfrm>
          <a:off x="6759197" y="840404"/>
          <a:ext cx="2963227" cy="2464323"/>
        </a:xfrm>
        <a:prstGeom prst="rect">
          <a:avLst/>
        </a:prstGeom>
        <a:solidFill>
          <a:schemeClr val="accent5">
            <a:tint val="40000"/>
            <a:alpha val="90000"/>
            <a:hueOff val="1273612"/>
            <a:satOff val="-8325"/>
            <a:lumOff val="-141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273612"/>
              <a:satOff val="-8325"/>
              <a:lumOff val="-14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various contexts</a:t>
          </a:r>
        </a:p>
      </dsp:txBody>
      <dsp:txXfrm>
        <a:off x="6759197" y="840404"/>
        <a:ext cx="2963227" cy="24643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FAB98-8515-DD48-918F-D18DC39D309C}">
      <dsp:nvSpPr>
        <dsp:cNvPr id="0" name=""/>
        <dsp:cNvSpPr/>
      </dsp:nvSpPr>
      <dsp:spPr>
        <a:xfrm>
          <a:off x="1333" y="283965"/>
          <a:ext cx="5202457" cy="3121474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n-lt"/>
              <a:cs typeface="Times New Roman" panose="02020603050405020304" pitchFamily="18" charset="0"/>
            </a:rPr>
            <a:t>Instruments/Checklists</a:t>
          </a:r>
        </a:p>
      </dsp:txBody>
      <dsp:txXfrm>
        <a:off x="1333" y="283965"/>
        <a:ext cx="5202457" cy="3121474"/>
      </dsp:txXfrm>
    </dsp:sp>
    <dsp:sp modelId="{5495A077-8AAA-984E-9929-3E1714D72A5B}">
      <dsp:nvSpPr>
        <dsp:cNvPr id="0" name=""/>
        <dsp:cNvSpPr/>
      </dsp:nvSpPr>
      <dsp:spPr>
        <a:xfrm>
          <a:off x="5724037" y="283965"/>
          <a:ext cx="5202457" cy="3121474"/>
        </a:xfrm>
        <a:prstGeom prst="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n-lt"/>
              <a:cs typeface="Times New Roman" panose="02020603050405020304" pitchFamily="18" charset="0"/>
            </a:rPr>
            <a:t>Clinical interview</a:t>
          </a:r>
        </a:p>
      </dsp:txBody>
      <dsp:txXfrm>
        <a:off x="5724037" y="283965"/>
        <a:ext cx="5202457" cy="31214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696F9-5166-024E-A2D0-46F71BD844DC}">
      <dsp:nvSpPr>
        <dsp:cNvPr id="0" name=""/>
        <dsp:cNvSpPr/>
      </dsp:nvSpPr>
      <dsp:spPr>
        <a:xfrm>
          <a:off x="1297" y="524791"/>
          <a:ext cx="5060447" cy="3036268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+mn-lt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Pros</a:t>
          </a:r>
          <a:r>
            <a:rPr lang="en-US" sz="28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Give scores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Ease of use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Fast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Reliable and normed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Needed for determining ID vs. ED/SLD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solidFill>
              <a:schemeClr val="tx1"/>
            </a:solidFill>
            <a:latin typeface="+mn-lt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+mn-lt"/>
            <a:cs typeface="Times New Roman" panose="02020603050405020304" pitchFamily="18" charset="0"/>
          </a:endParaRPr>
        </a:p>
      </dsp:txBody>
      <dsp:txXfrm>
        <a:off x="1297" y="524791"/>
        <a:ext cx="5060447" cy="3036268"/>
      </dsp:txXfrm>
    </dsp:sp>
    <dsp:sp modelId="{C10BC56A-7336-7342-AFBA-78F4F2391323}">
      <dsp:nvSpPr>
        <dsp:cNvPr id="0" name=""/>
        <dsp:cNvSpPr/>
      </dsp:nvSpPr>
      <dsp:spPr>
        <a:xfrm>
          <a:off x="5567789" y="524791"/>
          <a:ext cx="5060447" cy="3036268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Cons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Cannot identify patterns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Local cultural norms not included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Reliance on standardized measures vs. lived experience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Require training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Cost money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567789" y="524791"/>
        <a:ext cx="5060447" cy="30362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B7174-2054-DA4A-9AFE-C6190EA73D15}">
      <dsp:nvSpPr>
        <dsp:cNvPr id="0" name=""/>
        <dsp:cNvSpPr/>
      </dsp:nvSpPr>
      <dsp:spPr>
        <a:xfrm>
          <a:off x="0" y="465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0BF03-2FD5-564A-8D9D-9B9B5F70C9C3}">
      <dsp:nvSpPr>
        <dsp:cNvPr id="0" name=""/>
        <dsp:cNvSpPr/>
      </dsp:nvSpPr>
      <dsp:spPr>
        <a:xfrm>
          <a:off x="0" y="465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Conceptual</a:t>
          </a:r>
          <a:endParaRPr lang="en-US" sz="2500" kern="1200"/>
        </a:p>
      </dsp:txBody>
      <dsp:txXfrm>
        <a:off x="0" y="465"/>
        <a:ext cx="9725464" cy="544152"/>
      </dsp:txXfrm>
    </dsp:sp>
    <dsp:sp modelId="{27C00100-A331-F148-AB0B-89F326125953}">
      <dsp:nvSpPr>
        <dsp:cNvPr id="0" name=""/>
        <dsp:cNvSpPr/>
      </dsp:nvSpPr>
      <dsp:spPr>
        <a:xfrm>
          <a:off x="0" y="544617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AC5F9-3839-2540-A313-A505A24C93A6}">
      <dsp:nvSpPr>
        <dsp:cNvPr id="0" name=""/>
        <dsp:cNvSpPr/>
      </dsp:nvSpPr>
      <dsp:spPr>
        <a:xfrm>
          <a:off x="0" y="544617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Social</a:t>
          </a:r>
          <a:endParaRPr lang="en-US" sz="2500" kern="1200"/>
        </a:p>
      </dsp:txBody>
      <dsp:txXfrm>
        <a:off x="0" y="544617"/>
        <a:ext cx="9725464" cy="544152"/>
      </dsp:txXfrm>
    </dsp:sp>
    <dsp:sp modelId="{0ABAC02C-2348-E041-85D2-3191DAFCDAB5}">
      <dsp:nvSpPr>
        <dsp:cNvPr id="0" name=""/>
        <dsp:cNvSpPr/>
      </dsp:nvSpPr>
      <dsp:spPr>
        <a:xfrm>
          <a:off x="0" y="1088770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CB9F2-993C-204C-8D2F-AE18A324FDF1}">
      <dsp:nvSpPr>
        <dsp:cNvPr id="0" name=""/>
        <dsp:cNvSpPr/>
      </dsp:nvSpPr>
      <dsp:spPr>
        <a:xfrm>
          <a:off x="0" y="1088770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Communication</a:t>
          </a:r>
          <a:endParaRPr lang="en-US" sz="2500" kern="1200"/>
        </a:p>
      </dsp:txBody>
      <dsp:txXfrm>
        <a:off x="0" y="1088770"/>
        <a:ext cx="9725464" cy="544152"/>
      </dsp:txXfrm>
    </dsp:sp>
    <dsp:sp modelId="{13051CE9-6148-764A-835B-94C18E4F1DCF}">
      <dsp:nvSpPr>
        <dsp:cNvPr id="0" name=""/>
        <dsp:cNvSpPr/>
      </dsp:nvSpPr>
      <dsp:spPr>
        <a:xfrm>
          <a:off x="0" y="1632923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8F0EF-71CC-8647-9C2D-B0CA878E06A8}">
      <dsp:nvSpPr>
        <dsp:cNvPr id="0" name=""/>
        <dsp:cNvSpPr/>
      </dsp:nvSpPr>
      <dsp:spPr>
        <a:xfrm>
          <a:off x="0" y="1632923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Self-care/safety</a:t>
          </a:r>
          <a:endParaRPr lang="en-US" sz="2500" kern="1200"/>
        </a:p>
      </dsp:txBody>
      <dsp:txXfrm>
        <a:off x="0" y="1632923"/>
        <a:ext cx="9725464" cy="544152"/>
      </dsp:txXfrm>
    </dsp:sp>
    <dsp:sp modelId="{2203F807-7FBD-1346-982D-2292243955DA}">
      <dsp:nvSpPr>
        <dsp:cNvPr id="0" name=""/>
        <dsp:cNvSpPr/>
      </dsp:nvSpPr>
      <dsp:spPr>
        <a:xfrm>
          <a:off x="0" y="2177076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9F55B-99E7-C246-9E51-168BB9506CDB}">
      <dsp:nvSpPr>
        <dsp:cNvPr id="0" name=""/>
        <dsp:cNvSpPr/>
      </dsp:nvSpPr>
      <dsp:spPr>
        <a:xfrm>
          <a:off x="0" y="2177076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Leisure</a:t>
          </a:r>
          <a:endParaRPr lang="en-US" sz="2500" kern="1200"/>
        </a:p>
      </dsp:txBody>
      <dsp:txXfrm>
        <a:off x="0" y="2177076"/>
        <a:ext cx="9725464" cy="544152"/>
      </dsp:txXfrm>
    </dsp:sp>
    <dsp:sp modelId="{8F72C163-513F-3540-8199-679434955C39}">
      <dsp:nvSpPr>
        <dsp:cNvPr id="0" name=""/>
        <dsp:cNvSpPr/>
      </dsp:nvSpPr>
      <dsp:spPr>
        <a:xfrm>
          <a:off x="0" y="2721229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89E8E-CADD-D04F-9C0C-0F4EFDE6B0B7}">
      <dsp:nvSpPr>
        <dsp:cNvPr id="0" name=""/>
        <dsp:cNvSpPr/>
      </dsp:nvSpPr>
      <dsp:spPr>
        <a:xfrm>
          <a:off x="0" y="2721229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Work</a:t>
          </a:r>
          <a:endParaRPr lang="en-US" sz="2500" kern="1200"/>
        </a:p>
      </dsp:txBody>
      <dsp:txXfrm>
        <a:off x="0" y="2721229"/>
        <a:ext cx="9725464" cy="544152"/>
      </dsp:txXfrm>
    </dsp:sp>
    <dsp:sp modelId="{D41F789D-BA9B-5C40-A12C-3C0DB5D39EC3}">
      <dsp:nvSpPr>
        <dsp:cNvPr id="0" name=""/>
        <dsp:cNvSpPr/>
      </dsp:nvSpPr>
      <dsp:spPr>
        <a:xfrm>
          <a:off x="0" y="3265382"/>
          <a:ext cx="97254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91275-CC25-9242-BF2D-2800F26DBA16}">
      <dsp:nvSpPr>
        <dsp:cNvPr id="0" name=""/>
        <dsp:cNvSpPr/>
      </dsp:nvSpPr>
      <dsp:spPr>
        <a:xfrm>
          <a:off x="0" y="3265382"/>
          <a:ext cx="9725464" cy="5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Maladaptive skills</a:t>
          </a:r>
          <a:endParaRPr lang="en-US" sz="2500" kern="1200"/>
        </a:p>
      </dsp:txBody>
      <dsp:txXfrm>
        <a:off x="0" y="3265382"/>
        <a:ext cx="9725464" cy="54415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6B1A1-6376-E241-B32C-76C608444654}">
      <dsp:nvSpPr>
        <dsp:cNvPr id="0" name=""/>
        <dsp:cNvSpPr/>
      </dsp:nvSpPr>
      <dsp:spPr>
        <a:xfrm>
          <a:off x="0" y="20173"/>
          <a:ext cx="10249787" cy="131093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Intellectual disability or Specific Learning Disability</a:t>
          </a:r>
          <a:endParaRPr lang="en-US" sz="3300" kern="1200" dirty="0"/>
        </a:p>
      </dsp:txBody>
      <dsp:txXfrm>
        <a:off x="63994" y="84167"/>
        <a:ext cx="10121799" cy="1182942"/>
      </dsp:txXfrm>
    </dsp:sp>
    <dsp:sp modelId="{3563F4A7-F1AF-9542-B194-34C8D0488E4D}">
      <dsp:nvSpPr>
        <dsp:cNvPr id="0" name=""/>
        <dsp:cNvSpPr/>
      </dsp:nvSpPr>
      <dsp:spPr>
        <a:xfrm>
          <a:off x="0" y="1426143"/>
          <a:ext cx="10249787" cy="1310930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Lack of ability or lack of opportunity?</a:t>
          </a:r>
          <a:endParaRPr lang="en-US" sz="3300" kern="1200" dirty="0"/>
        </a:p>
      </dsp:txBody>
      <dsp:txXfrm>
        <a:off x="63994" y="1490137"/>
        <a:ext cx="10121799" cy="1182942"/>
      </dsp:txXfrm>
    </dsp:sp>
    <dsp:sp modelId="{33BF4EF9-2845-AD4B-B410-7EF79C9E223E}">
      <dsp:nvSpPr>
        <dsp:cNvPr id="0" name=""/>
        <dsp:cNvSpPr/>
      </dsp:nvSpPr>
      <dsp:spPr>
        <a:xfrm>
          <a:off x="0" y="2832114"/>
          <a:ext cx="10249787" cy="131093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Impact of pandemic on culturally established expectations</a:t>
          </a:r>
          <a:endParaRPr lang="en-US" sz="3300" kern="1200" dirty="0"/>
        </a:p>
      </dsp:txBody>
      <dsp:txXfrm>
        <a:off x="63994" y="2896108"/>
        <a:ext cx="10121799" cy="11829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C830B-4837-AE4E-A799-F49AAAD8C854}">
      <dsp:nvSpPr>
        <dsp:cNvPr id="0" name=""/>
        <dsp:cNvSpPr/>
      </dsp:nvSpPr>
      <dsp:spPr>
        <a:xfrm>
          <a:off x="0" y="341239"/>
          <a:ext cx="3176630" cy="1905978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Mental Illness</a:t>
          </a:r>
        </a:p>
      </dsp:txBody>
      <dsp:txXfrm>
        <a:off x="0" y="341239"/>
        <a:ext cx="3176630" cy="1905978"/>
      </dsp:txXfrm>
    </dsp:sp>
    <dsp:sp modelId="{73512CD8-3499-4141-902A-31D7D2167177}">
      <dsp:nvSpPr>
        <dsp:cNvPr id="0" name=""/>
        <dsp:cNvSpPr/>
      </dsp:nvSpPr>
      <dsp:spPr>
        <a:xfrm>
          <a:off x="3494293" y="341239"/>
          <a:ext cx="3176630" cy="1905978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Trauma</a:t>
          </a:r>
        </a:p>
      </dsp:txBody>
      <dsp:txXfrm>
        <a:off x="3494293" y="341239"/>
        <a:ext cx="3176630" cy="1905978"/>
      </dsp:txXfrm>
    </dsp:sp>
    <dsp:sp modelId="{1CB49DF4-DFF8-414F-9C50-C53DA607FA26}">
      <dsp:nvSpPr>
        <dsp:cNvPr id="0" name=""/>
        <dsp:cNvSpPr/>
      </dsp:nvSpPr>
      <dsp:spPr>
        <a:xfrm>
          <a:off x="6988587" y="341239"/>
          <a:ext cx="3176630" cy="1905978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rPr>
            <a:t>Neurodivergence</a:t>
          </a:r>
        </a:p>
      </dsp:txBody>
      <dsp:txXfrm>
        <a:off x="6988587" y="341239"/>
        <a:ext cx="3176630" cy="190597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4392A-FBED-4543-AB78-49A9C2F0C53D}">
      <dsp:nvSpPr>
        <dsp:cNvPr id="0" name=""/>
        <dsp:cNvSpPr/>
      </dsp:nvSpPr>
      <dsp:spPr>
        <a:xfrm>
          <a:off x="0" y="526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634EA-593A-D048-9758-B2A54032D192}">
      <dsp:nvSpPr>
        <dsp:cNvPr id="0" name=""/>
        <dsp:cNvSpPr/>
      </dsp:nvSpPr>
      <dsp:spPr>
        <a:xfrm>
          <a:off x="0" y="526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One sentence – information about student</a:t>
          </a:r>
        </a:p>
      </dsp:txBody>
      <dsp:txXfrm>
        <a:off x="0" y="526"/>
        <a:ext cx="9922764" cy="615480"/>
      </dsp:txXfrm>
    </dsp:sp>
    <dsp:sp modelId="{8D13378F-55AD-874F-AEAB-38A546FEDD68}">
      <dsp:nvSpPr>
        <dsp:cNvPr id="0" name=""/>
        <dsp:cNvSpPr/>
      </dsp:nvSpPr>
      <dsp:spPr>
        <a:xfrm>
          <a:off x="0" y="616007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3D152-457A-A043-83F6-FFDADA283C6A}">
      <dsp:nvSpPr>
        <dsp:cNvPr id="0" name=""/>
        <dsp:cNvSpPr/>
      </dsp:nvSpPr>
      <dsp:spPr>
        <a:xfrm>
          <a:off x="0" y="616007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One sentence – PLOP</a:t>
          </a:r>
        </a:p>
      </dsp:txBody>
      <dsp:txXfrm>
        <a:off x="0" y="616007"/>
        <a:ext cx="9922764" cy="615480"/>
      </dsp:txXfrm>
    </dsp:sp>
    <dsp:sp modelId="{4500A911-0F0E-CC44-A032-5FAD87ECB6D2}">
      <dsp:nvSpPr>
        <dsp:cNvPr id="0" name=""/>
        <dsp:cNvSpPr/>
      </dsp:nvSpPr>
      <dsp:spPr>
        <a:xfrm>
          <a:off x="0" y="1231488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2CBFC-9CC4-D54C-9BC1-7C261F75613C}">
      <dsp:nvSpPr>
        <dsp:cNvPr id="0" name=""/>
        <dsp:cNvSpPr/>
      </dsp:nvSpPr>
      <dsp:spPr>
        <a:xfrm>
          <a:off x="0" y="1231488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One sentence – Family situation</a:t>
          </a:r>
        </a:p>
      </dsp:txBody>
      <dsp:txXfrm>
        <a:off x="0" y="1231488"/>
        <a:ext cx="9922764" cy="615480"/>
      </dsp:txXfrm>
    </dsp:sp>
    <dsp:sp modelId="{17AACDB9-8EB1-164A-8BE3-DCFE6F6B0B71}">
      <dsp:nvSpPr>
        <dsp:cNvPr id="0" name=""/>
        <dsp:cNvSpPr/>
      </dsp:nvSpPr>
      <dsp:spPr>
        <a:xfrm>
          <a:off x="0" y="1846969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871F8-D654-B14B-A3F4-8F877365AAE1}">
      <dsp:nvSpPr>
        <dsp:cNvPr id="0" name=""/>
        <dsp:cNvSpPr/>
      </dsp:nvSpPr>
      <dsp:spPr>
        <a:xfrm>
          <a:off x="0" y="1846969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One sentence – Adaptive behavior</a:t>
          </a:r>
        </a:p>
      </dsp:txBody>
      <dsp:txXfrm>
        <a:off x="0" y="1846969"/>
        <a:ext cx="9922764" cy="615480"/>
      </dsp:txXfrm>
    </dsp:sp>
    <dsp:sp modelId="{3D641A83-D0EA-314E-A184-7EC8254E2219}">
      <dsp:nvSpPr>
        <dsp:cNvPr id="0" name=""/>
        <dsp:cNvSpPr/>
      </dsp:nvSpPr>
      <dsp:spPr>
        <a:xfrm>
          <a:off x="0" y="2462449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3F0DD-20E9-3C40-A684-8600E99F7BBC}">
      <dsp:nvSpPr>
        <dsp:cNvPr id="0" name=""/>
        <dsp:cNvSpPr/>
      </dsp:nvSpPr>
      <dsp:spPr>
        <a:xfrm>
          <a:off x="0" y="2462449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One sentence – school history</a:t>
          </a:r>
        </a:p>
      </dsp:txBody>
      <dsp:txXfrm>
        <a:off x="0" y="2462449"/>
        <a:ext cx="9922764" cy="615480"/>
      </dsp:txXfrm>
    </dsp:sp>
    <dsp:sp modelId="{91D18381-0730-1D42-8D10-CC37D1F236CE}">
      <dsp:nvSpPr>
        <dsp:cNvPr id="0" name=""/>
        <dsp:cNvSpPr/>
      </dsp:nvSpPr>
      <dsp:spPr>
        <a:xfrm>
          <a:off x="0" y="3077930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67D90-A87C-4747-893A-774E7DDC36A9}">
      <dsp:nvSpPr>
        <dsp:cNvPr id="0" name=""/>
        <dsp:cNvSpPr/>
      </dsp:nvSpPr>
      <dsp:spPr>
        <a:xfrm>
          <a:off x="0" y="3077930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Once sentence – needs/recommendations</a:t>
          </a:r>
        </a:p>
      </dsp:txBody>
      <dsp:txXfrm>
        <a:off x="0" y="3077930"/>
        <a:ext cx="9922764" cy="615480"/>
      </dsp:txXfrm>
    </dsp:sp>
    <dsp:sp modelId="{2F115D1D-6F37-1D4E-98F4-BFDFE2C5DB3E}">
      <dsp:nvSpPr>
        <dsp:cNvPr id="0" name=""/>
        <dsp:cNvSpPr/>
      </dsp:nvSpPr>
      <dsp:spPr>
        <a:xfrm>
          <a:off x="0" y="3693411"/>
          <a:ext cx="99227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B8DA7-184F-B242-9A21-3BB4897247FD}">
      <dsp:nvSpPr>
        <dsp:cNvPr id="0" name=""/>
        <dsp:cNvSpPr/>
      </dsp:nvSpPr>
      <dsp:spPr>
        <a:xfrm>
          <a:off x="0" y="3693411"/>
          <a:ext cx="9922764" cy="615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Strengths-based!</a:t>
          </a:r>
        </a:p>
      </dsp:txBody>
      <dsp:txXfrm>
        <a:off x="0" y="3693411"/>
        <a:ext cx="9922764" cy="6154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23C71-6778-134C-9D96-704DA790A47F}">
      <dsp:nvSpPr>
        <dsp:cNvPr id="0" name=""/>
        <dsp:cNvSpPr/>
      </dsp:nvSpPr>
      <dsp:spPr>
        <a:xfrm>
          <a:off x="0" y="13566"/>
          <a:ext cx="7410689" cy="834228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Context Factors</a:t>
          </a:r>
        </a:p>
      </dsp:txBody>
      <dsp:txXfrm>
        <a:off x="40724" y="54290"/>
        <a:ext cx="7329241" cy="752780"/>
      </dsp:txXfrm>
    </dsp:sp>
    <dsp:sp modelId="{2AC3B9B7-2A50-6748-91A4-3EE32D562D29}">
      <dsp:nvSpPr>
        <dsp:cNvPr id="0" name=""/>
        <dsp:cNvSpPr/>
      </dsp:nvSpPr>
      <dsp:spPr>
        <a:xfrm>
          <a:off x="0" y="847794"/>
          <a:ext cx="741068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28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Availability of basic needs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Experiences of trauma and prolonged stress</a:t>
          </a:r>
        </a:p>
      </dsp:txBody>
      <dsp:txXfrm>
        <a:off x="0" y="847794"/>
        <a:ext cx="7410689" cy="554242"/>
      </dsp:txXfrm>
    </dsp:sp>
    <dsp:sp modelId="{AD219053-08D5-1148-B765-1D860CD80611}">
      <dsp:nvSpPr>
        <dsp:cNvPr id="0" name=""/>
        <dsp:cNvSpPr/>
      </dsp:nvSpPr>
      <dsp:spPr>
        <a:xfrm>
          <a:off x="0" y="1402037"/>
          <a:ext cx="7410689" cy="834228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Language and culture</a:t>
          </a:r>
        </a:p>
      </dsp:txBody>
      <dsp:txXfrm>
        <a:off x="40724" y="1442761"/>
        <a:ext cx="7329241" cy="752780"/>
      </dsp:txXfrm>
    </dsp:sp>
    <dsp:sp modelId="{1A6DC4E9-EAF4-5740-A44F-D17235865103}">
      <dsp:nvSpPr>
        <dsp:cNvPr id="0" name=""/>
        <dsp:cNvSpPr/>
      </dsp:nvSpPr>
      <dsp:spPr>
        <a:xfrm>
          <a:off x="0" y="2236265"/>
          <a:ext cx="741068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28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Assessment in dominant language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Cultural norms and communication expectations</a:t>
          </a:r>
        </a:p>
      </dsp:txBody>
      <dsp:txXfrm>
        <a:off x="0" y="2236265"/>
        <a:ext cx="7410689" cy="554242"/>
      </dsp:txXfrm>
    </dsp:sp>
    <dsp:sp modelId="{E3F419D7-95C3-224D-BB3D-CBBD8A2D3726}">
      <dsp:nvSpPr>
        <dsp:cNvPr id="0" name=""/>
        <dsp:cNvSpPr/>
      </dsp:nvSpPr>
      <dsp:spPr>
        <a:xfrm>
          <a:off x="0" y="2790507"/>
          <a:ext cx="7410689" cy="834228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Opportunity to practice</a:t>
          </a:r>
        </a:p>
      </dsp:txBody>
      <dsp:txXfrm>
        <a:off x="40724" y="2831231"/>
        <a:ext cx="7329241" cy="752780"/>
      </dsp:txXfrm>
    </dsp:sp>
    <dsp:sp modelId="{87DA58C7-D52D-5945-B0FB-BE874D64F299}">
      <dsp:nvSpPr>
        <dsp:cNvPr id="0" name=""/>
        <dsp:cNvSpPr/>
      </dsp:nvSpPr>
      <dsp:spPr>
        <a:xfrm>
          <a:off x="0" y="3685216"/>
          <a:ext cx="7410689" cy="834228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Assessment practices</a:t>
          </a:r>
        </a:p>
      </dsp:txBody>
      <dsp:txXfrm>
        <a:off x="40724" y="3725940"/>
        <a:ext cx="7329241" cy="752780"/>
      </dsp:txXfrm>
    </dsp:sp>
    <dsp:sp modelId="{BF7C7FA6-08AD-774C-9A93-6DD91E1513F7}">
      <dsp:nvSpPr>
        <dsp:cNvPr id="0" name=""/>
        <dsp:cNvSpPr/>
      </dsp:nvSpPr>
      <dsp:spPr>
        <a:xfrm>
          <a:off x="0" y="4519444"/>
          <a:ext cx="741068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28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Multiple sources of information</a:t>
          </a:r>
        </a:p>
      </dsp:txBody>
      <dsp:txXfrm>
        <a:off x="0" y="4519444"/>
        <a:ext cx="7410689" cy="347760"/>
      </dsp:txXfrm>
    </dsp:sp>
    <dsp:sp modelId="{F72C7302-A163-334B-B8D6-F3E1A11A496B}">
      <dsp:nvSpPr>
        <dsp:cNvPr id="0" name=""/>
        <dsp:cNvSpPr/>
      </dsp:nvSpPr>
      <dsp:spPr>
        <a:xfrm>
          <a:off x="0" y="4867204"/>
          <a:ext cx="7410689" cy="834228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Would special education placement pathologize contextual factors?</a:t>
          </a:r>
        </a:p>
      </dsp:txBody>
      <dsp:txXfrm>
        <a:off x="40724" y="4907928"/>
        <a:ext cx="7329241" cy="7527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F6A9A-2C8A-4243-9D09-D7D03A2045C8}">
      <dsp:nvSpPr>
        <dsp:cNvPr id="0" name=""/>
        <dsp:cNvSpPr/>
      </dsp:nvSpPr>
      <dsp:spPr>
        <a:xfrm>
          <a:off x="0" y="34391"/>
          <a:ext cx="8178800" cy="767520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Dyslexia</a:t>
          </a:r>
          <a:endParaRPr lang="en-US" sz="3200" kern="1200"/>
        </a:p>
      </dsp:txBody>
      <dsp:txXfrm>
        <a:off x="37467" y="71858"/>
        <a:ext cx="8103866" cy="692586"/>
      </dsp:txXfrm>
    </dsp:sp>
    <dsp:sp modelId="{9B0CCC2F-C9CB-2F47-8A20-36A8468916AD}">
      <dsp:nvSpPr>
        <dsp:cNvPr id="0" name=""/>
        <dsp:cNvSpPr/>
      </dsp:nvSpPr>
      <dsp:spPr>
        <a:xfrm>
          <a:off x="0" y="894071"/>
          <a:ext cx="8178800" cy="76752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Dyscalculia</a:t>
          </a:r>
          <a:endParaRPr lang="en-US" sz="3200" kern="1200"/>
        </a:p>
      </dsp:txBody>
      <dsp:txXfrm>
        <a:off x="37467" y="931538"/>
        <a:ext cx="8103866" cy="692586"/>
      </dsp:txXfrm>
    </dsp:sp>
    <dsp:sp modelId="{73D1C84E-91F2-954D-8659-399A0CEF8D23}">
      <dsp:nvSpPr>
        <dsp:cNvPr id="0" name=""/>
        <dsp:cNvSpPr/>
      </dsp:nvSpPr>
      <dsp:spPr>
        <a:xfrm>
          <a:off x="0" y="1753751"/>
          <a:ext cx="8178800" cy="76752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Dysgraphia</a:t>
          </a:r>
          <a:endParaRPr lang="en-US" sz="3200" kern="1200"/>
        </a:p>
      </dsp:txBody>
      <dsp:txXfrm>
        <a:off x="37467" y="1791218"/>
        <a:ext cx="8103866" cy="692586"/>
      </dsp:txXfrm>
    </dsp:sp>
    <dsp:sp modelId="{70CF9BD5-6234-A141-AE6C-09BC74A67130}">
      <dsp:nvSpPr>
        <dsp:cNvPr id="0" name=""/>
        <dsp:cNvSpPr/>
      </dsp:nvSpPr>
      <dsp:spPr>
        <a:xfrm>
          <a:off x="0" y="2613431"/>
          <a:ext cx="8178800" cy="767520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Oral/written Language Disorder</a:t>
          </a:r>
          <a:endParaRPr lang="en-US" sz="3200" kern="1200"/>
        </a:p>
      </dsp:txBody>
      <dsp:txXfrm>
        <a:off x="37467" y="2650898"/>
        <a:ext cx="8103866" cy="692586"/>
      </dsp:txXfrm>
    </dsp:sp>
    <dsp:sp modelId="{B60F936A-6CA1-894B-B1F8-776324EF6417}">
      <dsp:nvSpPr>
        <dsp:cNvPr id="0" name=""/>
        <dsp:cNvSpPr/>
      </dsp:nvSpPr>
      <dsp:spPr>
        <a:xfrm>
          <a:off x="0" y="3473111"/>
          <a:ext cx="8178800" cy="767520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Nonverbal Learning Disability</a:t>
          </a:r>
          <a:endParaRPr lang="en-US" sz="3200" kern="1200"/>
        </a:p>
      </dsp:txBody>
      <dsp:txXfrm>
        <a:off x="37467" y="3510578"/>
        <a:ext cx="8103866" cy="6925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EDBC3-3292-7441-8D9D-8B25CD40EF44}">
      <dsp:nvSpPr>
        <dsp:cNvPr id="0" name=""/>
        <dsp:cNvSpPr/>
      </dsp:nvSpPr>
      <dsp:spPr>
        <a:xfrm>
          <a:off x="0" y="70836"/>
          <a:ext cx="10212452" cy="91494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An inability to learn that cannot be explained by intellectual, sensory, or health factors</a:t>
          </a:r>
        </a:p>
      </dsp:txBody>
      <dsp:txXfrm>
        <a:off x="44664" y="115500"/>
        <a:ext cx="10123124" cy="825612"/>
      </dsp:txXfrm>
    </dsp:sp>
    <dsp:sp modelId="{509C770C-A623-7F46-923A-0D930D27EC8F}">
      <dsp:nvSpPr>
        <dsp:cNvPr id="0" name=""/>
        <dsp:cNvSpPr/>
      </dsp:nvSpPr>
      <dsp:spPr>
        <a:xfrm>
          <a:off x="0" y="1052016"/>
          <a:ext cx="10212452" cy="914940"/>
        </a:xfrm>
        <a:prstGeom prst="round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An inability to build or maintain satisfactory interpersonal relationships with peers and teachers</a:t>
          </a:r>
        </a:p>
      </dsp:txBody>
      <dsp:txXfrm>
        <a:off x="44664" y="1096680"/>
        <a:ext cx="10123124" cy="825612"/>
      </dsp:txXfrm>
    </dsp:sp>
    <dsp:sp modelId="{4B218A43-1750-3644-AF93-A12E87AF995F}">
      <dsp:nvSpPr>
        <dsp:cNvPr id="0" name=""/>
        <dsp:cNvSpPr/>
      </dsp:nvSpPr>
      <dsp:spPr>
        <a:xfrm>
          <a:off x="0" y="2033196"/>
          <a:ext cx="10212452" cy="914940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Inappropriate types of behavior or feelings under normal circumstances</a:t>
          </a:r>
        </a:p>
      </dsp:txBody>
      <dsp:txXfrm>
        <a:off x="44664" y="2077860"/>
        <a:ext cx="10123124" cy="825612"/>
      </dsp:txXfrm>
    </dsp:sp>
    <dsp:sp modelId="{3553ED32-17E9-434B-9A77-E22E17858E70}">
      <dsp:nvSpPr>
        <dsp:cNvPr id="0" name=""/>
        <dsp:cNvSpPr/>
      </dsp:nvSpPr>
      <dsp:spPr>
        <a:xfrm>
          <a:off x="0" y="3014377"/>
          <a:ext cx="10212452" cy="91494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 general pervasive mood of unhappiness or depression</a:t>
          </a:r>
        </a:p>
      </dsp:txBody>
      <dsp:txXfrm>
        <a:off x="44664" y="3059041"/>
        <a:ext cx="10123124" cy="825612"/>
      </dsp:txXfrm>
    </dsp:sp>
    <dsp:sp modelId="{A8B1D615-BEA2-DA45-B82E-A8B1E0F7BF0B}">
      <dsp:nvSpPr>
        <dsp:cNvPr id="0" name=""/>
        <dsp:cNvSpPr/>
      </dsp:nvSpPr>
      <dsp:spPr>
        <a:xfrm>
          <a:off x="0" y="3995557"/>
          <a:ext cx="10212452" cy="91494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A tendency to develop physical symptoms or fears associated with personal or school problems</a:t>
          </a:r>
        </a:p>
      </dsp:txBody>
      <dsp:txXfrm>
        <a:off x="44664" y="4040221"/>
        <a:ext cx="10123124" cy="8256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D09A0-ED56-314C-8B15-FB41EF484FD4}">
      <dsp:nvSpPr>
        <dsp:cNvPr id="0" name=""/>
        <dsp:cNvSpPr/>
      </dsp:nvSpPr>
      <dsp:spPr>
        <a:xfrm>
          <a:off x="0" y="8293"/>
          <a:ext cx="9922764" cy="1277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baseline="0" dirty="0"/>
            <a:t>What does this mean?</a:t>
          </a:r>
          <a:endParaRPr lang="en-US" sz="5200" kern="1200" dirty="0"/>
        </a:p>
      </dsp:txBody>
      <dsp:txXfrm>
        <a:off x="62369" y="70662"/>
        <a:ext cx="9798026" cy="115290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30FB7-3471-2646-93EE-5A0498382B66}">
      <dsp:nvSpPr>
        <dsp:cNvPr id="0" name=""/>
        <dsp:cNvSpPr/>
      </dsp:nvSpPr>
      <dsp:spPr>
        <a:xfrm>
          <a:off x="0" y="132186"/>
          <a:ext cx="9922764" cy="3574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“For a long period of time and to a marked degree”</a:t>
          </a:r>
        </a:p>
      </dsp:txBody>
      <dsp:txXfrm>
        <a:off x="174485" y="306671"/>
        <a:ext cx="9573794" cy="322538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24A20-FEA0-074C-9DAD-BD95C663D37A}">
      <dsp:nvSpPr>
        <dsp:cNvPr id="0" name=""/>
        <dsp:cNvSpPr/>
      </dsp:nvSpPr>
      <dsp:spPr>
        <a:xfrm>
          <a:off x="0" y="323819"/>
          <a:ext cx="972546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D417A-DC00-1C4F-93C4-01BCADE06479}">
      <dsp:nvSpPr>
        <dsp:cNvPr id="0" name=""/>
        <dsp:cNvSpPr/>
      </dsp:nvSpPr>
      <dsp:spPr>
        <a:xfrm>
          <a:off x="486273" y="43379"/>
          <a:ext cx="6807824" cy="560879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20" tIns="0" rIns="25732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Trauma vs. ED</a:t>
          </a:r>
        </a:p>
      </dsp:txBody>
      <dsp:txXfrm>
        <a:off x="513653" y="70759"/>
        <a:ext cx="6753064" cy="506119"/>
      </dsp:txXfrm>
    </dsp:sp>
    <dsp:sp modelId="{FE2519C8-E544-8F42-A956-FAEF7FB5BF50}">
      <dsp:nvSpPr>
        <dsp:cNvPr id="0" name=""/>
        <dsp:cNvSpPr/>
      </dsp:nvSpPr>
      <dsp:spPr>
        <a:xfrm>
          <a:off x="0" y="1185659"/>
          <a:ext cx="972546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4A6D9-E3F7-8947-BAA4-E4C374EB611B}">
      <dsp:nvSpPr>
        <dsp:cNvPr id="0" name=""/>
        <dsp:cNvSpPr/>
      </dsp:nvSpPr>
      <dsp:spPr>
        <a:xfrm>
          <a:off x="486273" y="905219"/>
          <a:ext cx="6807824" cy="560879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20" tIns="0" rIns="25732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MH Diagnosis vs. ED</a:t>
          </a:r>
        </a:p>
      </dsp:txBody>
      <dsp:txXfrm>
        <a:off x="513653" y="932599"/>
        <a:ext cx="6753064" cy="506119"/>
      </dsp:txXfrm>
    </dsp:sp>
    <dsp:sp modelId="{A55C354C-8531-0042-8136-DCE169D91DC7}">
      <dsp:nvSpPr>
        <dsp:cNvPr id="0" name=""/>
        <dsp:cNvSpPr/>
      </dsp:nvSpPr>
      <dsp:spPr>
        <a:xfrm>
          <a:off x="0" y="2047499"/>
          <a:ext cx="972546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318DD-2F8A-BC44-878E-106EE8618D25}">
      <dsp:nvSpPr>
        <dsp:cNvPr id="0" name=""/>
        <dsp:cNvSpPr/>
      </dsp:nvSpPr>
      <dsp:spPr>
        <a:xfrm>
          <a:off x="486273" y="1767059"/>
          <a:ext cx="6807824" cy="56087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20" tIns="0" rIns="25732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Special education vs. non-special education support</a:t>
          </a:r>
        </a:p>
      </dsp:txBody>
      <dsp:txXfrm>
        <a:off x="513653" y="1794439"/>
        <a:ext cx="6753064" cy="506119"/>
      </dsp:txXfrm>
    </dsp:sp>
    <dsp:sp modelId="{345AC058-719A-BB45-9363-44958F43F93A}">
      <dsp:nvSpPr>
        <dsp:cNvPr id="0" name=""/>
        <dsp:cNvSpPr/>
      </dsp:nvSpPr>
      <dsp:spPr>
        <a:xfrm>
          <a:off x="0" y="2909338"/>
          <a:ext cx="9725464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804" tIns="395732" rIns="75480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Child who has police contact in community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Protection from punishment and displacement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Child who needs embedded services</a:t>
          </a:r>
        </a:p>
      </dsp:txBody>
      <dsp:txXfrm>
        <a:off x="0" y="2909338"/>
        <a:ext cx="9725464" cy="1436400"/>
      </dsp:txXfrm>
    </dsp:sp>
    <dsp:sp modelId="{E81F31BB-7BE6-5841-B18A-C0F1D7B175CF}">
      <dsp:nvSpPr>
        <dsp:cNvPr id="0" name=""/>
        <dsp:cNvSpPr/>
      </dsp:nvSpPr>
      <dsp:spPr>
        <a:xfrm>
          <a:off x="486273" y="2628899"/>
          <a:ext cx="6807824" cy="560879"/>
        </a:xfrm>
        <a:prstGeom prst="roundRect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320" tIns="0" rIns="25732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Adverse Impact dilemma</a:t>
          </a:r>
        </a:p>
      </dsp:txBody>
      <dsp:txXfrm>
        <a:off x="513653" y="2656279"/>
        <a:ext cx="6753064" cy="506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53C9F-A87D-FD41-92CD-D2FD30F8619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B792B-DE73-F944-AB23-8BBE97CC0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4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B792B-DE73-F944-AB23-8BBE97CC0C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46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9039-7F83-5A45-BE9E-69CDEAAAD5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9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2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6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9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2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2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4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8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5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3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47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9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C99DC-C3C5-4EBE-91DD-345109C3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FDC40-083D-195B-D965-6AC74DD69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516" y="1076635"/>
            <a:ext cx="3930256" cy="3495365"/>
          </a:xfrm>
        </p:spPr>
        <p:txBody>
          <a:bodyPr anchor="t">
            <a:normAutofit/>
          </a:bodyPr>
          <a:lstStyle/>
          <a:p>
            <a:r>
              <a:rPr lang="en-US" sz="4000" dirty="0"/>
              <a:t>SOWK 609B: School social work practice and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14988-0433-9155-7D2F-B8E514F43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940" y="4525682"/>
            <a:ext cx="3638358" cy="1318124"/>
          </a:xfrm>
        </p:spPr>
        <p:txBody>
          <a:bodyPr anchor="b">
            <a:normAutofit fontScale="92500" lnSpcReduction="10000"/>
          </a:bodyPr>
          <a:lstStyle/>
          <a:p>
            <a:r>
              <a:rPr lang="en-US" dirty="0"/>
              <a:t>Session 2</a:t>
            </a:r>
          </a:p>
          <a:p>
            <a:r>
              <a:rPr lang="en-US"/>
              <a:t>Spring 2026</a:t>
            </a:r>
            <a:endParaRPr lang="en-US" dirty="0"/>
          </a:p>
          <a:p>
            <a:r>
              <a:rPr lang="en-US" dirty="0"/>
              <a:t>Binita M. Donohue, LCSW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684" y="118679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93FCD86B-CA95-AACE-270F-DF5DBD5150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50" r="6604" b="2"/>
          <a:stretch/>
        </p:blipFill>
        <p:spPr>
          <a:xfrm>
            <a:off x="5524500" y="1"/>
            <a:ext cx="66675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4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985A-0451-50B6-BB62-A9A9B1A5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Semester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4752B8-7725-217A-8248-B2BB86B47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449835"/>
              </p:ext>
            </p:extLst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7799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6655CEB-B436-5B47-8A2B-8981EC2A73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A46320-6DED-F145-B45B-8658BACDC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1A57B4-44D0-B14D-AC77-32696087C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EC13B2-05BB-BE49-B9EF-14A62434FD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A5F55C-61D1-3F47-8DBB-66183854B7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4153B6-4C20-5149-8686-2C5EFFCB13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CEC1C3-4D52-2043-AEED-9AF12748A5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9F201C-93FE-9943-B976-241845FBD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B130CE-AA97-9046-9778-293BD74BB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E7C1FA-43CC-BF42-9610-0ECC51D745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FABAB2-8643-4140-A2C3-B411F3874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5C397D-F0F2-BF4B-AA4B-EFAF71C22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75D9CA-CB44-6B4F-9EE9-DC581C3904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9BD6EE-A535-CE46-86CA-3F7D5379AE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9A0E05-3548-0D46-8981-31BECC8798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E4444-0A23-7455-C39B-4AD30131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3785596" cy="2042160"/>
          </a:xfrm>
        </p:spPr>
        <p:txBody>
          <a:bodyPr>
            <a:normAutofit/>
          </a:bodyPr>
          <a:lstStyle/>
          <a:p>
            <a:r>
              <a:rPr lang="en-US" sz="4000" dirty="0"/>
              <a:t>Opening Questions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7A869-0707-9608-3FAC-5858382DB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45492"/>
            <a:ext cx="3675826" cy="361676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What developmental age vs. chronological age?</a:t>
            </a:r>
          </a:p>
          <a:p>
            <a:r>
              <a:rPr lang="en-US" sz="2400" dirty="0"/>
              <a:t>How would you define Adaptive Behavior?</a:t>
            </a:r>
          </a:p>
          <a:p>
            <a:r>
              <a:rPr lang="en-US" sz="2400" dirty="0"/>
              <a:t>How would you specifically assess the impact of ”cultural factors” on a child?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4E519DBB-DEB0-5C5D-14A3-D1B626399F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103" b="-1"/>
          <a:stretch/>
        </p:blipFill>
        <p:spPr>
          <a:xfrm>
            <a:off x="5524500" y="10"/>
            <a:ext cx="66675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15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12D1-F9F4-9A46-8FEE-2B637367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217967"/>
            <a:ext cx="8915402" cy="13716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Social Developmental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531FED-CAB2-4234-B043-B34986CEBF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35087" y="1780954"/>
          <a:ext cx="9521825" cy="4391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7373736"/>
      </p:ext>
    </p:extLst>
  </p:cSld>
  <p:clrMapOvr>
    <a:masterClrMapping/>
  </p:clrMapOvr>
  <p:transition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F5F4-6C9E-EF46-BA0C-4C8A496D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cs typeface="Times New Roman" panose="02020603050405020304" pitchFamily="18" charset="0"/>
              </a:rPr>
              <a:t>Components of the Ideal SDS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1F13DC-0767-3AC2-C9F7-C5B85CD1B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286885"/>
              </p:ext>
            </p:extLst>
          </p:nvPr>
        </p:nvGraphicFramePr>
        <p:xfrm>
          <a:off x="1233984" y="1562124"/>
          <a:ext cx="9724031" cy="4667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653795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11DB2-1A89-CFF5-13EE-EC89ADE8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18" y="322990"/>
            <a:ext cx="9922764" cy="1294228"/>
          </a:xfrm>
        </p:spPr>
        <p:txBody>
          <a:bodyPr/>
          <a:lstStyle/>
          <a:p>
            <a:r>
              <a:rPr lang="en-US" dirty="0"/>
              <a:t>SDS Assessment – Sources of Data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7216F5-6E9F-9A6C-4FD0-C1C6DB686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759814"/>
              </p:ext>
            </p:extLst>
          </p:nvPr>
        </p:nvGraphicFramePr>
        <p:xfrm>
          <a:off x="1087438" y="1492469"/>
          <a:ext cx="9923462" cy="4794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3792062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3D3DD4-11D4-A7E9-599A-417830BBF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672374"/>
              </p:ext>
            </p:extLst>
          </p:nvPr>
        </p:nvGraphicFramePr>
        <p:xfrm>
          <a:off x="564559" y="350043"/>
          <a:ext cx="10807701" cy="6157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701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7991C4D-D7D0-7541-86B6-12DA35A8C4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CA2996-F6EC-DB4A-ACC8-3DE7C7740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BC98BF-45B7-FB4D-BE41-AAC2C8E440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49985C-1590-D742-A494-4E08C7A43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043CCD0-CC6B-6348-A50F-2A907F205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724E27-1008-9142-A9EA-79A6F0877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5A06EAF-E849-0344-A5A1-BEB5D67FF6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775031-029B-F844-B0FE-2B2071862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CAF0AC8-DFE6-4B40-9FB8-4F2C2A8F9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959D6F-3D65-3440-98DC-8621D5EA1B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5DEA-FA28-4C70-71AD-3A241C3C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Factors on the SDS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F7B06-EF43-636D-209A-419C5F9E0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057304"/>
              </p:ext>
            </p:extLst>
          </p:nvPr>
        </p:nvGraphicFramePr>
        <p:xfrm>
          <a:off x="1134618" y="1929033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408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C5DC-C020-A77A-9508-7D5A37E3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81" y="629011"/>
            <a:ext cx="10389007" cy="773069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Conclusions/Impressions on the SDS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B12764-BB06-F04F-1DEC-F8B26D4F7E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2381" y="1588899"/>
          <a:ext cx="10728252" cy="4484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283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9177-D780-254B-B148-007E5E45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130224" cy="6311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What is Adaptive Behavior?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32A4E0B-8B67-C0E4-C53A-63DBE39864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152264"/>
              </p:ext>
            </p:extLst>
          </p:nvPr>
        </p:nvGraphicFramePr>
        <p:xfrm>
          <a:off x="1030888" y="1571627"/>
          <a:ext cx="10130224" cy="4515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3172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CA9E-919A-B18B-11ED-9AD14C51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73834"/>
            <a:ext cx="9486900" cy="900332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Methods of assessment 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3BA4DF-D32E-B18D-FD70-797ABFF83B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49682" y="2236763"/>
          <a:ext cx="9725464" cy="3338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933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C9A7-2CFF-504B-AD78-FBEFE65F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8865"/>
            <a:ext cx="10187275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cs typeface="Times New Roman" panose="02020603050405020304" pitchFamily="18" charset="0"/>
              </a:rPr>
              <a:t>Formal vs. Informal Assessment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0E081C-8E48-4644-9000-1F046A12F1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2085" y="203685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331409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EE40-277A-2B43-91DD-F70105DD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85" y="891251"/>
            <a:ext cx="11437255" cy="8156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latin typeface="+mn-lt"/>
                <a:cs typeface="Times New Roman" panose="02020603050405020304" pitchFamily="18" charset="0"/>
              </a:rPr>
              <a:t>Instruments and Checklists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B98937-1400-4581-B8E3-0785905DA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563091"/>
              </p:ext>
            </p:extLst>
          </p:nvPr>
        </p:nvGraphicFramePr>
        <p:xfrm>
          <a:off x="781232" y="1706880"/>
          <a:ext cx="10629535" cy="4085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22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ADB3-A241-3EAD-E581-046B18E7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73834"/>
            <a:ext cx="9486900" cy="900332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Areas to Assess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A01CD2-1934-0BC5-2F58-ECBE51FBFC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49682" y="1974167"/>
          <a:ext cx="9725464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55988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3861BC-8A14-9714-6E56-C1D556C4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786" y="410623"/>
            <a:ext cx="9922764" cy="1294228"/>
          </a:xfrm>
        </p:spPr>
        <p:txBody>
          <a:bodyPr/>
          <a:lstStyle/>
          <a:p>
            <a:r>
              <a:rPr lang="en-US" dirty="0"/>
              <a:t>Vineland Adaptive Behavior Scales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09898-F5D2-FE98-5C18-31383437F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958" y="969811"/>
            <a:ext cx="9156507" cy="59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61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2515-C8FE-CA99-9DB7-3688E3D9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428" y="770890"/>
            <a:ext cx="10654065" cy="1268984"/>
          </a:xfrm>
        </p:spPr>
        <p:txBody>
          <a:bodyPr>
            <a:normAutofit/>
          </a:bodyPr>
          <a:lstStyle/>
          <a:p>
            <a:r>
              <a:rPr lang="en-US" dirty="0"/>
              <a:t>Adaptive Behavior: issues to consider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BC1A4C-81A2-162D-2BF5-D41D34BBA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1620588"/>
              </p:ext>
            </p:extLst>
          </p:nvPr>
        </p:nvGraphicFramePr>
        <p:xfrm>
          <a:off x="969428" y="2039874"/>
          <a:ext cx="10249787" cy="4163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04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2B5C-CAEC-0543-8334-04A0A1E5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000000"/>
                </a:solidFill>
                <a:cs typeface="Times New Roman" panose="02020603050405020304" pitchFamily="18" charset="0"/>
              </a:rPr>
              <a:t>How would the following impact a child’s adaptive behaviors?</a:t>
            </a:r>
            <a:br>
              <a:rPr lang="en-US" sz="4000" dirty="0">
                <a:solidFill>
                  <a:srgbClr val="000000"/>
                </a:solidFill>
                <a:cs typeface="Times New Roman" panose="02020603050405020304" pitchFamily="18" charset="0"/>
              </a:rPr>
            </a:br>
            <a:endParaRPr lang="en-US" sz="4000" dirty="0">
              <a:solidFill>
                <a:srgbClr val="00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1DF433-C50A-49DD-91DB-F00F7E492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606476"/>
              </p:ext>
            </p:extLst>
          </p:nvPr>
        </p:nvGraphicFramePr>
        <p:xfrm>
          <a:off x="838200" y="3526300"/>
          <a:ext cx="10165218" cy="2588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40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B0C0-2B62-54CF-374D-6BADE6D2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624" y="484189"/>
            <a:ext cx="9922764" cy="1294228"/>
          </a:xfrm>
        </p:spPr>
        <p:txBody>
          <a:bodyPr/>
          <a:lstStyle/>
          <a:p>
            <a:r>
              <a:rPr lang="en-US" dirty="0"/>
              <a:t>Documentation of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36CAB4-1059-4F27-4D7E-D567A195B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150315"/>
              </p:ext>
            </p:extLst>
          </p:nvPr>
        </p:nvGraphicFramePr>
        <p:xfrm>
          <a:off x="1134618" y="1604941"/>
          <a:ext cx="9922764" cy="4309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76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27BDC9-FB18-487D-844E-9A6B39F8C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7FC36-4DD7-706A-5E10-27680909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02" y="2717124"/>
            <a:ext cx="3807714" cy="3352789"/>
          </a:xfrm>
        </p:spPr>
        <p:txBody>
          <a:bodyPr anchor="t">
            <a:normAutofit/>
          </a:bodyPr>
          <a:lstStyle/>
          <a:p>
            <a:r>
              <a:rPr lang="en-US" sz="3700" dirty="0"/>
              <a:t>Anti-oppressive Assessment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BE18DF-459C-485A-834C-292AA6BB1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495" y="233762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98AAD3-F6BF-C2DB-DBE6-8B2D8F8577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083910"/>
              </p:ext>
            </p:extLst>
          </p:nvPr>
        </p:nvGraphicFramePr>
        <p:xfrm>
          <a:off x="4209811" y="571500"/>
          <a:ext cx="7410689" cy="571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423520"/>
      </p:ext>
    </p:extLst>
  </p:cSld>
  <p:clrMapOvr>
    <a:masterClrMapping/>
  </p:clrMapOvr>
  <p:transition spd="slow">
    <p:split orient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1702-9AA0-0F6C-657A-95B77CCA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31" y="791911"/>
            <a:ext cx="10650538" cy="829310"/>
          </a:xfrm>
        </p:spPr>
        <p:txBody>
          <a:bodyPr>
            <a:noAutofit/>
          </a:bodyPr>
          <a:lstStyle/>
          <a:p>
            <a:r>
              <a:rPr lang="en-US" dirty="0"/>
              <a:t>Types of Specific Learning Disabilities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018CD4-73EF-58E6-2357-1CC564F9A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161916"/>
              </p:ext>
            </p:extLst>
          </p:nvPr>
        </p:nvGraphicFramePr>
        <p:xfrm>
          <a:off x="1608137" y="1791065"/>
          <a:ext cx="8178800" cy="4275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844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7F88-AB43-FE49-B9D3-46D6AD44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28" y="534375"/>
            <a:ext cx="12019247" cy="6583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/>
              <a:t>Criteria for Emotional Disability  </a:t>
            </a:r>
            <a:r>
              <a:rPr lang="en-US" sz="2000" dirty="0"/>
              <a:t>(IDEA definition)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6A0BB1-22EB-456B-B5E7-650D5CD474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3396" y="1385493"/>
          <a:ext cx="10212452" cy="4981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8823826"/>
      </p:ext>
    </p:extLst>
  </p:cSld>
  <p:clrMapOvr>
    <a:masterClrMapping/>
  </p:clrMapOvr>
  <p:transition>
    <p:wheel spokes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4CCEA65-EE72-4C1F-3C59-3E07B39B2367}"/>
              </a:ext>
            </a:extLst>
          </p:cNvPr>
          <p:cNvGraphicFramePr/>
          <p:nvPr/>
        </p:nvGraphicFramePr>
        <p:xfrm>
          <a:off x="1088136" y="1090245"/>
          <a:ext cx="9922764" cy="129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CC0BF05-4878-5209-9794-1A2D0DF66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889214"/>
              </p:ext>
            </p:extLst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9636883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5004-D04E-0A72-7E24-50D158B3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573771"/>
            <a:ext cx="9486900" cy="900332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Diagnostic Dilemmas for ED Label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A4E3BD-FFC2-81F3-06F8-554A054012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49682" y="1783081"/>
          <a:ext cx="9725464" cy="4389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37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jorn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736</Words>
  <Application>Microsoft Macintosh PowerPoint</Application>
  <PresentationFormat>Widescreen</PresentationFormat>
  <Paragraphs>168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Neue Haas Grotesk Text Pro</vt:lpstr>
      <vt:lpstr>Times New Roman</vt:lpstr>
      <vt:lpstr>Univers</vt:lpstr>
      <vt:lpstr>BjornVTI</vt:lpstr>
      <vt:lpstr>SOWK 609B: School social work practice and policy</vt:lpstr>
      <vt:lpstr>Assignments Semester 2</vt:lpstr>
      <vt:lpstr>Opening Questions</vt:lpstr>
      <vt:lpstr>Social Developmental Study</vt:lpstr>
      <vt:lpstr>Components of the Ideal SDS</vt:lpstr>
      <vt:lpstr>SDS Assessment – Sources of Data</vt:lpstr>
      <vt:lpstr>PowerPoint Presentation</vt:lpstr>
      <vt:lpstr>Cultural Factors on the SDS</vt:lpstr>
      <vt:lpstr>Conclusions/Impressions on the SDS</vt:lpstr>
      <vt:lpstr>What is Adaptive Behavior?</vt:lpstr>
      <vt:lpstr>Methods of assessment </vt:lpstr>
      <vt:lpstr>Formal vs. Informal Assessment</vt:lpstr>
      <vt:lpstr>Instruments and Checklists</vt:lpstr>
      <vt:lpstr>Areas to Assess</vt:lpstr>
      <vt:lpstr>Vineland Adaptive Behavior Scales</vt:lpstr>
      <vt:lpstr>Adaptive Behavior: issues to consider</vt:lpstr>
      <vt:lpstr>How would the following impact a child’s adaptive behaviors? </vt:lpstr>
      <vt:lpstr>Documentation of Evaluation</vt:lpstr>
      <vt:lpstr>Anti-oppressive Assessment</vt:lpstr>
      <vt:lpstr>Types of Specific Learning Disabilities</vt:lpstr>
      <vt:lpstr>Criteria for Emotional Disability  (IDEA definition)</vt:lpstr>
      <vt:lpstr>PowerPoint Presentation</vt:lpstr>
      <vt:lpstr>Diagnostic Dilemmas for ED Label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Binita Donohue</dc:creator>
  <cp:lastModifiedBy>Binita Donohue</cp:lastModifiedBy>
  <cp:revision>27</cp:revision>
  <dcterms:created xsi:type="dcterms:W3CDTF">2025-01-20T17:10:34Z</dcterms:created>
  <dcterms:modified xsi:type="dcterms:W3CDTF">2026-01-20T03:46:31Z</dcterms:modified>
</cp:coreProperties>
</file>
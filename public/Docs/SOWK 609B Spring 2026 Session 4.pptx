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370" r:id="rId3"/>
    <p:sldId id="289" r:id="rId4"/>
    <p:sldId id="369" r:id="rId5"/>
    <p:sldId id="365" r:id="rId6"/>
    <p:sldId id="360" r:id="rId7"/>
    <p:sldId id="302" r:id="rId8"/>
    <p:sldId id="347" r:id="rId9"/>
    <p:sldId id="366" r:id="rId10"/>
    <p:sldId id="367" r:id="rId11"/>
    <p:sldId id="371" r:id="rId12"/>
    <p:sldId id="359" r:id="rId13"/>
    <p:sldId id="321" r:id="rId14"/>
    <p:sldId id="322" r:id="rId15"/>
    <p:sldId id="324" r:id="rId16"/>
    <p:sldId id="323" r:id="rId17"/>
    <p:sldId id="287" r:id="rId18"/>
    <p:sldId id="290" r:id="rId19"/>
    <p:sldId id="368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DF57BF-EA8D-0246-B874-9133B5785EF3}" type="doc">
      <dgm:prSet loTypeId="urn:microsoft.com/office/officeart/2005/8/layout/arrow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124608-9D49-C641-ADD8-1E5D4853AEF2}">
      <dgm:prSet phldrT="[Text]"/>
      <dgm:spPr/>
      <dgm:t>
        <a:bodyPr/>
        <a:lstStyle/>
        <a:p>
          <a:r>
            <a:rPr lang="en-US" dirty="0"/>
            <a:t>Meaningful</a:t>
          </a:r>
        </a:p>
      </dgm:t>
    </dgm:pt>
    <dgm:pt modelId="{06D391FF-6836-9C4D-B4C4-5C5F190273ED}" type="parTrans" cxnId="{FBAFE1C4-6EE5-3A4A-98C4-EB98E97FD824}">
      <dgm:prSet/>
      <dgm:spPr/>
      <dgm:t>
        <a:bodyPr/>
        <a:lstStyle/>
        <a:p>
          <a:endParaRPr lang="en-US"/>
        </a:p>
      </dgm:t>
    </dgm:pt>
    <dgm:pt modelId="{24C042F8-78A9-CA4F-89A7-094E8898E758}" type="sibTrans" cxnId="{FBAFE1C4-6EE5-3A4A-98C4-EB98E97FD824}">
      <dgm:prSet/>
      <dgm:spPr/>
      <dgm:t>
        <a:bodyPr/>
        <a:lstStyle/>
        <a:p>
          <a:endParaRPr lang="en-US"/>
        </a:p>
      </dgm:t>
    </dgm:pt>
    <dgm:pt modelId="{36E45261-DE1B-824E-BAE4-8DFB31E88AFE}">
      <dgm:prSet phldrT="[Text]"/>
      <dgm:spPr/>
      <dgm:t>
        <a:bodyPr/>
        <a:lstStyle/>
        <a:p>
          <a:r>
            <a:rPr lang="en-US" dirty="0"/>
            <a:t>Measurable</a:t>
          </a:r>
        </a:p>
      </dgm:t>
    </dgm:pt>
    <dgm:pt modelId="{8860080A-243E-6E4A-BFD0-9C0C8A4DDF6A}" type="parTrans" cxnId="{198EB8A4-D0B0-464B-B2BC-87B38A996FD0}">
      <dgm:prSet/>
      <dgm:spPr/>
      <dgm:t>
        <a:bodyPr/>
        <a:lstStyle/>
        <a:p>
          <a:endParaRPr lang="en-US"/>
        </a:p>
      </dgm:t>
    </dgm:pt>
    <dgm:pt modelId="{29A131FA-4CDF-A34E-A332-823E670E248C}" type="sibTrans" cxnId="{198EB8A4-D0B0-464B-B2BC-87B38A996FD0}">
      <dgm:prSet/>
      <dgm:spPr/>
      <dgm:t>
        <a:bodyPr/>
        <a:lstStyle/>
        <a:p>
          <a:endParaRPr lang="en-US"/>
        </a:p>
      </dgm:t>
    </dgm:pt>
    <dgm:pt modelId="{C0FC87CB-932E-9640-986C-1D50390C443A}" type="pres">
      <dgm:prSet presAssocID="{B5DF57BF-EA8D-0246-B874-9133B5785EF3}" presName="compositeShape" presStyleCnt="0">
        <dgm:presLayoutVars>
          <dgm:chMax val="2"/>
          <dgm:dir/>
          <dgm:resizeHandles val="exact"/>
        </dgm:presLayoutVars>
      </dgm:prSet>
      <dgm:spPr/>
    </dgm:pt>
    <dgm:pt modelId="{5AB7DF0A-556F-FC49-B4CF-0A15FA605EA8}" type="pres">
      <dgm:prSet presAssocID="{B5DF57BF-EA8D-0246-B874-9133B5785EF3}" presName="ribbon" presStyleLbl="node1" presStyleIdx="0" presStyleCnt="1"/>
      <dgm:spPr/>
    </dgm:pt>
    <dgm:pt modelId="{781DB23B-52C7-AB45-B6E6-E1F3C07DEE28}" type="pres">
      <dgm:prSet presAssocID="{B5DF57BF-EA8D-0246-B874-9133B5785EF3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8F4FE136-2223-4C48-9AD0-6733F08B1029}" type="pres">
      <dgm:prSet presAssocID="{B5DF57BF-EA8D-0246-B874-9133B5785EF3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CD99822-7727-7544-A547-9A77F6C6675F}" type="presOf" srcId="{A2124608-9D49-C641-ADD8-1E5D4853AEF2}" destId="{781DB23B-52C7-AB45-B6E6-E1F3C07DEE28}" srcOrd="0" destOrd="0" presId="urn:microsoft.com/office/officeart/2005/8/layout/arrow6"/>
    <dgm:cxn modelId="{198EB8A4-D0B0-464B-B2BC-87B38A996FD0}" srcId="{B5DF57BF-EA8D-0246-B874-9133B5785EF3}" destId="{36E45261-DE1B-824E-BAE4-8DFB31E88AFE}" srcOrd="1" destOrd="0" parTransId="{8860080A-243E-6E4A-BFD0-9C0C8A4DDF6A}" sibTransId="{29A131FA-4CDF-A34E-A332-823E670E248C}"/>
    <dgm:cxn modelId="{658DE8A8-A6D2-6F43-9A53-02A60CC808A4}" type="presOf" srcId="{B5DF57BF-EA8D-0246-B874-9133B5785EF3}" destId="{C0FC87CB-932E-9640-986C-1D50390C443A}" srcOrd="0" destOrd="0" presId="urn:microsoft.com/office/officeart/2005/8/layout/arrow6"/>
    <dgm:cxn modelId="{FBAFE1C4-6EE5-3A4A-98C4-EB98E97FD824}" srcId="{B5DF57BF-EA8D-0246-B874-9133B5785EF3}" destId="{A2124608-9D49-C641-ADD8-1E5D4853AEF2}" srcOrd="0" destOrd="0" parTransId="{06D391FF-6836-9C4D-B4C4-5C5F190273ED}" sibTransId="{24C042F8-78A9-CA4F-89A7-094E8898E758}"/>
    <dgm:cxn modelId="{9FAED3FB-E39C-2849-A60E-76F1738C80A4}" type="presOf" srcId="{36E45261-DE1B-824E-BAE4-8DFB31E88AFE}" destId="{8F4FE136-2223-4C48-9AD0-6733F08B1029}" srcOrd="0" destOrd="0" presId="urn:microsoft.com/office/officeart/2005/8/layout/arrow6"/>
    <dgm:cxn modelId="{9EA6566F-4289-7C48-9F51-50E687E64E13}" type="presParOf" srcId="{C0FC87CB-932E-9640-986C-1D50390C443A}" destId="{5AB7DF0A-556F-FC49-B4CF-0A15FA605EA8}" srcOrd="0" destOrd="0" presId="urn:microsoft.com/office/officeart/2005/8/layout/arrow6"/>
    <dgm:cxn modelId="{735CAA50-FDF4-6747-8F44-DCE6BD4FD287}" type="presParOf" srcId="{C0FC87CB-932E-9640-986C-1D50390C443A}" destId="{781DB23B-52C7-AB45-B6E6-E1F3C07DEE28}" srcOrd="1" destOrd="0" presId="urn:microsoft.com/office/officeart/2005/8/layout/arrow6"/>
    <dgm:cxn modelId="{883B2CDB-F44A-014C-9136-C77918CF820A}" type="presParOf" srcId="{C0FC87CB-932E-9640-986C-1D50390C443A}" destId="{8F4FE136-2223-4C48-9AD0-6733F08B1029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182F1D-CF74-FA4B-880C-784609AD19C1}" type="doc">
      <dgm:prSet loTypeId="urn:microsoft.com/office/officeart/2005/8/layout/default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ADFD6BA-39EE-E94F-BAA3-2050853BE48B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If a student needs social work services for a limited time…</a:t>
          </a:r>
        </a:p>
      </dgm:t>
    </dgm:pt>
    <dgm:pt modelId="{190671E1-73E2-FA4D-A817-80F627AE1A42}" type="parTrans" cxnId="{A475BB46-20F5-7749-B74A-932CE104FE68}">
      <dgm:prSet/>
      <dgm:spPr/>
      <dgm:t>
        <a:bodyPr/>
        <a:lstStyle/>
        <a:p>
          <a:endParaRPr lang="en-US"/>
        </a:p>
      </dgm:t>
    </dgm:pt>
    <dgm:pt modelId="{445189E3-DC45-744E-8DE1-ECD3D85D82D2}" type="sibTrans" cxnId="{A475BB46-20F5-7749-B74A-932CE104FE68}">
      <dgm:prSet/>
      <dgm:spPr/>
      <dgm:t>
        <a:bodyPr/>
        <a:lstStyle/>
        <a:p>
          <a:endParaRPr lang="en-US"/>
        </a:p>
      </dgm:t>
    </dgm:pt>
    <dgm:pt modelId="{880D9377-45B8-EC49-A6C5-FFA8EAD344D5}" type="pres">
      <dgm:prSet presAssocID="{2A182F1D-CF74-FA4B-880C-784609AD19C1}" presName="diagram" presStyleCnt="0">
        <dgm:presLayoutVars>
          <dgm:dir/>
          <dgm:resizeHandles val="exact"/>
        </dgm:presLayoutVars>
      </dgm:prSet>
      <dgm:spPr/>
    </dgm:pt>
    <dgm:pt modelId="{E9873333-506F-EF4B-82B6-3EF465C8B10F}" type="pres">
      <dgm:prSet presAssocID="{9ADFD6BA-39EE-E94F-BAA3-2050853BE48B}" presName="node" presStyleLbl="node1" presStyleIdx="0" presStyleCnt="1">
        <dgm:presLayoutVars>
          <dgm:bulletEnabled val="1"/>
        </dgm:presLayoutVars>
      </dgm:prSet>
      <dgm:spPr/>
    </dgm:pt>
  </dgm:ptLst>
  <dgm:cxnLst>
    <dgm:cxn modelId="{A475BB46-20F5-7749-B74A-932CE104FE68}" srcId="{2A182F1D-CF74-FA4B-880C-784609AD19C1}" destId="{9ADFD6BA-39EE-E94F-BAA3-2050853BE48B}" srcOrd="0" destOrd="0" parTransId="{190671E1-73E2-FA4D-A817-80F627AE1A42}" sibTransId="{445189E3-DC45-744E-8DE1-ECD3D85D82D2}"/>
    <dgm:cxn modelId="{95376255-B744-1C4F-A6D7-D1553BBF014C}" type="presOf" srcId="{2A182F1D-CF74-FA4B-880C-784609AD19C1}" destId="{880D9377-45B8-EC49-A6C5-FFA8EAD344D5}" srcOrd="0" destOrd="0" presId="urn:microsoft.com/office/officeart/2005/8/layout/default"/>
    <dgm:cxn modelId="{E87F18FD-2D96-D14F-BD4A-47846624A5F0}" type="presOf" srcId="{9ADFD6BA-39EE-E94F-BAA3-2050853BE48B}" destId="{E9873333-506F-EF4B-82B6-3EF465C8B10F}" srcOrd="0" destOrd="0" presId="urn:microsoft.com/office/officeart/2005/8/layout/default"/>
    <dgm:cxn modelId="{AA4DF26A-A344-9149-893D-53F872FE3E27}" type="presParOf" srcId="{880D9377-45B8-EC49-A6C5-FFA8EAD344D5}" destId="{E9873333-506F-EF4B-82B6-3EF465C8B10F}" srcOrd="0" destOrd="0" presId="urn:microsoft.com/office/officeart/2005/8/layout/default"/>
  </dgm:cxnLst>
  <dgm:bg>
    <a:solidFill>
      <a:schemeClr val="accent6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4E6C1F-5593-6342-B654-DBC147AD418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0A32FA-88A1-B745-903D-BFD85089246C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Purpose – To prepare for further education, independent living, employment</a:t>
          </a:r>
        </a:p>
      </dgm:t>
    </dgm:pt>
    <dgm:pt modelId="{7C16EA5E-7F71-4E4E-B131-8D74186DC580}" type="parTrans" cxnId="{E76DEA15-A890-714F-8A11-009031D9914D}">
      <dgm:prSet/>
      <dgm:spPr/>
      <dgm:t>
        <a:bodyPr/>
        <a:lstStyle/>
        <a:p>
          <a:endParaRPr lang="en-US"/>
        </a:p>
      </dgm:t>
    </dgm:pt>
    <dgm:pt modelId="{23B3FF6D-CBD4-7E41-8385-F13EEBF2238F}" type="sibTrans" cxnId="{E76DEA15-A890-714F-8A11-009031D9914D}">
      <dgm:prSet/>
      <dgm:spPr/>
      <dgm:t>
        <a:bodyPr/>
        <a:lstStyle/>
        <a:p>
          <a:endParaRPr lang="en-US"/>
        </a:p>
      </dgm:t>
    </dgm:pt>
    <dgm:pt modelId="{5D25A3BB-2411-8C49-A131-0279654B738C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Present Levels of Performance – goals must be connected to PLOP (PLAFP)</a:t>
          </a:r>
        </a:p>
      </dgm:t>
    </dgm:pt>
    <dgm:pt modelId="{6A539592-F38E-1944-97BF-0E67469FB392}" type="parTrans" cxnId="{9569FF5F-2358-6748-B25F-603F2CC758C2}">
      <dgm:prSet/>
      <dgm:spPr/>
      <dgm:t>
        <a:bodyPr/>
        <a:lstStyle/>
        <a:p>
          <a:endParaRPr lang="en-US"/>
        </a:p>
      </dgm:t>
    </dgm:pt>
    <dgm:pt modelId="{06668B7C-5DD5-7C49-9914-10CD4EB1D69A}" type="sibTrans" cxnId="{9569FF5F-2358-6748-B25F-603F2CC758C2}">
      <dgm:prSet/>
      <dgm:spPr/>
      <dgm:t>
        <a:bodyPr/>
        <a:lstStyle/>
        <a:p>
          <a:endParaRPr lang="en-US"/>
        </a:p>
      </dgm:t>
    </dgm:pt>
    <dgm:pt modelId="{D87C55A7-5956-DB47-8A3B-BED1D029C62C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Essential components</a:t>
          </a:r>
        </a:p>
      </dgm:t>
    </dgm:pt>
    <dgm:pt modelId="{75797EA1-D889-3C4D-AB5D-75722DBAE395}" type="parTrans" cxnId="{F66EB61A-EEC8-524A-AD85-27F4C6B77AEF}">
      <dgm:prSet/>
      <dgm:spPr/>
      <dgm:t>
        <a:bodyPr/>
        <a:lstStyle/>
        <a:p>
          <a:endParaRPr lang="en-US"/>
        </a:p>
      </dgm:t>
    </dgm:pt>
    <dgm:pt modelId="{DD417FBE-AEA0-8E4D-AA77-4788C08E7087}" type="sibTrans" cxnId="{F66EB61A-EEC8-524A-AD85-27F4C6B77AEF}">
      <dgm:prSet/>
      <dgm:spPr/>
      <dgm:t>
        <a:bodyPr/>
        <a:lstStyle/>
        <a:p>
          <a:endParaRPr lang="en-US"/>
        </a:p>
      </dgm:t>
    </dgm:pt>
    <dgm:pt modelId="{8DA12EBB-78DB-074F-BBFA-B6FA68820555}">
      <dgm:prSet/>
      <dgm:spPr/>
      <dgm:t>
        <a:bodyPr/>
        <a:lstStyle/>
        <a:p>
          <a:r>
            <a:rPr lang="en-US"/>
            <a:t>Conditions (Given…a prompt, a redirect, anger, trigger, etc)</a:t>
          </a:r>
        </a:p>
      </dgm:t>
    </dgm:pt>
    <dgm:pt modelId="{EC33EA32-64FF-814E-B085-38F6D0597106}" type="parTrans" cxnId="{18C46FBD-AD38-6344-8AE9-5ACDF93D8A4E}">
      <dgm:prSet/>
      <dgm:spPr/>
      <dgm:t>
        <a:bodyPr/>
        <a:lstStyle/>
        <a:p>
          <a:endParaRPr lang="en-US"/>
        </a:p>
      </dgm:t>
    </dgm:pt>
    <dgm:pt modelId="{CBA14836-11A6-BB4A-9895-47E9169DC6E2}" type="sibTrans" cxnId="{18C46FBD-AD38-6344-8AE9-5ACDF93D8A4E}">
      <dgm:prSet/>
      <dgm:spPr/>
      <dgm:t>
        <a:bodyPr/>
        <a:lstStyle/>
        <a:p>
          <a:endParaRPr lang="en-US"/>
        </a:p>
      </dgm:t>
    </dgm:pt>
    <dgm:pt modelId="{3BCD4155-B3B1-F14A-B968-0CD45E62173B}">
      <dgm:prSet/>
      <dgm:spPr/>
      <dgm:t>
        <a:bodyPr/>
        <a:lstStyle/>
        <a:p>
          <a:r>
            <a:rPr lang="en-US"/>
            <a:t>Criteria to measure</a:t>
          </a:r>
        </a:p>
      </dgm:t>
    </dgm:pt>
    <dgm:pt modelId="{9FF77E91-58D5-0F48-ADC2-60C9A4D7339B}" type="parTrans" cxnId="{84718499-DF1C-834C-AFD3-D047997CBE6A}">
      <dgm:prSet/>
      <dgm:spPr/>
      <dgm:t>
        <a:bodyPr/>
        <a:lstStyle/>
        <a:p>
          <a:endParaRPr lang="en-US"/>
        </a:p>
      </dgm:t>
    </dgm:pt>
    <dgm:pt modelId="{4D6F128D-7F90-E04B-9FBF-2CA68BFE850E}" type="sibTrans" cxnId="{84718499-DF1C-834C-AFD3-D047997CBE6A}">
      <dgm:prSet/>
      <dgm:spPr/>
      <dgm:t>
        <a:bodyPr/>
        <a:lstStyle/>
        <a:p>
          <a:endParaRPr lang="en-US"/>
        </a:p>
      </dgm:t>
    </dgm:pt>
    <dgm:pt modelId="{886A3FF1-BD8C-A040-B558-51673E7E999E}">
      <dgm:prSet/>
      <dgm:spPr/>
      <dgm:t>
        <a:bodyPr/>
        <a:lstStyle/>
        <a:p>
          <a:r>
            <a:rPr lang="en-US"/>
            <a:t>Level of mastery (how generalized)</a:t>
          </a:r>
        </a:p>
      </dgm:t>
    </dgm:pt>
    <dgm:pt modelId="{1B99ACEC-9CF7-0F42-84DE-638BB228DE50}" type="parTrans" cxnId="{23F4CE7C-C5A7-AF4A-AD38-850F14D2B9F3}">
      <dgm:prSet/>
      <dgm:spPr/>
      <dgm:t>
        <a:bodyPr/>
        <a:lstStyle/>
        <a:p>
          <a:endParaRPr lang="en-US"/>
        </a:p>
      </dgm:t>
    </dgm:pt>
    <dgm:pt modelId="{FE302525-938E-7B4B-890D-A8AAFBACEE26}" type="sibTrans" cxnId="{23F4CE7C-C5A7-AF4A-AD38-850F14D2B9F3}">
      <dgm:prSet/>
      <dgm:spPr/>
      <dgm:t>
        <a:bodyPr/>
        <a:lstStyle/>
        <a:p>
          <a:endParaRPr lang="en-US"/>
        </a:p>
      </dgm:t>
    </dgm:pt>
    <dgm:pt modelId="{F8B19FB0-A18A-504B-9D6C-759FC1C5488C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Criteria choices </a:t>
          </a:r>
        </a:p>
      </dgm:t>
    </dgm:pt>
    <dgm:pt modelId="{330DE18A-370E-934E-836B-A515595D31B8}" type="parTrans" cxnId="{AA85EB0C-3A15-C447-B3F9-A2F6B533D144}">
      <dgm:prSet/>
      <dgm:spPr/>
      <dgm:t>
        <a:bodyPr/>
        <a:lstStyle/>
        <a:p>
          <a:endParaRPr lang="en-US"/>
        </a:p>
      </dgm:t>
    </dgm:pt>
    <dgm:pt modelId="{0AE09812-1B35-8743-B885-915A4DE0CD5A}" type="sibTrans" cxnId="{AA85EB0C-3A15-C447-B3F9-A2F6B533D144}">
      <dgm:prSet/>
      <dgm:spPr/>
      <dgm:t>
        <a:bodyPr/>
        <a:lstStyle/>
        <a:p>
          <a:endParaRPr lang="en-US"/>
        </a:p>
      </dgm:t>
    </dgm:pt>
    <dgm:pt modelId="{C36F6B29-9BE5-8F4D-9A7C-60EBD4FF1723}">
      <dgm:prSet/>
      <dgm:spPr/>
      <dgm:t>
        <a:bodyPr/>
        <a:lstStyle/>
        <a:p>
          <a:r>
            <a:rPr lang="en-US"/>
            <a:t>Level or accuracy</a:t>
          </a:r>
        </a:p>
      </dgm:t>
    </dgm:pt>
    <dgm:pt modelId="{98122338-F640-8C47-80CF-0FAF026D5EE1}" type="parTrans" cxnId="{9EF8E9F9-8AE0-7A47-83C3-FC2D8681E1CB}">
      <dgm:prSet/>
      <dgm:spPr/>
      <dgm:t>
        <a:bodyPr/>
        <a:lstStyle/>
        <a:p>
          <a:endParaRPr lang="en-US"/>
        </a:p>
      </dgm:t>
    </dgm:pt>
    <dgm:pt modelId="{AC30BAD7-60E7-254D-BDEA-FD74EAAF3977}" type="sibTrans" cxnId="{9EF8E9F9-8AE0-7A47-83C3-FC2D8681E1CB}">
      <dgm:prSet/>
      <dgm:spPr/>
      <dgm:t>
        <a:bodyPr/>
        <a:lstStyle/>
        <a:p>
          <a:endParaRPr lang="en-US"/>
        </a:p>
      </dgm:t>
    </dgm:pt>
    <dgm:pt modelId="{748E7963-FC75-4143-841A-803DC2287643}">
      <dgm:prSet/>
      <dgm:spPr/>
      <dgm:t>
        <a:bodyPr/>
        <a:lstStyle/>
        <a:p>
          <a:r>
            <a:rPr lang="en-US"/>
            <a:t>Level of assistance</a:t>
          </a:r>
        </a:p>
      </dgm:t>
    </dgm:pt>
    <dgm:pt modelId="{4D4739A1-C2C5-814B-83BB-DC9FAF139DAE}" type="parTrans" cxnId="{4B65770C-FEED-7346-9364-B67733AFA0BC}">
      <dgm:prSet/>
      <dgm:spPr/>
      <dgm:t>
        <a:bodyPr/>
        <a:lstStyle/>
        <a:p>
          <a:endParaRPr lang="en-US"/>
        </a:p>
      </dgm:t>
    </dgm:pt>
    <dgm:pt modelId="{32D07C4B-4012-E948-AB05-F45D1F20A995}" type="sibTrans" cxnId="{4B65770C-FEED-7346-9364-B67733AFA0BC}">
      <dgm:prSet/>
      <dgm:spPr/>
      <dgm:t>
        <a:bodyPr/>
        <a:lstStyle/>
        <a:p>
          <a:endParaRPr lang="en-US"/>
        </a:p>
      </dgm:t>
    </dgm:pt>
    <dgm:pt modelId="{F80E2499-3A0A-A848-A8C5-6E8169B3257D}">
      <dgm:prSet/>
      <dgm:spPr/>
      <dgm:t>
        <a:bodyPr/>
        <a:lstStyle/>
        <a:p>
          <a:r>
            <a:rPr lang="en-US"/>
            <a:t>Level of task understanding</a:t>
          </a:r>
        </a:p>
      </dgm:t>
    </dgm:pt>
    <dgm:pt modelId="{91BFE490-721C-D545-B357-2389A06866EA}" type="parTrans" cxnId="{8C9DFCA5-A8CC-134B-A87D-B1AA7B92B5C3}">
      <dgm:prSet/>
      <dgm:spPr/>
      <dgm:t>
        <a:bodyPr/>
        <a:lstStyle/>
        <a:p>
          <a:endParaRPr lang="en-US"/>
        </a:p>
      </dgm:t>
    </dgm:pt>
    <dgm:pt modelId="{90348B51-F774-2D44-BAF4-9ACF06F3B9DA}" type="sibTrans" cxnId="{8C9DFCA5-A8CC-134B-A87D-B1AA7B92B5C3}">
      <dgm:prSet/>
      <dgm:spPr/>
      <dgm:t>
        <a:bodyPr/>
        <a:lstStyle/>
        <a:p>
          <a:endParaRPr lang="en-US"/>
        </a:p>
      </dgm:t>
    </dgm:pt>
    <dgm:pt modelId="{93AB6BEF-27CD-5247-81E3-42DAA7510492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Every area of need must have a goal</a:t>
          </a:r>
        </a:p>
      </dgm:t>
    </dgm:pt>
    <dgm:pt modelId="{CC3F6E8C-F348-944B-816B-C35814976F32}" type="parTrans" cxnId="{6DA3171D-956B-314A-8FC5-33C5F93B67E4}">
      <dgm:prSet/>
      <dgm:spPr/>
      <dgm:t>
        <a:bodyPr/>
        <a:lstStyle/>
        <a:p>
          <a:endParaRPr lang="en-US"/>
        </a:p>
      </dgm:t>
    </dgm:pt>
    <dgm:pt modelId="{80DAAD74-1354-9F47-984A-76FC01B2954C}" type="sibTrans" cxnId="{6DA3171D-956B-314A-8FC5-33C5F93B67E4}">
      <dgm:prSet/>
      <dgm:spPr/>
      <dgm:t>
        <a:bodyPr/>
        <a:lstStyle/>
        <a:p>
          <a:endParaRPr lang="en-US"/>
        </a:p>
      </dgm:t>
    </dgm:pt>
    <dgm:pt modelId="{EA71C126-CC12-0348-AAD5-E8E09387C699}" type="pres">
      <dgm:prSet presAssocID="{F44E6C1F-5593-6342-B654-DBC147AD4186}" presName="linear" presStyleCnt="0">
        <dgm:presLayoutVars>
          <dgm:animLvl val="lvl"/>
          <dgm:resizeHandles val="exact"/>
        </dgm:presLayoutVars>
      </dgm:prSet>
      <dgm:spPr/>
    </dgm:pt>
    <dgm:pt modelId="{EA6F7822-5483-D043-A9CE-6BA797494573}" type="pres">
      <dgm:prSet presAssocID="{AB0A32FA-88A1-B745-903D-BFD85089246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D674BB-321C-8F47-BE13-A654EAAD3F70}" type="pres">
      <dgm:prSet presAssocID="{23B3FF6D-CBD4-7E41-8385-F13EEBF2238F}" presName="spacer" presStyleCnt="0"/>
      <dgm:spPr/>
    </dgm:pt>
    <dgm:pt modelId="{97F584ED-33EA-914D-A560-D7FD27A55DB9}" type="pres">
      <dgm:prSet presAssocID="{93AB6BEF-27CD-5247-81E3-42DAA751049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DB2EBC8-6EB4-4D40-AB2D-E5FF14ABC673}" type="pres">
      <dgm:prSet presAssocID="{80DAAD74-1354-9F47-984A-76FC01B2954C}" presName="spacer" presStyleCnt="0"/>
      <dgm:spPr/>
    </dgm:pt>
    <dgm:pt modelId="{74BD2F88-6200-7347-A8E5-1CE370F7320A}" type="pres">
      <dgm:prSet presAssocID="{5D25A3BB-2411-8C49-A131-0279654B738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2B75DC3-139B-8A4F-850B-C5ABDC380640}" type="pres">
      <dgm:prSet presAssocID="{06668B7C-5DD5-7C49-9914-10CD4EB1D69A}" presName="spacer" presStyleCnt="0"/>
      <dgm:spPr/>
    </dgm:pt>
    <dgm:pt modelId="{99179D41-4E02-254C-A771-4447C3311317}" type="pres">
      <dgm:prSet presAssocID="{D87C55A7-5956-DB47-8A3B-BED1D029C62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A0BB63-6826-ED44-9B8F-951A17B3B21E}" type="pres">
      <dgm:prSet presAssocID="{D87C55A7-5956-DB47-8A3B-BED1D029C62C}" presName="childText" presStyleLbl="revTx" presStyleIdx="0" presStyleCnt="2">
        <dgm:presLayoutVars>
          <dgm:bulletEnabled val="1"/>
        </dgm:presLayoutVars>
      </dgm:prSet>
      <dgm:spPr/>
    </dgm:pt>
    <dgm:pt modelId="{F108672D-588E-7943-94BC-00B288E379DF}" type="pres">
      <dgm:prSet presAssocID="{F8B19FB0-A18A-504B-9D6C-759FC1C5488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FF298D9-5941-234C-8362-3FA807A7AD66}" type="pres">
      <dgm:prSet presAssocID="{F8B19FB0-A18A-504B-9D6C-759FC1C5488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B65770C-FEED-7346-9364-B67733AFA0BC}" srcId="{F8B19FB0-A18A-504B-9D6C-759FC1C5488C}" destId="{748E7963-FC75-4143-841A-803DC2287643}" srcOrd="1" destOrd="0" parTransId="{4D4739A1-C2C5-814B-83BB-DC9FAF139DAE}" sibTransId="{32D07C4B-4012-E948-AB05-F45D1F20A995}"/>
    <dgm:cxn modelId="{AA85EB0C-3A15-C447-B3F9-A2F6B533D144}" srcId="{F44E6C1F-5593-6342-B654-DBC147AD4186}" destId="{F8B19FB0-A18A-504B-9D6C-759FC1C5488C}" srcOrd="4" destOrd="0" parTransId="{330DE18A-370E-934E-836B-A515595D31B8}" sibTransId="{0AE09812-1B35-8743-B885-915A4DE0CD5A}"/>
    <dgm:cxn modelId="{E76DEA15-A890-714F-8A11-009031D9914D}" srcId="{F44E6C1F-5593-6342-B654-DBC147AD4186}" destId="{AB0A32FA-88A1-B745-903D-BFD85089246C}" srcOrd="0" destOrd="0" parTransId="{7C16EA5E-7F71-4E4E-B131-8D74186DC580}" sibTransId="{23B3FF6D-CBD4-7E41-8385-F13EEBF2238F}"/>
    <dgm:cxn modelId="{5459B619-A92B-7F45-BB01-958CE2FE94F5}" type="presOf" srcId="{93AB6BEF-27CD-5247-81E3-42DAA7510492}" destId="{97F584ED-33EA-914D-A560-D7FD27A55DB9}" srcOrd="0" destOrd="0" presId="urn:microsoft.com/office/officeart/2005/8/layout/vList2"/>
    <dgm:cxn modelId="{F66EB61A-EEC8-524A-AD85-27F4C6B77AEF}" srcId="{F44E6C1F-5593-6342-B654-DBC147AD4186}" destId="{D87C55A7-5956-DB47-8A3B-BED1D029C62C}" srcOrd="3" destOrd="0" parTransId="{75797EA1-D889-3C4D-AB5D-75722DBAE395}" sibTransId="{DD417FBE-AEA0-8E4D-AA77-4788C08E7087}"/>
    <dgm:cxn modelId="{8064CB1C-F84C-404A-B4FF-4A853EECD1B1}" type="presOf" srcId="{F8B19FB0-A18A-504B-9D6C-759FC1C5488C}" destId="{F108672D-588E-7943-94BC-00B288E379DF}" srcOrd="0" destOrd="0" presId="urn:microsoft.com/office/officeart/2005/8/layout/vList2"/>
    <dgm:cxn modelId="{6DA3171D-956B-314A-8FC5-33C5F93B67E4}" srcId="{F44E6C1F-5593-6342-B654-DBC147AD4186}" destId="{93AB6BEF-27CD-5247-81E3-42DAA7510492}" srcOrd="1" destOrd="0" parTransId="{CC3F6E8C-F348-944B-816B-C35814976F32}" sibTransId="{80DAAD74-1354-9F47-984A-76FC01B2954C}"/>
    <dgm:cxn modelId="{BDE3C829-3529-7646-92A0-D36BDD5E925F}" type="presOf" srcId="{D87C55A7-5956-DB47-8A3B-BED1D029C62C}" destId="{99179D41-4E02-254C-A771-4447C3311317}" srcOrd="0" destOrd="0" presId="urn:microsoft.com/office/officeart/2005/8/layout/vList2"/>
    <dgm:cxn modelId="{9569FF5F-2358-6748-B25F-603F2CC758C2}" srcId="{F44E6C1F-5593-6342-B654-DBC147AD4186}" destId="{5D25A3BB-2411-8C49-A131-0279654B738C}" srcOrd="2" destOrd="0" parTransId="{6A539592-F38E-1944-97BF-0E67469FB392}" sibTransId="{06668B7C-5DD5-7C49-9914-10CD4EB1D69A}"/>
    <dgm:cxn modelId="{23F4CE7C-C5A7-AF4A-AD38-850F14D2B9F3}" srcId="{D87C55A7-5956-DB47-8A3B-BED1D029C62C}" destId="{886A3FF1-BD8C-A040-B558-51673E7E999E}" srcOrd="2" destOrd="0" parTransId="{1B99ACEC-9CF7-0F42-84DE-638BB228DE50}" sibTransId="{FE302525-938E-7B4B-890D-A8AAFBACEE26}"/>
    <dgm:cxn modelId="{63EF6381-6523-E34C-B7A1-E8A056D34F0C}" type="presOf" srcId="{5D25A3BB-2411-8C49-A131-0279654B738C}" destId="{74BD2F88-6200-7347-A8E5-1CE370F7320A}" srcOrd="0" destOrd="0" presId="urn:microsoft.com/office/officeart/2005/8/layout/vList2"/>
    <dgm:cxn modelId="{84718499-DF1C-834C-AFD3-D047997CBE6A}" srcId="{D87C55A7-5956-DB47-8A3B-BED1D029C62C}" destId="{3BCD4155-B3B1-F14A-B968-0CD45E62173B}" srcOrd="1" destOrd="0" parTransId="{9FF77E91-58D5-0F48-ADC2-60C9A4D7339B}" sibTransId="{4D6F128D-7F90-E04B-9FBF-2CA68BFE850E}"/>
    <dgm:cxn modelId="{8C9DFCA5-A8CC-134B-A87D-B1AA7B92B5C3}" srcId="{F8B19FB0-A18A-504B-9D6C-759FC1C5488C}" destId="{F80E2499-3A0A-A848-A8C5-6E8169B3257D}" srcOrd="2" destOrd="0" parTransId="{91BFE490-721C-D545-B357-2389A06866EA}" sibTransId="{90348B51-F774-2D44-BAF4-9ACF06F3B9DA}"/>
    <dgm:cxn modelId="{04C09AB0-96C0-FD4B-8CA6-F99C3B1BCD06}" type="presOf" srcId="{F80E2499-3A0A-A848-A8C5-6E8169B3257D}" destId="{7FF298D9-5941-234C-8362-3FA807A7AD66}" srcOrd="0" destOrd="2" presId="urn:microsoft.com/office/officeart/2005/8/layout/vList2"/>
    <dgm:cxn modelId="{1BFD95B6-296B-2E4A-8BC9-D06BC61E5E40}" type="presOf" srcId="{C36F6B29-9BE5-8F4D-9A7C-60EBD4FF1723}" destId="{7FF298D9-5941-234C-8362-3FA807A7AD66}" srcOrd="0" destOrd="0" presId="urn:microsoft.com/office/officeart/2005/8/layout/vList2"/>
    <dgm:cxn modelId="{18C46FBD-AD38-6344-8AE9-5ACDF93D8A4E}" srcId="{D87C55A7-5956-DB47-8A3B-BED1D029C62C}" destId="{8DA12EBB-78DB-074F-BBFA-B6FA68820555}" srcOrd="0" destOrd="0" parTransId="{EC33EA32-64FF-814E-B085-38F6D0597106}" sibTransId="{CBA14836-11A6-BB4A-9895-47E9169DC6E2}"/>
    <dgm:cxn modelId="{932C12C1-6031-D24E-BE12-091506C638F3}" type="presOf" srcId="{3BCD4155-B3B1-F14A-B968-0CD45E62173B}" destId="{CFA0BB63-6826-ED44-9B8F-951A17B3B21E}" srcOrd="0" destOrd="1" presId="urn:microsoft.com/office/officeart/2005/8/layout/vList2"/>
    <dgm:cxn modelId="{AFBA81C5-E494-0547-B0F2-592BDEF76E5E}" type="presOf" srcId="{748E7963-FC75-4143-841A-803DC2287643}" destId="{7FF298D9-5941-234C-8362-3FA807A7AD66}" srcOrd="0" destOrd="1" presId="urn:microsoft.com/office/officeart/2005/8/layout/vList2"/>
    <dgm:cxn modelId="{34BB1EC6-7841-CC48-B345-9D905C6C465D}" type="presOf" srcId="{F44E6C1F-5593-6342-B654-DBC147AD4186}" destId="{EA71C126-CC12-0348-AAD5-E8E09387C699}" srcOrd="0" destOrd="0" presId="urn:microsoft.com/office/officeart/2005/8/layout/vList2"/>
    <dgm:cxn modelId="{095B6CCC-6F7D-454C-AAD1-ACB92B30B339}" type="presOf" srcId="{886A3FF1-BD8C-A040-B558-51673E7E999E}" destId="{CFA0BB63-6826-ED44-9B8F-951A17B3B21E}" srcOrd="0" destOrd="2" presId="urn:microsoft.com/office/officeart/2005/8/layout/vList2"/>
    <dgm:cxn modelId="{923421CE-C50A-9740-BC51-23FD0B547EEE}" type="presOf" srcId="{AB0A32FA-88A1-B745-903D-BFD85089246C}" destId="{EA6F7822-5483-D043-A9CE-6BA797494573}" srcOrd="0" destOrd="0" presId="urn:microsoft.com/office/officeart/2005/8/layout/vList2"/>
    <dgm:cxn modelId="{94109ACF-DDC5-2F45-813D-B7C597827406}" type="presOf" srcId="{8DA12EBB-78DB-074F-BBFA-B6FA68820555}" destId="{CFA0BB63-6826-ED44-9B8F-951A17B3B21E}" srcOrd="0" destOrd="0" presId="urn:microsoft.com/office/officeart/2005/8/layout/vList2"/>
    <dgm:cxn modelId="{9EF8E9F9-8AE0-7A47-83C3-FC2D8681E1CB}" srcId="{F8B19FB0-A18A-504B-9D6C-759FC1C5488C}" destId="{C36F6B29-9BE5-8F4D-9A7C-60EBD4FF1723}" srcOrd="0" destOrd="0" parTransId="{98122338-F640-8C47-80CF-0FAF026D5EE1}" sibTransId="{AC30BAD7-60E7-254D-BDEA-FD74EAAF3977}"/>
    <dgm:cxn modelId="{821A4F8B-8AC1-3B40-96D9-B7FF000CB5E5}" type="presParOf" srcId="{EA71C126-CC12-0348-AAD5-E8E09387C699}" destId="{EA6F7822-5483-D043-A9CE-6BA797494573}" srcOrd="0" destOrd="0" presId="urn:microsoft.com/office/officeart/2005/8/layout/vList2"/>
    <dgm:cxn modelId="{33E27786-1B9B-2F47-ACD2-A373549C3E08}" type="presParOf" srcId="{EA71C126-CC12-0348-AAD5-E8E09387C699}" destId="{86D674BB-321C-8F47-BE13-A654EAAD3F70}" srcOrd="1" destOrd="0" presId="urn:microsoft.com/office/officeart/2005/8/layout/vList2"/>
    <dgm:cxn modelId="{268D813D-0B81-AA4A-AD06-43CBD7D8581D}" type="presParOf" srcId="{EA71C126-CC12-0348-AAD5-E8E09387C699}" destId="{97F584ED-33EA-914D-A560-D7FD27A55DB9}" srcOrd="2" destOrd="0" presId="urn:microsoft.com/office/officeart/2005/8/layout/vList2"/>
    <dgm:cxn modelId="{12CFDC67-F739-8A47-BD24-63869684186F}" type="presParOf" srcId="{EA71C126-CC12-0348-AAD5-E8E09387C699}" destId="{6DB2EBC8-6EB4-4D40-AB2D-E5FF14ABC673}" srcOrd="3" destOrd="0" presId="urn:microsoft.com/office/officeart/2005/8/layout/vList2"/>
    <dgm:cxn modelId="{4B86ECB7-7F1D-A546-A2DE-CFE2F1237093}" type="presParOf" srcId="{EA71C126-CC12-0348-AAD5-E8E09387C699}" destId="{74BD2F88-6200-7347-A8E5-1CE370F7320A}" srcOrd="4" destOrd="0" presId="urn:microsoft.com/office/officeart/2005/8/layout/vList2"/>
    <dgm:cxn modelId="{F132B044-A062-4643-B048-E38CC05F1CED}" type="presParOf" srcId="{EA71C126-CC12-0348-AAD5-E8E09387C699}" destId="{22B75DC3-139B-8A4F-850B-C5ABDC380640}" srcOrd="5" destOrd="0" presId="urn:microsoft.com/office/officeart/2005/8/layout/vList2"/>
    <dgm:cxn modelId="{91BB5B81-43DD-8445-878D-86C9E8876E37}" type="presParOf" srcId="{EA71C126-CC12-0348-AAD5-E8E09387C699}" destId="{99179D41-4E02-254C-A771-4447C3311317}" srcOrd="6" destOrd="0" presId="urn:microsoft.com/office/officeart/2005/8/layout/vList2"/>
    <dgm:cxn modelId="{A258C3E8-599F-564C-B98C-CBC8446AEF94}" type="presParOf" srcId="{EA71C126-CC12-0348-AAD5-E8E09387C699}" destId="{CFA0BB63-6826-ED44-9B8F-951A17B3B21E}" srcOrd="7" destOrd="0" presId="urn:microsoft.com/office/officeart/2005/8/layout/vList2"/>
    <dgm:cxn modelId="{89AF2BD8-FA0E-2642-B50D-7C4DE9B5B0CB}" type="presParOf" srcId="{EA71C126-CC12-0348-AAD5-E8E09387C699}" destId="{F108672D-588E-7943-94BC-00B288E379DF}" srcOrd="8" destOrd="0" presId="urn:microsoft.com/office/officeart/2005/8/layout/vList2"/>
    <dgm:cxn modelId="{E3524545-AD1D-8147-89F6-FBF2271513E3}" type="presParOf" srcId="{EA71C126-CC12-0348-AAD5-E8E09387C699}" destId="{7FF298D9-5941-234C-8362-3FA807A7AD66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DECBE8-DD61-554E-8B06-74DB6C4F513A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4AEB409-48BF-494E-885E-F1BBDDED42D5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b="0" i="0" dirty="0">
              <a:solidFill>
                <a:schemeClr val="tx1"/>
              </a:solidFill>
            </a:rPr>
            <a:t>Given</a:t>
          </a:r>
          <a:r>
            <a:rPr lang="en-US" b="0" i="0" dirty="0"/>
            <a:t> </a:t>
          </a:r>
          <a:r>
            <a:rPr lang="en-US" b="1" i="0" dirty="0">
              <a:solidFill>
                <a:srgbClr val="FF0000"/>
              </a:solidFill>
            </a:rPr>
            <a:t>(situation or task with relevant support)</a:t>
          </a:r>
          <a:r>
            <a:rPr lang="en-US" b="0" i="0" dirty="0"/>
            <a:t>, </a:t>
          </a:r>
          <a:r>
            <a:rPr lang="en-US" b="0" i="0" dirty="0">
              <a:solidFill>
                <a:schemeClr val="tx1"/>
              </a:solidFill>
            </a:rPr>
            <a:t>student will </a:t>
          </a:r>
          <a:r>
            <a:rPr lang="en-US" b="1" i="0" dirty="0">
              <a:solidFill>
                <a:srgbClr val="FF0000"/>
              </a:solidFill>
            </a:rPr>
            <a:t>(what will they do) </a:t>
          </a:r>
          <a:r>
            <a:rPr lang="en-US" b="0" i="0" dirty="0">
              <a:solidFill>
                <a:schemeClr val="tx1"/>
              </a:solidFill>
            </a:rPr>
            <a:t>with</a:t>
          </a:r>
          <a:r>
            <a:rPr lang="en-US" b="0" i="0" dirty="0"/>
            <a:t> </a:t>
          </a:r>
          <a:r>
            <a:rPr lang="en-US" b="1" i="0" dirty="0">
              <a:solidFill>
                <a:srgbClr val="FF0000"/>
              </a:solidFill>
            </a:rPr>
            <a:t>(level of accuracy)</a:t>
          </a:r>
          <a:r>
            <a:rPr lang="en-US" b="0" i="0" dirty="0"/>
            <a:t> </a:t>
          </a:r>
          <a:r>
            <a:rPr lang="en-US" b="0" i="0" dirty="0">
              <a:solidFill>
                <a:schemeClr val="tx1"/>
              </a:solidFill>
            </a:rPr>
            <a:t>in </a:t>
          </a:r>
          <a:r>
            <a:rPr lang="en-US" b="1" i="0" dirty="0">
              <a:solidFill>
                <a:srgbClr val="FF0000"/>
              </a:solidFill>
            </a:rPr>
            <a:t>(number of times until goal is met) </a:t>
          </a:r>
          <a:r>
            <a:rPr lang="en-US" b="0" i="0" dirty="0">
              <a:solidFill>
                <a:schemeClr val="tx1"/>
              </a:solidFill>
            </a:rPr>
            <a:t>as measured by </a:t>
          </a:r>
          <a:r>
            <a:rPr lang="en-US" b="1" i="0" dirty="0">
              <a:solidFill>
                <a:srgbClr val="FF0000"/>
              </a:solidFill>
            </a:rPr>
            <a:t>(criteria student must meet)</a:t>
          </a:r>
          <a:endParaRPr lang="en-US" b="1" dirty="0">
            <a:solidFill>
              <a:srgbClr val="FF0000"/>
            </a:solidFill>
          </a:endParaRPr>
        </a:p>
      </dgm:t>
    </dgm:pt>
    <dgm:pt modelId="{9D64C8A1-F03C-B84D-953B-4D907DCB848F}" type="parTrans" cxnId="{37ED9C24-AF37-154E-8ED4-D409A3C2294F}">
      <dgm:prSet/>
      <dgm:spPr/>
      <dgm:t>
        <a:bodyPr/>
        <a:lstStyle/>
        <a:p>
          <a:endParaRPr lang="en-US"/>
        </a:p>
      </dgm:t>
    </dgm:pt>
    <dgm:pt modelId="{764651D4-9441-6748-BA52-18B977CE6960}" type="sibTrans" cxnId="{37ED9C24-AF37-154E-8ED4-D409A3C2294F}">
      <dgm:prSet/>
      <dgm:spPr/>
      <dgm:t>
        <a:bodyPr/>
        <a:lstStyle/>
        <a:p>
          <a:endParaRPr lang="en-US"/>
        </a:p>
      </dgm:t>
    </dgm:pt>
    <dgm:pt modelId="{B6A4DFB0-3036-B344-899F-8D9B073A02F9}" type="pres">
      <dgm:prSet presAssocID="{6FDECBE8-DD61-554E-8B06-74DB6C4F513A}" presName="linear" presStyleCnt="0">
        <dgm:presLayoutVars>
          <dgm:animLvl val="lvl"/>
          <dgm:resizeHandles val="exact"/>
        </dgm:presLayoutVars>
      </dgm:prSet>
      <dgm:spPr/>
    </dgm:pt>
    <dgm:pt modelId="{608FD55D-0308-CD48-A492-C4DEAC4B8BB8}" type="pres">
      <dgm:prSet presAssocID="{F4AEB409-48BF-494E-885E-F1BBDDED42D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DD4E0F-B16D-3C42-A041-5A941FD4A560}" type="presOf" srcId="{6FDECBE8-DD61-554E-8B06-74DB6C4F513A}" destId="{B6A4DFB0-3036-B344-899F-8D9B073A02F9}" srcOrd="0" destOrd="0" presId="urn:microsoft.com/office/officeart/2005/8/layout/vList2"/>
    <dgm:cxn modelId="{37ED9C24-AF37-154E-8ED4-D409A3C2294F}" srcId="{6FDECBE8-DD61-554E-8B06-74DB6C4F513A}" destId="{F4AEB409-48BF-494E-885E-F1BBDDED42D5}" srcOrd="0" destOrd="0" parTransId="{9D64C8A1-F03C-B84D-953B-4D907DCB848F}" sibTransId="{764651D4-9441-6748-BA52-18B977CE6960}"/>
    <dgm:cxn modelId="{459438DE-5A0E-344E-A05E-2CBE2F222BEF}" type="presOf" srcId="{F4AEB409-48BF-494E-885E-F1BBDDED42D5}" destId="{608FD55D-0308-CD48-A492-C4DEAC4B8BB8}" srcOrd="0" destOrd="0" presId="urn:microsoft.com/office/officeart/2005/8/layout/vList2"/>
    <dgm:cxn modelId="{1C6D1CDB-8194-7B48-A056-B19E788DA565}" type="presParOf" srcId="{B6A4DFB0-3036-B344-899F-8D9B073A02F9}" destId="{608FD55D-0308-CD48-A492-C4DEAC4B8BB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109ACA-EEEA-45B1-8973-AC985CEE12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2CD115-E6C6-4A35-A47C-2AD9D462B76E}">
      <dgm:prSet/>
      <dgm:spPr/>
      <dgm:t>
        <a:bodyPr/>
        <a:lstStyle/>
        <a:p>
          <a:r>
            <a:rPr lang="en-US" b="0" i="0"/>
            <a:t>“in session with social worker”</a:t>
          </a:r>
          <a:endParaRPr lang="en-US"/>
        </a:p>
      </dgm:t>
    </dgm:pt>
    <dgm:pt modelId="{F847A167-E2A3-4E8B-A755-45B85A187587}" type="parTrans" cxnId="{DD35F61E-9FCD-4FA7-A2C3-7FC9C7123FA6}">
      <dgm:prSet/>
      <dgm:spPr/>
      <dgm:t>
        <a:bodyPr/>
        <a:lstStyle/>
        <a:p>
          <a:endParaRPr lang="en-US"/>
        </a:p>
      </dgm:t>
    </dgm:pt>
    <dgm:pt modelId="{AB9A3AB7-0F14-4124-9B78-F5C452974409}" type="sibTrans" cxnId="{DD35F61E-9FCD-4FA7-A2C3-7FC9C7123FA6}">
      <dgm:prSet/>
      <dgm:spPr/>
      <dgm:t>
        <a:bodyPr/>
        <a:lstStyle/>
        <a:p>
          <a:endParaRPr lang="en-US"/>
        </a:p>
      </dgm:t>
    </dgm:pt>
    <dgm:pt modelId="{8813D318-D5EE-4053-A787-2E338CD2171D}">
      <dgm:prSet/>
      <dgm:spPr/>
      <dgm:t>
        <a:bodyPr/>
        <a:lstStyle/>
        <a:p>
          <a:r>
            <a:rPr lang="en-US" b="0" i="0" dirty="0"/>
            <a:t>”in session with social worker and peers”</a:t>
          </a:r>
          <a:endParaRPr lang="en-US" dirty="0"/>
        </a:p>
      </dgm:t>
    </dgm:pt>
    <dgm:pt modelId="{1478007E-27B7-44C2-93B8-B9223D28B4E9}" type="parTrans" cxnId="{6222EA2E-B3B1-41DD-B652-E835186DFD0D}">
      <dgm:prSet/>
      <dgm:spPr/>
      <dgm:t>
        <a:bodyPr/>
        <a:lstStyle/>
        <a:p>
          <a:endParaRPr lang="en-US"/>
        </a:p>
      </dgm:t>
    </dgm:pt>
    <dgm:pt modelId="{C10F1C7D-7940-469B-B336-F5B1759ECAB8}" type="sibTrans" cxnId="{6222EA2E-B3B1-41DD-B652-E835186DFD0D}">
      <dgm:prSet/>
      <dgm:spPr/>
      <dgm:t>
        <a:bodyPr/>
        <a:lstStyle/>
        <a:p>
          <a:endParaRPr lang="en-US"/>
        </a:p>
      </dgm:t>
    </dgm:pt>
    <dgm:pt modelId="{41A8D1C8-7AD1-4EDA-993E-C2634A3FE982}">
      <dgm:prSet/>
      <dgm:spPr/>
      <dgm:t>
        <a:bodyPr/>
        <a:lstStyle/>
        <a:p>
          <a:r>
            <a:rPr lang="en-US" b="0" i="0"/>
            <a:t>“in the _______  environment”</a:t>
          </a:r>
          <a:endParaRPr lang="en-US"/>
        </a:p>
      </dgm:t>
    </dgm:pt>
    <dgm:pt modelId="{A22A6F6F-FDD5-4553-9844-20266AFA2267}" type="parTrans" cxnId="{E7A2C58D-9FC9-4D30-9100-DC3E3434CA00}">
      <dgm:prSet/>
      <dgm:spPr/>
      <dgm:t>
        <a:bodyPr/>
        <a:lstStyle/>
        <a:p>
          <a:endParaRPr lang="en-US"/>
        </a:p>
      </dgm:t>
    </dgm:pt>
    <dgm:pt modelId="{15C2F520-3E28-49F5-948F-2B515369DE0C}" type="sibTrans" cxnId="{E7A2C58D-9FC9-4D30-9100-DC3E3434CA00}">
      <dgm:prSet/>
      <dgm:spPr/>
      <dgm:t>
        <a:bodyPr/>
        <a:lstStyle/>
        <a:p>
          <a:endParaRPr lang="en-US"/>
        </a:p>
      </dgm:t>
    </dgm:pt>
    <dgm:pt modelId="{76F8BF42-8FD0-4CC4-8768-FD43C3F6D7CB}">
      <dgm:prSet/>
      <dgm:spPr/>
      <dgm:t>
        <a:bodyPr/>
        <a:lstStyle/>
        <a:p>
          <a:r>
            <a:rPr lang="en-US" b="0" i="0"/>
            <a:t>“when given a frustrating/anxiety producing situation”</a:t>
          </a:r>
          <a:endParaRPr lang="en-US"/>
        </a:p>
      </dgm:t>
    </dgm:pt>
    <dgm:pt modelId="{4E262064-01E1-468A-AFDE-E4A7DC597885}" type="parTrans" cxnId="{111AA258-F2FB-4B71-BE8F-7FDECB3EE40B}">
      <dgm:prSet/>
      <dgm:spPr/>
      <dgm:t>
        <a:bodyPr/>
        <a:lstStyle/>
        <a:p>
          <a:endParaRPr lang="en-US"/>
        </a:p>
      </dgm:t>
    </dgm:pt>
    <dgm:pt modelId="{C0C0A9EA-42DA-454C-B598-28D150C2A120}" type="sibTrans" cxnId="{111AA258-F2FB-4B71-BE8F-7FDECB3EE40B}">
      <dgm:prSet/>
      <dgm:spPr/>
      <dgm:t>
        <a:bodyPr/>
        <a:lstStyle/>
        <a:p>
          <a:endParaRPr lang="en-US"/>
        </a:p>
      </dgm:t>
    </dgm:pt>
    <dgm:pt modelId="{88C07717-DC37-43EE-BFCA-C5C65B26129E}">
      <dgm:prSet/>
      <dgm:spPr/>
      <dgm:t>
        <a:bodyPr/>
        <a:lstStyle/>
        <a:p>
          <a:r>
            <a:rPr lang="en-US" b="0" i="0" dirty="0"/>
            <a:t>“when presented with a situation (name) will use ______ skill”</a:t>
          </a:r>
          <a:endParaRPr lang="en-US" dirty="0"/>
        </a:p>
      </dgm:t>
    </dgm:pt>
    <dgm:pt modelId="{90412C93-C2FA-4BC6-AB19-2D3C8F139CAC}" type="parTrans" cxnId="{BD4B29D4-9698-47B0-BF90-5C4496026FF6}">
      <dgm:prSet/>
      <dgm:spPr/>
      <dgm:t>
        <a:bodyPr/>
        <a:lstStyle/>
        <a:p>
          <a:endParaRPr lang="en-US"/>
        </a:p>
      </dgm:t>
    </dgm:pt>
    <dgm:pt modelId="{12DC12A1-C2F5-4C2D-B5FD-81CC5C6DE8FE}" type="sibTrans" cxnId="{BD4B29D4-9698-47B0-BF90-5C4496026FF6}">
      <dgm:prSet/>
      <dgm:spPr/>
      <dgm:t>
        <a:bodyPr/>
        <a:lstStyle/>
        <a:p>
          <a:endParaRPr lang="en-US"/>
        </a:p>
      </dgm:t>
    </dgm:pt>
    <dgm:pt modelId="{1C1552E2-D91F-434B-8B48-65A76F0ECF0F}">
      <dgm:prSet/>
      <dgm:spPr/>
      <dgm:t>
        <a:bodyPr/>
        <a:lstStyle/>
        <a:p>
          <a:r>
            <a:rPr lang="en-US" b="0" i="0"/>
            <a:t>“(name) will demonstrate _______ behavior”</a:t>
          </a:r>
          <a:endParaRPr lang="en-US"/>
        </a:p>
      </dgm:t>
    </dgm:pt>
    <dgm:pt modelId="{20367484-58BC-4B25-943F-5DC1F49D4C09}" type="parTrans" cxnId="{D0723A87-8518-4B14-95E8-6947C45DAB7A}">
      <dgm:prSet/>
      <dgm:spPr/>
      <dgm:t>
        <a:bodyPr/>
        <a:lstStyle/>
        <a:p>
          <a:endParaRPr lang="en-US"/>
        </a:p>
      </dgm:t>
    </dgm:pt>
    <dgm:pt modelId="{1C6266A6-C080-43B5-85F2-F9B55F817BC3}" type="sibTrans" cxnId="{D0723A87-8518-4B14-95E8-6947C45DAB7A}">
      <dgm:prSet/>
      <dgm:spPr/>
      <dgm:t>
        <a:bodyPr/>
        <a:lstStyle/>
        <a:p>
          <a:endParaRPr lang="en-US"/>
        </a:p>
      </dgm:t>
    </dgm:pt>
    <dgm:pt modelId="{3F724E83-067B-4E67-8E25-CE98C2F81C87}" type="pres">
      <dgm:prSet presAssocID="{A9109ACA-EEEA-45B1-8973-AC985CEE12AF}" presName="root" presStyleCnt="0">
        <dgm:presLayoutVars>
          <dgm:dir/>
          <dgm:resizeHandles val="exact"/>
        </dgm:presLayoutVars>
      </dgm:prSet>
      <dgm:spPr/>
    </dgm:pt>
    <dgm:pt modelId="{C5F6F2A4-0B4D-4F2B-BCFC-8052C1A97236}" type="pres">
      <dgm:prSet presAssocID="{5B2CD115-E6C6-4A35-A47C-2AD9D462B76E}" presName="compNode" presStyleCnt="0"/>
      <dgm:spPr/>
    </dgm:pt>
    <dgm:pt modelId="{CAF10E2E-F3D8-4B7D-A43B-3E00AC4AE171}" type="pres">
      <dgm:prSet presAssocID="{5B2CD115-E6C6-4A35-A47C-2AD9D462B76E}" presName="bgRect" presStyleLbl="bgShp" presStyleIdx="0" presStyleCnt="6"/>
      <dgm:spPr/>
    </dgm:pt>
    <dgm:pt modelId="{0B8BD5BE-483A-42AC-8AC8-C79EF6833ED9}" type="pres">
      <dgm:prSet presAssocID="{5B2CD115-E6C6-4A35-A47C-2AD9D462B76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7E104A11-9E97-4B8C-8509-CFB3DF7A3954}" type="pres">
      <dgm:prSet presAssocID="{5B2CD115-E6C6-4A35-A47C-2AD9D462B76E}" presName="spaceRect" presStyleCnt="0"/>
      <dgm:spPr/>
    </dgm:pt>
    <dgm:pt modelId="{10D7A9E5-ED2A-4CB6-B12D-938EDE7A811C}" type="pres">
      <dgm:prSet presAssocID="{5B2CD115-E6C6-4A35-A47C-2AD9D462B76E}" presName="parTx" presStyleLbl="revTx" presStyleIdx="0" presStyleCnt="6">
        <dgm:presLayoutVars>
          <dgm:chMax val="0"/>
          <dgm:chPref val="0"/>
        </dgm:presLayoutVars>
      </dgm:prSet>
      <dgm:spPr/>
    </dgm:pt>
    <dgm:pt modelId="{D38904FC-E845-43C3-8D87-7FE3EDCE6B3B}" type="pres">
      <dgm:prSet presAssocID="{AB9A3AB7-0F14-4124-9B78-F5C452974409}" presName="sibTrans" presStyleCnt="0"/>
      <dgm:spPr/>
    </dgm:pt>
    <dgm:pt modelId="{1C60B420-A544-4291-B76D-944BE30B4E04}" type="pres">
      <dgm:prSet presAssocID="{8813D318-D5EE-4053-A787-2E338CD2171D}" presName="compNode" presStyleCnt="0"/>
      <dgm:spPr/>
    </dgm:pt>
    <dgm:pt modelId="{B45129E3-9DF3-4109-ADEA-FE487AC886ED}" type="pres">
      <dgm:prSet presAssocID="{8813D318-D5EE-4053-A787-2E338CD2171D}" presName="bgRect" presStyleLbl="bgShp" presStyleIdx="1" presStyleCnt="6"/>
      <dgm:spPr/>
    </dgm:pt>
    <dgm:pt modelId="{604F9AD7-5262-4F55-B738-DBD94C9784DA}" type="pres">
      <dgm:prSet presAssocID="{8813D318-D5EE-4053-A787-2E338CD2171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194D85CB-AFC9-4B5B-8A00-C31FC1F4F61D}" type="pres">
      <dgm:prSet presAssocID="{8813D318-D5EE-4053-A787-2E338CD2171D}" presName="spaceRect" presStyleCnt="0"/>
      <dgm:spPr/>
    </dgm:pt>
    <dgm:pt modelId="{2E70CF71-054C-4042-ABD9-F6C8DF340965}" type="pres">
      <dgm:prSet presAssocID="{8813D318-D5EE-4053-A787-2E338CD2171D}" presName="parTx" presStyleLbl="revTx" presStyleIdx="1" presStyleCnt="6">
        <dgm:presLayoutVars>
          <dgm:chMax val="0"/>
          <dgm:chPref val="0"/>
        </dgm:presLayoutVars>
      </dgm:prSet>
      <dgm:spPr/>
    </dgm:pt>
    <dgm:pt modelId="{E75A0913-2B40-4629-AEC6-280AAAD502AF}" type="pres">
      <dgm:prSet presAssocID="{C10F1C7D-7940-469B-B336-F5B1759ECAB8}" presName="sibTrans" presStyleCnt="0"/>
      <dgm:spPr/>
    </dgm:pt>
    <dgm:pt modelId="{00FD9A32-C187-4784-BE72-16D2917250CA}" type="pres">
      <dgm:prSet presAssocID="{41A8D1C8-7AD1-4EDA-993E-C2634A3FE982}" presName="compNode" presStyleCnt="0"/>
      <dgm:spPr/>
    </dgm:pt>
    <dgm:pt modelId="{E0462662-7650-457A-817B-57F95B86F73B}" type="pres">
      <dgm:prSet presAssocID="{41A8D1C8-7AD1-4EDA-993E-C2634A3FE982}" presName="bgRect" presStyleLbl="bgShp" presStyleIdx="2" presStyleCnt="6"/>
      <dgm:spPr/>
    </dgm:pt>
    <dgm:pt modelId="{E151E24E-3D37-46C3-AA00-702B19D5A9C1}" type="pres">
      <dgm:prSet presAssocID="{41A8D1C8-7AD1-4EDA-993E-C2634A3FE98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AE908D-A51A-46DF-8076-4CBC1203FB45}" type="pres">
      <dgm:prSet presAssocID="{41A8D1C8-7AD1-4EDA-993E-C2634A3FE982}" presName="spaceRect" presStyleCnt="0"/>
      <dgm:spPr/>
    </dgm:pt>
    <dgm:pt modelId="{65EAE06D-FDAB-44DF-B0E1-120E07A36FF5}" type="pres">
      <dgm:prSet presAssocID="{41A8D1C8-7AD1-4EDA-993E-C2634A3FE982}" presName="parTx" presStyleLbl="revTx" presStyleIdx="2" presStyleCnt="6">
        <dgm:presLayoutVars>
          <dgm:chMax val="0"/>
          <dgm:chPref val="0"/>
        </dgm:presLayoutVars>
      </dgm:prSet>
      <dgm:spPr/>
    </dgm:pt>
    <dgm:pt modelId="{FFC75751-0F57-4BE9-B0BA-D1D3137E45B3}" type="pres">
      <dgm:prSet presAssocID="{15C2F520-3E28-49F5-948F-2B515369DE0C}" presName="sibTrans" presStyleCnt="0"/>
      <dgm:spPr/>
    </dgm:pt>
    <dgm:pt modelId="{85A17B1F-78CB-4FB6-899A-310AEB5C36D3}" type="pres">
      <dgm:prSet presAssocID="{76F8BF42-8FD0-4CC4-8768-FD43C3F6D7CB}" presName="compNode" presStyleCnt="0"/>
      <dgm:spPr/>
    </dgm:pt>
    <dgm:pt modelId="{37249D10-7E3C-4059-99BB-2B8717A18878}" type="pres">
      <dgm:prSet presAssocID="{76F8BF42-8FD0-4CC4-8768-FD43C3F6D7CB}" presName="bgRect" presStyleLbl="bgShp" presStyleIdx="3" presStyleCnt="6"/>
      <dgm:spPr/>
    </dgm:pt>
    <dgm:pt modelId="{7CCFBB46-FF78-438D-BFBE-938FECEFA57A}" type="pres">
      <dgm:prSet presAssocID="{76F8BF42-8FD0-4CC4-8768-FD43C3F6D7C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9F6FF56B-678A-4BD3-AB68-AFB65817DA41}" type="pres">
      <dgm:prSet presAssocID="{76F8BF42-8FD0-4CC4-8768-FD43C3F6D7CB}" presName="spaceRect" presStyleCnt="0"/>
      <dgm:spPr/>
    </dgm:pt>
    <dgm:pt modelId="{E491CED5-4F65-47F9-838E-56C8B93B3477}" type="pres">
      <dgm:prSet presAssocID="{76F8BF42-8FD0-4CC4-8768-FD43C3F6D7CB}" presName="parTx" presStyleLbl="revTx" presStyleIdx="3" presStyleCnt="6">
        <dgm:presLayoutVars>
          <dgm:chMax val="0"/>
          <dgm:chPref val="0"/>
        </dgm:presLayoutVars>
      </dgm:prSet>
      <dgm:spPr/>
    </dgm:pt>
    <dgm:pt modelId="{3D2CEDBC-FBA2-4F32-8DD7-3F02D9E57A72}" type="pres">
      <dgm:prSet presAssocID="{C0C0A9EA-42DA-454C-B598-28D150C2A120}" presName="sibTrans" presStyleCnt="0"/>
      <dgm:spPr/>
    </dgm:pt>
    <dgm:pt modelId="{334EF38F-0BD9-478C-9E1B-E4773A5433BE}" type="pres">
      <dgm:prSet presAssocID="{88C07717-DC37-43EE-BFCA-C5C65B26129E}" presName="compNode" presStyleCnt="0"/>
      <dgm:spPr/>
    </dgm:pt>
    <dgm:pt modelId="{DDAEB41B-C97A-44D1-A42F-734B75DCF643}" type="pres">
      <dgm:prSet presAssocID="{88C07717-DC37-43EE-BFCA-C5C65B26129E}" presName="bgRect" presStyleLbl="bgShp" presStyleIdx="4" presStyleCnt="6"/>
      <dgm:spPr/>
    </dgm:pt>
    <dgm:pt modelId="{39B3BE9A-3D9B-4E58-BFE9-1C243480EF36}" type="pres">
      <dgm:prSet presAssocID="{88C07717-DC37-43EE-BFCA-C5C65B26129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rseshoe"/>
        </a:ext>
      </dgm:extLst>
    </dgm:pt>
    <dgm:pt modelId="{844ADBC9-34B7-4C21-8559-E66B6416D14E}" type="pres">
      <dgm:prSet presAssocID="{88C07717-DC37-43EE-BFCA-C5C65B26129E}" presName="spaceRect" presStyleCnt="0"/>
      <dgm:spPr/>
    </dgm:pt>
    <dgm:pt modelId="{05321205-76ED-4911-92CE-E87E8D6518C6}" type="pres">
      <dgm:prSet presAssocID="{88C07717-DC37-43EE-BFCA-C5C65B26129E}" presName="parTx" presStyleLbl="revTx" presStyleIdx="4" presStyleCnt="6">
        <dgm:presLayoutVars>
          <dgm:chMax val="0"/>
          <dgm:chPref val="0"/>
        </dgm:presLayoutVars>
      </dgm:prSet>
      <dgm:spPr/>
    </dgm:pt>
    <dgm:pt modelId="{02927A8D-721A-426B-9FC3-05A758C99E93}" type="pres">
      <dgm:prSet presAssocID="{12DC12A1-C2F5-4C2D-B5FD-81CC5C6DE8FE}" presName="sibTrans" presStyleCnt="0"/>
      <dgm:spPr/>
    </dgm:pt>
    <dgm:pt modelId="{0EDF5213-D2D5-4B4D-8EBF-A06ECFE4AB8B}" type="pres">
      <dgm:prSet presAssocID="{1C1552E2-D91F-434B-8B48-65A76F0ECF0F}" presName="compNode" presStyleCnt="0"/>
      <dgm:spPr/>
    </dgm:pt>
    <dgm:pt modelId="{41BEFA60-5779-4463-B67F-A62C5C35A495}" type="pres">
      <dgm:prSet presAssocID="{1C1552E2-D91F-434B-8B48-65A76F0ECF0F}" presName="bgRect" presStyleLbl="bgShp" presStyleIdx="5" presStyleCnt="6"/>
      <dgm:spPr/>
    </dgm:pt>
    <dgm:pt modelId="{4D78F2ED-8CA6-4E0E-8A7B-C3D90B28947A}" type="pres">
      <dgm:prSet presAssocID="{1C1552E2-D91F-434B-8B48-65A76F0ECF0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215CEBF7-A347-4C1C-8C2C-BA3833F1637D}" type="pres">
      <dgm:prSet presAssocID="{1C1552E2-D91F-434B-8B48-65A76F0ECF0F}" presName="spaceRect" presStyleCnt="0"/>
      <dgm:spPr/>
    </dgm:pt>
    <dgm:pt modelId="{8437FF63-AB9F-4BF2-8A72-C82CF112B9CD}" type="pres">
      <dgm:prSet presAssocID="{1C1552E2-D91F-434B-8B48-65A76F0ECF0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F5C6A10-BEF3-4FD6-846B-2CF80ED40380}" type="presOf" srcId="{5B2CD115-E6C6-4A35-A47C-2AD9D462B76E}" destId="{10D7A9E5-ED2A-4CB6-B12D-938EDE7A811C}" srcOrd="0" destOrd="0" presId="urn:microsoft.com/office/officeart/2018/2/layout/IconVerticalSolidList"/>
    <dgm:cxn modelId="{DD35F61E-9FCD-4FA7-A2C3-7FC9C7123FA6}" srcId="{A9109ACA-EEEA-45B1-8973-AC985CEE12AF}" destId="{5B2CD115-E6C6-4A35-A47C-2AD9D462B76E}" srcOrd="0" destOrd="0" parTransId="{F847A167-E2A3-4E8B-A755-45B85A187587}" sibTransId="{AB9A3AB7-0F14-4124-9B78-F5C452974409}"/>
    <dgm:cxn modelId="{6222EA2E-B3B1-41DD-B652-E835186DFD0D}" srcId="{A9109ACA-EEEA-45B1-8973-AC985CEE12AF}" destId="{8813D318-D5EE-4053-A787-2E338CD2171D}" srcOrd="1" destOrd="0" parTransId="{1478007E-27B7-44C2-93B8-B9223D28B4E9}" sibTransId="{C10F1C7D-7940-469B-B336-F5B1759ECAB8}"/>
    <dgm:cxn modelId="{99519737-F7A2-4D40-B611-CE2965C2E8D7}" type="presOf" srcId="{41A8D1C8-7AD1-4EDA-993E-C2634A3FE982}" destId="{65EAE06D-FDAB-44DF-B0E1-120E07A36FF5}" srcOrd="0" destOrd="0" presId="urn:microsoft.com/office/officeart/2018/2/layout/IconVerticalSolidList"/>
    <dgm:cxn modelId="{111AA258-F2FB-4B71-BE8F-7FDECB3EE40B}" srcId="{A9109ACA-EEEA-45B1-8973-AC985CEE12AF}" destId="{76F8BF42-8FD0-4CC4-8768-FD43C3F6D7CB}" srcOrd="3" destOrd="0" parTransId="{4E262064-01E1-468A-AFDE-E4A7DC597885}" sibTransId="{C0C0A9EA-42DA-454C-B598-28D150C2A120}"/>
    <dgm:cxn modelId="{D0723A87-8518-4B14-95E8-6947C45DAB7A}" srcId="{A9109ACA-EEEA-45B1-8973-AC985CEE12AF}" destId="{1C1552E2-D91F-434B-8B48-65A76F0ECF0F}" srcOrd="5" destOrd="0" parTransId="{20367484-58BC-4B25-943F-5DC1F49D4C09}" sibTransId="{1C6266A6-C080-43B5-85F2-F9B55F817BC3}"/>
    <dgm:cxn modelId="{E7A2C58D-9FC9-4D30-9100-DC3E3434CA00}" srcId="{A9109ACA-EEEA-45B1-8973-AC985CEE12AF}" destId="{41A8D1C8-7AD1-4EDA-993E-C2634A3FE982}" srcOrd="2" destOrd="0" parTransId="{A22A6F6F-FDD5-4553-9844-20266AFA2267}" sibTransId="{15C2F520-3E28-49F5-948F-2B515369DE0C}"/>
    <dgm:cxn modelId="{05451F93-6CE8-4B7A-A4E2-5FB3EB3BEE7D}" type="presOf" srcId="{8813D318-D5EE-4053-A787-2E338CD2171D}" destId="{2E70CF71-054C-4042-ABD9-F6C8DF340965}" srcOrd="0" destOrd="0" presId="urn:microsoft.com/office/officeart/2018/2/layout/IconVerticalSolidList"/>
    <dgm:cxn modelId="{A8BE27A5-DE24-49EF-8F3F-591EEEE06B76}" type="presOf" srcId="{A9109ACA-EEEA-45B1-8973-AC985CEE12AF}" destId="{3F724E83-067B-4E67-8E25-CE98C2F81C87}" srcOrd="0" destOrd="0" presId="urn:microsoft.com/office/officeart/2018/2/layout/IconVerticalSolidList"/>
    <dgm:cxn modelId="{724FD0B0-8102-4054-9C93-711781B2CD99}" type="presOf" srcId="{88C07717-DC37-43EE-BFCA-C5C65B26129E}" destId="{05321205-76ED-4911-92CE-E87E8D6518C6}" srcOrd="0" destOrd="0" presId="urn:microsoft.com/office/officeart/2018/2/layout/IconVerticalSolidList"/>
    <dgm:cxn modelId="{BD4B29D4-9698-47B0-BF90-5C4496026FF6}" srcId="{A9109ACA-EEEA-45B1-8973-AC985CEE12AF}" destId="{88C07717-DC37-43EE-BFCA-C5C65B26129E}" srcOrd="4" destOrd="0" parTransId="{90412C93-C2FA-4BC6-AB19-2D3C8F139CAC}" sibTransId="{12DC12A1-C2F5-4C2D-B5FD-81CC5C6DE8FE}"/>
    <dgm:cxn modelId="{8B1CB3F7-7103-4FBE-97EF-50D0B72EBB32}" type="presOf" srcId="{76F8BF42-8FD0-4CC4-8768-FD43C3F6D7CB}" destId="{E491CED5-4F65-47F9-838E-56C8B93B3477}" srcOrd="0" destOrd="0" presId="urn:microsoft.com/office/officeart/2018/2/layout/IconVerticalSolidList"/>
    <dgm:cxn modelId="{E70971FD-EFA0-4323-9E95-ADBEB9138C3D}" type="presOf" srcId="{1C1552E2-D91F-434B-8B48-65A76F0ECF0F}" destId="{8437FF63-AB9F-4BF2-8A72-C82CF112B9CD}" srcOrd="0" destOrd="0" presId="urn:microsoft.com/office/officeart/2018/2/layout/IconVerticalSolidList"/>
    <dgm:cxn modelId="{0D246448-F097-4D33-991F-AF3C59E88527}" type="presParOf" srcId="{3F724E83-067B-4E67-8E25-CE98C2F81C87}" destId="{C5F6F2A4-0B4D-4F2B-BCFC-8052C1A97236}" srcOrd="0" destOrd="0" presId="urn:microsoft.com/office/officeart/2018/2/layout/IconVerticalSolidList"/>
    <dgm:cxn modelId="{5E42F7D8-E7F1-4EF8-B50B-47345CD3CECA}" type="presParOf" srcId="{C5F6F2A4-0B4D-4F2B-BCFC-8052C1A97236}" destId="{CAF10E2E-F3D8-4B7D-A43B-3E00AC4AE171}" srcOrd="0" destOrd="0" presId="urn:microsoft.com/office/officeart/2018/2/layout/IconVerticalSolidList"/>
    <dgm:cxn modelId="{E8AFFA87-B6A3-40C1-AB94-DB052AFA7603}" type="presParOf" srcId="{C5F6F2A4-0B4D-4F2B-BCFC-8052C1A97236}" destId="{0B8BD5BE-483A-42AC-8AC8-C79EF6833ED9}" srcOrd="1" destOrd="0" presId="urn:microsoft.com/office/officeart/2018/2/layout/IconVerticalSolidList"/>
    <dgm:cxn modelId="{F63E5307-EB98-46BD-9A1F-CE64895F1C45}" type="presParOf" srcId="{C5F6F2A4-0B4D-4F2B-BCFC-8052C1A97236}" destId="{7E104A11-9E97-4B8C-8509-CFB3DF7A3954}" srcOrd="2" destOrd="0" presId="urn:microsoft.com/office/officeart/2018/2/layout/IconVerticalSolidList"/>
    <dgm:cxn modelId="{A9015ACB-98B2-4E16-A5B3-1B1C84FA3645}" type="presParOf" srcId="{C5F6F2A4-0B4D-4F2B-BCFC-8052C1A97236}" destId="{10D7A9E5-ED2A-4CB6-B12D-938EDE7A811C}" srcOrd="3" destOrd="0" presId="urn:microsoft.com/office/officeart/2018/2/layout/IconVerticalSolidList"/>
    <dgm:cxn modelId="{DAE31FB6-B1EF-4229-BE89-6A557CE79387}" type="presParOf" srcId="{3F724E83-067B-4E67-8E25-CE98C2F81C87}" destId="{D38904FC-E845-43C3-8D87-7FE3EDCE6B3B}" srcOrd="1" destOrd="0" presId="urn:microsoft.com/office/officeart/2018/2/layout/IconVerticalSolidList"/>
    <dgm:cxn modelId="{96E45504-F32A-45E7-812A-15720225A511}" type="presParOf" srcId="{3F724E83-067B-4E67-8E25-CE98C2F81C87}" destId="{1C60B420-A544-4291-B76D-944BE30B4E04}" srcOrd="2" destOrd="0" presId="urn:microsoft.com/office/officeart/2018/2/layout/IconVerticalSolidList"/>
    <dgm:cxn modelId="{B77AE718-2A8D-47A4-A600-77766C7AD8B0}" type="presParOf" srcId="{1C60B420-A544-4291-B76D-944BE30B4E04}" destId="{B45129E3-9DF3-4109-ADEA-FE487AC886ED}" srcOrd="0" destOrd="0" presId="urn:microsoft.com/office/officeart/2018/2/layout/IconVerticalSolidList"/>
    <dgm:cxn modelId="{A012E500-110E-4A00-9768-D04442306A13}" type="presParOf" srcId="{1C60B420-A544-4291-B76D-944BE30B4E04}" destId="{604F9AD7-5262-4F55-B738-DBD94C9784DA}" srcOrd="1" destOrd="0" presId="urn:microsoft.com/office/officeart/2018/2/layout/IconVerticalSolidList"/>
    <dgm:cxn modelId="{B9431195-00FC-4EDB-9DBA-5CAB0F52A435}" type="presParOf" srcId="{1C60B420-A544-4291-B76D-944BE30B4E04}" destId="{194D85CB-AFC9-4B5B-8A00-C31FC1F4F61D}" srcOrd="2" destOrd="0" presId="urn:microsoft.com/office/officeart/2018/2/layout/IconVerticalSolidList"/>
    <dgm:cxn modelId="{5ED457DB-AB1F-40F2-949E-4E0A5C3CA777}" type="presParOf" srcId="{1C60B420-A544-4291-B76D-944BE30B4E04}" destId="{2E70CF71-054C-4042-ABD9-F6C8DF340965}" srcOrd="3" destOrd="0" presId="urn:microsoft.com/office/officeart/2018/2/layout/IconVerticalSolidList"/>
    <dgm:cxn modelId="{86C2F4AE-1BD5-43C9-8B0F-1B4F6968D2C0}" type="presParOf" srcId="{3F724E83-067B-4E67-8E25-CE98C2F81C87}" destId="{E75A0913-2B40-4629-AEC6-280AAAD502AF}" srcOrd="3" destOrd="0" presId="urn:microsoft.com/office/officeart/2018/2/layout/IconVerticalSolidList"/>
    <dgm:cxn modelId="{188A140E-7DCC-43CB-9327-622709C94B29}" type="presParOf" srcId="{3F724E83-067B-4E67-8E25-CE98C2F81C87}" destId="{00FD9A32-C187-4784-BE72-16D2917250CA}" srcOrd="4" destOrd="0" presId="urn:microsoft.com/office/officeart/2018/2/layout/IconVerticalSolidList"/>
    <dgm:cxn modelId="{89BF9F8A-9318-4673-B9BB-7307FD453907}" type="presParOf" srcId="{00FD9A32-C187-4784-BE72-16D2917250CA}" destId="{E0462662-7650-457A-817B-57F95B86F73B}" srcOrd="0" destOrd="0" presId="urn:microsoft.com/office/officeart/2018/2/layout/IconVerticalSolidList"/>
    <dgm:cxn modelId="{3BA02F84-0F2F-4660-9C05-E5C4281296ED}" type="presParOf" srcId="{00FD9A32-C187-4784-BE72-16D2917250CA}" destId="{E151E24E-3D37-46C3-AA00-702B19D5A9C1}" srcOrd="1" destOrd="0" presId="urn:microsoft.com/office/officeart/2018/2/layout/IconVerticalSolidList"/>
    <dgm:cxn modelId="{02DC487E-4647-4AE4-8B74-B29CF7E948E6}" type="presParOf" srcId="{00FD9A32-C187-4784-BE72-16D2917250CA}" destId="{A3AE908D-A51A-46DF-8076-4CBC1203FB45}" srcOrd="2" destOrd="0" presId="urn:microsoft.com/office/officeart/2018/2/layout/IconVerticalSolidList"/>
    <dgm:cxn modelId="{F9C4CB2F-192A-4DC0-ABD1-B94A6FE0755C}" type="presParOf" srcId="{00FD9A32-C187-4784-BE72-16D2917250CA}" destId="{65EAE06D-FDAB-44DF-B0E1-120E07A36FF5}" srcOrd="3" destOrd="0" presId="urn:microsoft.com/office/officeart/2018/2/layout/IconVerticalSolidList"/>
    <dgm:cxn modelId="{143DB35B-F094-43EA-A262-06DFBCA19B59}" type="presParOf" srcId="{3F724E83-067B-4E67-8E25-CE98C2F81C87}" destId="{FFC75751-0F57-4BE9-B0BA-D1D3137E45B3}" srcOrd="5" destOrd="0" presId="urn:microsoft.com/office/officeart/2018/2/layout/IconVerticalSolidList"/>
    <dgm:cxn modelId="{D01788B0-63A8-48C9-A8C1-07A600F120ED}" type="presParOf" srcId="{3F724E83-067B-4E67-8E25-CE98C2F81C87}" destId="{85A17B1F-78CB-4FB6-899A-310AEB5C36D3}" srcOrd="6" destOrd="0" presId="urn:microsoft.com/office/officeart/2018/2/layout/IconVerticalSolidList"/>
    <dgm:cxn modelId="{9F452A5D-06DB-4FDA-8B60-97157A665951}" type="presParOf" srcId="{85A17B1F-78CB-4FB6-899A-310AEB5C36D3}" destId="{37249D10-7E3C-4059-99BB-2B8717A18878}" srcOrd="0" destOrd="0" presId="urn:microsoft.com/office/officeart/2018/2/layout/IconVerticalSolidList"/>
    <dgm:cxn modelId="{74311F33-6B49-4FAF-A020-9B899DB7B664}" type="presParOf" srcId="{85A17B1F-78CB-4FB6-899A-310AEB5C36D3}" destId="{7CCFBB46-FF78-438D-BFBE-938FECEFA57A}" srcOrd="1" destOrd="0" presId="urn:microsoft.com/office/officeart/2018/2/layout/IconVerticalSolidList"/>
    <dgm:cxn modelId="{F5A213CB-F0FA-4544-B207-2ECED7D3DE8F}" type="presParOf" srcId="{85A17B1F-78CB-4FB6-899A-310AEB5C36D3}" destId="{9F6FF56B-678A-4BD3-AB68-AFB65817DA41}" srcOrd="2" destOrd="0" presId="urn:microsoft.com/office/officeart/2018/2/layout/IconVerticalSolidList"/>
    <dgm:cxn modelId="{62BC85A5-69E6-400F-B466-B3A95A7DA3ED}" type="presParOf" srcId="{85A17B1F-78CB-4FB6-899A-310AEB5C36D3}" destId="{E491CED5-4F65-47F9-838E-56C8B93B3477}" srcOrd="3" destOrd="0" presId="urn:microsoft.com/office/officeart/2018/2/layout/IconVerticalSolidList"/>
    <dgm:cxn modelId="{DF678903-405D-4759-B1D6-CA4D8CA65995}" type="presParOf" srcId="{3F724E83-067B-4E67-8E25-CE98C2F81C87}" destId="{3D2CEDBC-FBA2-4F32-8DD7-3F02D9E57A72}" srcOrd="7" destOrd="0" presId="urn:microsoft.com/office/officeart/2018/2/layout/IconVerticalSolidList"/>
    <dgm:cxn modelId="{11910D38-4EE2-41B4-85BA-F141122BF97F}" type="presParOf" srcId="{3F724E83-067B-4E67-8E25-CE98C2F81C87}" destId="{334EF38F-0BD9-478C-9E1B-E4773A5433BE}" srcOrd="8" destOrd="0" presId="urn:microsoft.com/office/officeart/2018/2/layout/IconVerticalSolidList"/>
    <dgm:cxn modelId="{0C5026B7-0B12-4280-A3F8-BE5A1819E2E9}" type="presParOf" srcId="{334EF38F-0BD9-478C-9E1B-E4773A5433BE}" destId="{DDAEB41B-C97A-44D1-A42F-734B75DCF643}" srcOrd="0" destOrd="0" presId="urn:microsoft.com/office/officeart/2018/2/layout/IconVerticalSolidList"/>
    <dgm:cxn modelId="{70F3295E-5594-468A-ADD5-85E763B339B2}" type="presParOf" srcId="{334EF38F-0BD9-478C-9E1B-E4773A5433BE}" destId="{39B3BE9A-3D9B-4E58-BFE9-1C243480EF36}" srcOrd="1" destOrd="0" presId="urn:microsoft.com/office/officeart/2018/2/layout/IconVerticalSolidList"/>
    <dgm:cxn modelId="{A2E223F9-9356-40B5-B8FF-00C08FD446D6}" type="presParOf" srcId="{334EF38F-0BD9-478C-9E1B-E4773A5433BE}" destId="{844ADBC9-34B7-4C21-8559-E66B6416D14E}" srcOrd="2" destOrd="0" presId="urn:microsoft.com/office/officeart/2018/2/layout/IconVerticalSolidList"/>
    <dgm:cxn modelId="{39DBED61-BCAD-4312-A83D-66A434E9194A}" type="presParOf" srcId="{334EF38F-0BD9-478C-9E1B-E4773A5433BE}" destId="{05321205-76ED-4911-92CE-E87E8D6518C6}" srcOrd="3" destOrd="0" presId="urn:microsoft.com/office/officeart/2018/2/layout/IconVerticalSolidList"/>
    <dgm:cxn modelId="{057594B3-3211-4C4A-A6DC-EF9A0300C36F}" type="presParOf" srcId="{3F724E83-067B-4E67-8E25-CE98C2F81C87}" destId="{02927A8D-721A-426B-9FC3-05A758C99E93}" srcOrd="9" destOrd="0" presId="urn:microsoft.com/office/officeart/2018/2/layout/IconVerticalSolidList"/>
    <dgm:cxn modelId="{2B7E82C1-B9E8-44F1-ACC9-D5AA70777213}" type="presParOf" srcId="{3F724E83-067B-4E67-8E25-CE98C2F81C87}" destId="{0EDF5213-D2D5-4B4D-8EBF-A06ECFE4AB8B}" srcOrd="10" destOrd="0" presId="urn:microsoft.com/office/officeart/2018/2/layout/IconVerticalSolidList"/>
    <dgm:cxn modelId="{EEFDB1D6-E1BB-4C56-B1B8-A4BB6932592D}" type="presParOf" srcId="{0EDF5213-D2D5-4B4D-8EBF-A06ECFE4AB8B}" destId="{41BEFA60-5779-4463-B67F-A62C5C35A495}" srcOrd="0" destOrd="0" presId="urn:microsoft.com/office/officeart/2018/2/layout/IconVerticalSolidList"/>
    <dgm:cxn modelId="{01BFB643-FB09-4C88-9F27-A47B14660A8C}" type="presParOf" srcId="{0EDF5213-D2D5-4B4D-8EBF-A06ECFE4AB8B}" destId="{4D78F2ED-8CA6-4E0E-8A7B-C3D90B28947A}" srcOrd="1" destOrd="0" presId="urn:microsoft.com/office/officeart/2018/2/layout/IconVerticalSolidList"/>
    <dgm:cxn modelId="{D1E052D9-2DC1-408B-9C0C-DDC4B97D67FE}" type="presParOf" srcId="{0EDF5213-D2D5-4B4D-8EBF-A06ECFE4AB8B}" destId="{215CEBF7-A347-4C1C-8C2C-BA3833F1637D}" srcOrd="2" destOrd="0" presId="urn:microsoft.com/office/officeart/2018/2/layout/IconVerticalSolidList"/>
    <dgm:cxn modelId="{70A90DAB-89C6-4F84-A99D-1E6414D6C22B}" type="presParOf" srcId="{0EDF5213-D2D5-4B4D-8EBF-A06ECFE4AB8B}" destId="{8437FF63-AB9F-4BF2-8A72-C82CF112B9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CC9E7D-78D0-C744-8B9B-21B9827435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77D7A3-7D24-A747-B4F3-08547D8FFADE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Using 80% as the “standard”</a:t>
          </a:r>
        </a:p>
      </dgm:t>
    </dgm:pt>
    <dgm:pt modelId="{1F76C4EC-0701-CD4A-89E5-A28AA163225E}" type="parTrans" cxnId="{EFB76001-78D8-7440-A5E3-FBEF3F4379CD}">
      <dgm:prSet/>
      <dgm:spPr/>
      <dgm:t>
        <a:bodyPr/>
        <a:lstStyle/>
        <a:p>
          <a:endParaRPr lang="en-US"/>
        </a:p>
      </dgm:t>
    </dgm:pt>
    <dgm:pt modelId="{387473B9-27FB-734E-BEEB-D92CF34042E4}" type="sibTrans" cxnId="{EFB76001-78D8-7440-A5E3-FBEF3F4379CD}">
      <dgm:prSet/>
      <dgm:spPr/>
      <dgm:t>
        <a:bodyPr/>
        <a:lstStyle/>
        <a:p>
          <a:endParaRPr lang="en-US"/>
        </a:p>
      </dgm:t>
    </dgm:pt>
    <dgm:pt modelId="{59CB357F-DF41-F446-B819-24348E7E09CA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/>
            <a:t>Using words that you cannot measure </a:t>
          </a:r>
        </a:p>
      </dgm:t>
    </dgm:pt>
    <dgm:pt modelId="{874BCB68-75B8-BA4A-B3A8-9B72FAB17566}" type="parTrans" cxnId="{A4B46FBE-0BB2-DF46-A73F-43252718D01E}">
      <dgm:prSet/>
      <dgm:spPr/>
      <dgm:t>
        <a:bodyPr/>
        <a:lstStyle/>
        <a:p>
          <a:endParaRPr lang="en-US"/>
        </a:p>
      </dgm:t>
    </dgm:pt>
    <dgm:pt modelId="{6A78C6ED-7489-F142-BB99-49B69FD420F2}" type="sibTrans" cxnId="{A4B46FBE-0BB2-DF46-A73F-43252718D01E}">
      <dgm:prSet/>
      <dgm:spPr/>
      <dgm:t>
        <a:bodyPr/>
        <a:lstStyle/>
        <a:p>
          <a:endParaRPr lang="en-US"/>
        </a:p>
      </dgm:t>
    </dgm:pt>
    <dgm:pt modelId="{7105AD69-DA0C-E040-88BF-C49DFBBAEEE7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Measuring activities instead of outcomes</a:t>
          </a:r>
        </a:p>
      </dgm:t>
    </dgm:pt>
    <dgm:pt modelId="{843B0830-CEE6-9843-B9A7-EE2D73EE59C2}" type="parTrans" cxnId="{B8DA14D8-EDFD-7749-A9F9-F646D2D31F5B}">
      <dgm:prSet/>
      <dgm:spPr/>
      <dgm:t>
        <a:bodyPr/>
        <a:lstStyle/>
        <a:p>
          <a:endParaRPr lang="en-US"/>
        </a:p>
      </dgm:t>
    </dgm:pt>
    <dgm:pt modelId="{50E48D16-6BE3-BD4F-9392-CB5FB3C5BB31}" type="sibTrans" cxnId="{B8DA14D8-EDFD-7749-A9F9-F646D2D31F5B}">
      <dgm:prSet/>
      <dgm:spPr/>
      <dgm:t>
        <a:bodyPr/>
        <a:lstStyle/>
        <a:p>
          <a:endParaRPr lang="en-US"/>
        </a:p>
      </dgm:t>
    </dgm:pt>
    <dgm:pt modelId="{9457C7FF-E806-7D49-8DC6-04A8CE36A978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Writing goal for the professional instead of the student</a:t>
          </a:r>
        </a:p>
      </dgm:t>
    </dgm:pt>
    <dgm:pt modelId="{0D94E22A-1A07-4B4B-8A9C-FE71A4E7E672}" type="parTrans" cxnId="{213592CA-74C6-9748-B518-0E116FAF0175}">
      <dgm:prSet/>
      <dgm:spPr/>
      <dgm:t>
        <a:bodyPr/>
        <a:lstStyle/>
        <a:p>
          <a:endParaRPr lang="en-US"/>
        </a:p>
      </dgm:t>
    </dgm:pt>
    <dgm:pt modelId="{DDFCEA9C-FE38-3D46-8A94-5B63D4803EDF}" type="sibTrans" cxnId="{213592CA-74C6-9748-B518-0E116FAF0175}">
      <dgm:prSet/>
      <dgm:spPr/>
      <dgm:t>
        <a:bodyPr/>
        <a:lstStyle/>
        <a:p>
          <a:endParaRPr lang="en-US"/>
        </a:p>
      </dgm:t>
    </dgm:pt>
    <dgm:pt modelId="{09C6241B-3785-614B-AE89-98DA062A7AB1}" type="pres">
      <dgm:prSet presAssocID="{EDCC9E7D-78D0-C744-8B9B-21B9827435E5}" presName="linear" presStyleCnt="0">
        <dgm:presLayoutVars>
          <dgm:animLvl val="lvl"/>
          <dgm:resizeHandles val="exact"/>
        </dgm:presLayoutVars>
      </dgm:prSet>
      <dgm:spPr/>
    </dgm:pt>
    <dgm:pt modelId="{C7354171-1AFD-014A-A7B6-31A48E1B4B27}" type="pres">
      <dgm:prSet presAssocID="{EA77D7A3-7D24-A747-B4F3-08547D8FFAD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086DC7-C8BD-7641-A69C-9B6B7A048D75}" type="pres">
      <dgm:prSet presAssocID="{387473B9-27FB-734E-BEEB-D92CF34042E4}" presName="spacer" presStyleCnt="0"/>
      <dgm:spPr/>
    </dgm:pt>
    <dgm:pt modelId="{CBBFF052-7349-4049-8808-1069588E01B6}" type="pres">
      <dgm:prSet presAssocID="{59CB357F-DF41-F446-B819-24348E7E09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5156CF-5CA7-854B-A728-28FA65F219C7}" type="pres">
      <dgm:prSet presAssocID="{6A78C6ED-7489-F142-BB99-49B69FD420F2}" presName="spacer" presStyleCnt="0"/>
      <dgm:spPr/>
    </dgm:pt>
    <dgm:pt modelId="{18BEF65F-4196-674C-B016-04B83D9B7025}" type="pres">
      <dgm:prSet presAssocID="{7105AD69-DA0C-E040-88BF-C49DFBBAEE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56726C-A7F6-DB44-9538-6A14C6F91EC1}" type="pres">
      <dgm:prSet presAssocID="{50E48D16-6BE3-BD4F-9392-CB5FB3C5BB31}" presName="spacer" presStyleCnt="0"/>
      <dgm:spPr/>
    </dgm:pt>
    <dgm:pt modelId="{E88444D6-32C2-DC49-84B8-8D12EE259379}" type="pres">
      <dgm:prSet presAssocID="{9457C7FF-E806-7D49-8DC6-04A8CE36A9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FB76001-78D8-7440-A5E3-FBEF3F4379CD}" srcId="{EDCC9E7D-78D0-C744-8B9B-21B9827435E5}" destId="{EA77D7A3-7D24-A747-B4F3-08547D8FFADE}" srcOrd="0" destOrd="0" parTransId="{1F76C4EC-0701-CD4A-89E5-A28AA163225E}" sibTransId="{387473B9-27FB-734E-BEEB-D92CF34042E4}"/>
    <dgm:cxn modelId="{DA1CE225-45E8-5442-BC78-18834470B51E}" type="presOf" srcId="{EA77D7A3-7D24-A747-B4F3-08547D8FFADE}" destId="{C7354171-1AFD-014A-A7B6-31A48E1B4B27}" srcOrd="0" destOrd="0" presId="urn:microsoft.com/office/officeart/2005/8/layout/vList2"/>
    <dgm:cxn modelId="{71433437-6F2D-8448-804C-5CFE15D84FD4}" type="presOf" srcId="{EDCC9E7D-78D0-C744-8B9B-21B9827435E5}" destId="{09C6241B-3785-614B-AE89-98DA062A7AB1}" srcOrd="0" destOrd="0" presId="urn:microsoft.com/office/officeart/2005/8/layout/vList2"/>
    <dgm:cxn modelId="{C25D8E9A-99B6-5B44-B470-062001B688CE}" type="presOf" srcId="{7105AD69-DA0C-E040-88BF-C49DFBBAEEE7}" destId="{18BEF65F-4196-674C-B016-04B83D9B7025}" srcOrd="0" destOrd="0" presId="urn:microsoft.com/office/officeart/2005/8/layout/vList2"/>
    <dgm:cxn modelId="{A4B46FBE-0BB2-DF46-A73F-43252718D01E}" srcId="{EDCC9E7D-78D0-C744-8B9B-21B9827435E5}" destId="{59CB357F-DF41-F446-B819-24348E7E09CA}" srcOrd="1" destOrd="0" parTransId="{874BCB68-75B8-BA4A-B3A8-9B72FAB17566}" sibTransId="{6A78C6ED-7489-F142-BB99-49B69FD420F2}"/>
    <dgm:cxn modelId="{213592CA-74C6-9748-B518-0E116FAF0175}" srcId="{EDCC9E7D-78D0-C744-8B9B-21B9827435E5}" destId="{9457C7FF-E806-7D49-8DC6-04A8CE36A978}" srcOrd="3" destOrd="0" parTransId="{0D94E22A-1A07-4B4B-8A9C-FE71A4E7E672}" sibTransId="{DDFCEA9C-FE38-3D46-8A94-5B63D4803EDF}"/>
    <dgm:cxn modelId="{B8DA14D8-EDFD-7749-A9F9-F646D2D31F5B}" srcId="{EDCC9E7D-78D0-C744-8B9B-21B9827435E5}" destId="{7105AD69-DA0C-E040-88BF-C49DFBBAEEE7}" srcOrd="2" destOrd="0" parTransId="{843B0830-CEE6-9843-B9A7-EE2D73EE59C2}" sibTransId="{50E48D16-6BE3-BD4F-9392-CB5FB3C5BB31}"/>
    <dgm:cxn modelId="{1A60B5E8-FB80-9543-99D3-5668DDA28FA7}" type="presOf" srcId="{9457C7FF-E806-7D49-8DC6-04A8CE36A978}" destId="{E88444D6-32C2-DC49-84B8-8D12EE259379}" srcOrd="0" destOrd="0" presId="urn:microsoft.com/office/officeart/2005/8/layout/vList2"/>
    <dgm:cxn modelId="{4D690AEE-B3D2-F045-8D6C-29A65EE84413}" type="presOf" srcId="{59CB357F-DF41-F446-B819-24348E7E09CA}" destId="{CBBFF052-7349-4049-8808-1069588E01B6}" srcOrd="0" destOrd="0" presId="urn:microsoft.com/office/officeart/2005/8/layout/vList2"/>
    <dgm:cxn modelId="{AE8A9EED-5B07-B447-888E-EF2121631CE5}" type="presParOf" srcId="{09C6241B-3785-614B-AE89-98DA062A7AB1}" destId="{C7354171-1AFD-014A-A7B6-31A48E1B4B27}" srcOrd="0" destOrd="0" presId="urn:microsoft.com/office/officeart/2005/8/layout/vList2"/>
    <dgm:cxn modelId="{054333C5-3A16-AC46-822F-2FFFF666B541}" type="presParOf" srcId="{09C6241B-3785-614B-AE89-98DA062A7AB1}" destId="{02086DC7-C8BD-7641-A69C-9B6B7A048D75}" srcOrd="1" destOrd="0" presId="urn:microsoft.com/office/officeart/2005/8/layout/vList2"/>
    <dgm:cxn modelId="{3D2C36FA-22A0-9A44-AD29-215EBC963C7C}" type="presParOf" srcId="{09C6241B-3785-614B-AE89-98DA062A7AB1}" destId="{CBBFF052-7349-4049-8808-1069588E01B6}" srcOrd="2" destOrd="0" presId="urn:microsoft.com/office/officeart/2005/8/layout/vList2"/>
    <dgm:cxn modelId="{4A94F655-600B-4546-84AB-E49666A438CE}" type="presParOf" srcId="{09C6241B-3785-614B-AE89-98DA062A7AB1}" destId="{035156CF-5CA7-854B-A728-28FA65F219C7}" srcOrd="3" destOrd="0" presId="urn:microsoft.com/office/officeart/2005/8/layout/vList2"/>
    <dgm:cxn modelId="{4805F4E1-F1C8-694A-AB6D-C85387E2A72A}" type="presParOf" srcId="{09C6241B-3785-614B-AE89-98DA062A7AB1}" destId="{18BEF65F-4196-674C-B016-04B83D9B7025}" srcOrd="4" destOrd="0" presId="urn:microsoft.com/office/officeart/2005/8/layout/vList2"/>
    <dgm:cxn modelId="{0F2BE0C9-7CDC-4045-AB51-A40BC713BBC8}" type="presParOf" srcId="{09C6241B-3785-614B-AE89-98DA062A7AB1}" destId="{E056726C-A7F6-DB44-9538-6A14C6F91EC1}" srcOrd="5" destOrd="0" presId="urn:microsoft.com/office/officeart/2005/8/layout/vList2"/>
    <dgm:cxn modelId="{BE5E8109-9F0A-9D49-8248-AAE37F5C6372}" type="presParOf" srcId="{09C6241B-3785-614B-AE89-98DA062A7AB1}" destId="{E88444D6-32C2-DC49-84B8-8D12EE259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2A91543-6E91-43C4-860C-D23A719B78A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4BCB426-A148-42E0-9210-8DAA8371AEA1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/>
            <a:t>Extra time on tests/HW</a:t>
          </a:r>
        </a:p>
      </dgm:t>
    </dgm:pt>
    <dgm:pt modelId="{F5E5A279-78AC-4441-BB78-E152FB8500B1}" type="parTrans" cxnId="{8F613C8C-AD51-4908-A9DA-943102788BF3}">
      <dgm:prSet/>
      <dgm:spPr/>
      <dgm:t>
        <a:bodyPr/>
        <a:lstStyle/>
        <a:p>
          <a:endParaRPr lang="en-US"/>
        </a:p>
      </dgm:t>
    </dgm:pt>
    <dgm:pt modelId="{D5B7E1CB-CD93-4DE9-A4D6-CEB3C32B1BBA}" type="sibTrans" cxnId="{8F613C8C-AD51-4908-A9DA-943102788BF3}">
      <dgm:prSet/>
      <dgm:spPr/>
      <dgm:t>
        <a:bodyPr/>
        <a:lstStyle/>
        <a:p>
          <a:endParaRPr lang="en-US"/>
        </a:p>
      </dgm:t>
    </dgm:pt>
    <dgm:pt modelId="{2A08821B-2093-4F7B-8ACE-0EE2249824F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/>
            <a:t>Preferential seating</a:t>
          </a:r>
        </a:p>
      </dgm:t>
    </dgm:pt>
    <dgm:pt modelId="{6C926DA5-476C-41A1-8DB2-C11C25F00EE5}" type="parTrans" cxnId="{00DC8CB7-CBA0-4B28-A3C2-6470291FD8AB}">
      <dgm:prSet/>
      <dgm:spPr/>
      <dgm:t>
        <a:bodyPr/>
        <a:lstStyle/>
        <a:p>
          <a:endParaRPr lang="en-US"/>
        </a:p>
      </dgm:t>
    </dgm:pt>
    <dgm:pt modelId="{ECFEF607-7795-46C9-8EBF-561565EDF341}" type="sibTrans" cxnId="{00DC8CB7-CBA0-4B28-A3C2-6470291FD8AB}">
      <dgm:prSet/>
      <dgm:spPr/>
      <dgm:t>
        <a:bodyPr/>
        <a:lstStyle/>
        <a:p>
          <a:endParaRPr lang="en-US"/>
        </a:p>
      </dgm:t>
    </dgm:pt>
    <dgm:pt modelId="{5C5FFBDC-AAA4-47EA-88B8-4EA4FE0B3E91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Clearly stated directions</a:t>
          </a:r>
        </a:p>
      </dgm:t>
    </dgm:pt>
    <dgm:pt modelId="{245565DA-747F-490D-A983-ECF87721D682}" type="parTrans" cxnId="{9DF37C48-4AE6-48CF-B0C6-8FA304137CFD}">
      <dgm:prSet/>
      <dgm:spPr/>
      <dgm:t>
        <a:bodyPr/>
        <a:lstStyle/>
        <a:p>
          <a:endParaRPr lang="en-US"/>
        </a:p>
      </dgm:t>
    </dgm:pt>
    <dgm:pt modelId="{F094FB60-7D83-4837-99D6-5C1AC2B5F2D9}" type="sibTrans" cxnId="{9DF37C48-4AE6-48CF-B0C6-8FA304137CFD}">
      <dgm:prSet/>
      <dgm:spPr/>
      <dgm:t>
        <a:bodyPr/>
        <a:lstStyle/>
        <a:p>
          <a:endParaRPr lang="en-US"/>
        </a:p>
      </dgm:t>
    </dgm:pt>
    <dgm:pt modelId="{E7001440-CBC5-4409-ABD5-245B7F0997ED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Frequent check for understanding</a:t>
          </a:r>
        </a:p>
      </dgm:t>
    </dgm:pt>
    <dgm:pt modelId="{417CBAB9-6FCA-4824-A1B5-23A7F19C9DA4}" type="parTrans" cxnId="{AFC8FB1D-CBEB-4DF0-A4E7-4E0781A21E10}">
      <dgm:prSet/>
      <dgm:spPr/>
      <dgm:t>
        <a:bodyPr/>
        <a:lstStyle/>
        <a:p>
          <a:endParaRPr lang="en-US"/>
        </a:p>
      </dgm:t>
    </dgm:pt>
    <dgm:pt modelId="{14EB70E8-D1D5-44CE-A7D5-A37FC0AC7035}" type="sibTrans" cxnId="{AFC8FB1D-CBEB-4DF0-A4E7-4E0781A21E10}">
      <dgm:prSet/>
      <dgm:spPr/>
      <dgm:t>
        <a:bodyPr/>
        <a:lstStyle/>
        <a:p>
          <a:endParaRPr lang="en-US"/>
        </a:p>
      </dgm:t>
    </dgm:pt>
    <dgm:pt modelId="{B6D62DE3-14B0-49AA-8751-45906621B313}">
      <dgm:prSet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/>
            <a:t>Warning before transitions</a:t>
          </a:r>
        </a:p>
      </dgm:t>
    </dgm:pt>
    <dgm:pt modelId="{173E64BC-0D90-488F-9CC5-1AF30DEE1DE7}" type="parTrans" cxnId="{0ED2A214-203B-47BD-9E43-CF30A34668C3}">
      <dgm:prSet/>
      <dgm:spPr/>
      <dgm:t>
        <a:bodyPr/>
        <a:lstStyle/>
        <a:p>
          <a:endParaRPr lang="en-US"/>
        </a:p>
      </dgm:t>
    </dgm:pt>
    <dgm:pt modelId="{E688C65C-CE07-4CDD-BF63-51A8D2489F65}" type="sibTrans" cxnId="{0ED2A214-203B-47BD-9E43-CF30A34668C3}">
      <dgm:prSet/>
      <dgm:spPr/>
      <dgm:t>
        <a:bodyPr/>
        <a:lstStyle/>
        <a:p>
          <a:endParaRPr lang="en-US"/>
        </a:p>
      </dgm:t>
    </dgm:pt>
    <dgm:pt modelId="{E1875F84-8B17-4B45-B0BA-0ECAEC95B0D1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/>
            <a:t>Leave class early</a:t>
          </a:r>
        </a:p>
      </dgm:t>
    </dgm:pt>
    <dgm:pt modelId="{911DF5BF-10B0-4392-8218-DAD026302156}" type="parTrans" cxnId="{BAF06F05-DD24-4FCD-A888-82BADEE51188}">
      <dgm:prSet/>
      <dgm:spPr/>
      <dgm:t>
        <a:bodyPr/>
        <a:lstStyle/>
        <a:p>
          <a:endParaRPr lang="en-US"/>
        </a:p>
      </dgm:t>
    </dgm:pt>
    <dgm:pt modelId="{50231E73-A006-4BB2-BC81-6856D5FEACC1}" type="sibTrans" cxnId="{BAF06F05-DD24-4FCD-A888-82BADEE51188}">
      <dgm:prSet/>
      <dgm:spPr/>
      <dgm:t>
        <a:bodyPr/>
        <a:lstStyle/>
        <a:p>
          <a:endParaRPr lang="en-US"/>
        </a:p>
      </dgm:t>
    </dgm:pt>
    <dgm:pt modelId="{71DA9182-9C58-41C6-A5B5-0217D8E8197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Able to see “safe” adult</a:t>
          </a:r>
        </a:p>
      </dgm:t>
    </dgm:pt>
    <dgm:pt modelId="{E48AF1B9-3611-46D5-ABA4-919CE045769A}" type="parTrans" cxnId="{09BD9B5E-559E-4B64-9902-39727FB984FC}">
      <dgm:prSet/>
      <dgm:spPr/>
      <dgm:t>
        <a:bodyPr/>
        <a:lstStyle/>
        <a:p>
          <a:endParaRPr lang="en-US"/>
        </a:p>
      </dgm:t>
    </dgm:pt>
    <dgm:pt modelId="{E60E4E12-E731-4BEA-AE66-4B1A4769F191}" type="sibTrans" cxnId="{09BD9B5E-559E-4B64-9902-39727FB984FC}">
      <dgm:prSet/>
      <dgm:spPr/>
      <dgm:t>
        <a:bodyPr/>
        <a:lstStyle/>
        <a:p>
          <a:endParaRPr lang="en-US"/>
        </a:p>
      </dgm:t>
    </dgm:pt>
    <dgm:pt modelId="{48858605-84DE-4EC9-B751-2A21982FE926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/>
            <a:t>Test in separate room</a:t>
          </a:r>
        </a:p>
      </dgm:t>
    </dgm:pt>
    <dgm:pt modelId="{E7FD4CDF-C712-4DA5-B733-7D75CD6F8EFC}" type="parTrans" cxnId="{72E50F1A-4E3A-484B-9D80-FAFD5F2497FA}">
      <dgm:prSet/>
      <dgm:spPr/>
      <dgm:t>
        <a:bodyPr/>
        <a:lstStyle/>
        <a:p>
          <a:endParaRPr lang="en-US"/>
        </a:p>
      </dgm:t>
    </dgm:pt>
    <dgm:pt modelId="{55F807BF-2486-4EA7-8C18-9A4A1613D9D5}" type="sibTrans" cxnId="{72E50F1A-4E3A-484B-9D80-FAFD5F2497FA}">
      <dgm:prSet/>
      <dgm:spPr/>
      <dgm:t>
        <a:bodyPr/>
        <a:lstStyle/>
        <a:p>
          <a:endParaRPr lang="en-US"/>
        </a:p>
      </dgm:t>
    </dgm:pt>
    <dgm:pt modelId="{55F2E1CF-31B2-994E-ADF2-9920328FF8E1}" type="pres">
      <dgm:prSet presAssocID="{E2A91543-6E91-43C4-860C-D23A719B78A3}" presName="diagram" presStyleCnt="0">
        <dgm:presLayoutVars>
          <dgm:dir/>
          <dgm:resizeHandles val="exact"/>
        </dgm:presLayoutVars>
      </dgm:prSet>
      <dgm:spPr/>
    </dgm:pt>
    <dgm:pt modelId="{9E446DA4-7E4A-2049-BCAA-6594DFB7720D}" type="pres">
      <dgm:prSet presAssocID="{74BCB426-A148-42E0-9210-8DAA8371AEA1}" presName="node" presStyleLbl="node1" presStyleIdx="0" presStyleCnt="8">
        <dgm:presLayoutVars>
          <dgm:bulletEnabled val="1"/>
        </dgm:presLayoutVars>
      </dgm:prSet>
      <dgm:spPr/>
    </dgm:pt>
    <dgm:pt modelId="{F2578121-4A99-B247-A935-A130B03C1A8B}" type="pres">
      <dgm:prSet presAssocID="{D5B7E1CB-CD93-4DE9-A4D6-CEB3C32B1BBA}" presName="sibTrans" presStyleCnt="0"/>
      <dgm:spPr/>
    </dgm:pt>
    <dgm:pt modelId="{2646022B-FE84-2C40-83E4-71223266432F}" type="pres">
      <dgm:prSet presAssocID="{2A08821B-2093-4F7B-8ACE-0EE2249824FA}" presName="node" presStyleLbl="node1" presStyleIdx="1" presStyleCnt="8">
        <dgm:presLayoutVars>
          <dgm:bulletEnabled val="1"/>
        </dgm:presLayoutVars>
      </dgm:prSet>
      <dgm:spPr/>
    </dgm:pt>
    <dgm:pt modelId="{5ADE67DC-F7E7-1244-A370-89190543656D}" type="pres">
      <dgm:prSet presAssocID="{ECFEF607-7795-46C9-8EBF-561565EDF341}" presName="sibTrans" presStyleCnt="0"/>
      <dgm:spPr/>
    </dgm:pt>
    <dgm:pt modelId="{67A2205A-5D30-0945-9156-54150E431C6A}" type="pres">
      <dgm:prSet presAssocID="{5C5FFBDC-AAA4-47EA-88B8-4EA4FE0B3E91}" presName="node" presStyleLbl="node1" presStyleIdx="2" presStyleCnt="8">
        <dgm:presLayoutVars>
          <dgm:bulletEnabled val="1"/>
        </dgm:presLayoutVars>
      </dgm:prSet>
      <dgm:spPr/>
    </dgm:pt>
    <dgm:pt modelId="{B0BEDF5C-4EF0-0D4B-8060-1EF42C2A4AC6}" type="pres">
      <dgm:prSet presAssocID="{F094FB60-7D83-4837-99D6-5C1AC2B5F2D9}" presName="sibTrans" presStyleCnt="0"/>
      <dgm:spPr/>
    </dgm:pt>
    <dgm:pt modelId="{AE48D619-E819-0B43-B06D-B4D1809814D1}" type="pres">
      <dgm:prSet presAssocID="{E7001440-CBC5-4409-ABD5-245B7F0997ED}" presName="node" presStyleLbl="node1" presStyleIdx="3" presStyleCnt="8">
        <dgm:presLayoutVars>
          <dgm:bulletEnabled val="1"/>
        </dgm:presLayoutVars>
      </dgm:prSet>
      <dgm:spPr/>
    </dgm:pt>
    <dgm:pt modelId="{D8CD9E44-6B17-704E-B3A3-6EBEE44BD3A3}" type="pres">
      <dgm:prSet presAssocID="{14EB70E8-D1D5-44CE-A7D5-A37FC0AC7035}" presName="sibTrans" presStyleCnt="0"/>
      <dgm:spPr/>
    </dgm:pt>
    <dgm:pt modelId="{041B5FBD-33B8-CC41-8436-B615574A3B6B}" type="pres">
      <dgm:prSet presAssocID="{B6D62DE3-14B0-49AA-8751-45906621B313}" presName="node" presStyleLbl="node1" presStyleIdx="4" presStyleCnt="8">
        <dgm:presLayoutVars>
          <dgm:bulletEnabled val="1"/>
        </dgm:presLayoutVars>
      </dgm:prSet>
      <dgm:spPr/>
    </dgm:pt>
    <dgm:pt modelId="{E8E4B49B-4D6D-9E4D-965E-FE8E869F8C80}" type="pres">
      <dgm:prSet presAssocID="{E688C65C-CE07-4CDD-BF63-51A8D2489F65}" presName="sibTrans" presStyleCnt="0"/>
      <dgm:spPr/>
    </dgm:pt>
    <dgm:pt modelId="{A9425D91-D80E-D149-BB21-F169A5D0336E}" type="pres">
      <dgm:prSet presAssocID="{E1875F84-8B17-4B45-B0BA-0ECAEC95B0D1}" presName="node" presStyleLbl="node1" presStyleIdx="5" presStyleCnt="8">
        <dgm:presLayoutVars>
          <dgm:bulletEnabled val="1"/>
        </dgm:presLayoutVars>
      </dgm:prSet>
      <dgm:spPr/>
    </dgm:pt>
    <dgm:pt modelId="{B195E863-6BB1-4141-AFEA-705AED6C2D75}" type="pres">
      <dgm:prSet presAssocID="{50231E73-A006-4BB2-BC81-6856D5FEACC1}" presName="sibTrans" presStyleCnt="0"/>
      <dgm:spPr/>
    </dgm:pt>
    <dgm:pt modelId="{6B0364E8-CF6D-6F46-9E75-5026843AF192}" type="pres">
      <dgm:prSet presAssocID="{71DA9182-9C58-41C6-A5B5-0217D8E81972}" presName="node" presStyleLbl="node1" presStyleIdx="6" presStyleCnt="8">
        <dgm:presLayoutVars>
          <dgm:bulletEnabled val="1"/>
        </dgm:presLayoutVars>
      </dgm:prSet>
      <dgm:spPr/>
    </dgm:pt>
    <dgm:pt modelId="{7A3F5E06-1470-D043-AAC8-4389EF93092F}" type="pres">
      <dgm:prSet presAssocID="{E60E4E12-E731-4BEA-AE66-4B1A4769F191}" presName="sibTrans" presStyleCnt="0"/>
      <dgm:spPr/>
    </dgm:pt>
    <dgm:pt modelId="{54A67E62-1B0E-1F42-9422-EEBECEC23447}" type="pres">
      <dgm:prSet presAssocID="{48858605-84DE-4EC9-B751-2A21982FE926}" presName="node" presStyleLbl="node1" presStyleIdx="7" presStyleCnt="8">
        <dgm:presLayoutVars>
          <dgm:bulletEnabled val="1"/>
        </dgm:presLayoutVars>
      </dgm:prSet>
      <dgm:spPr/>
    </dgm:pt>
  </dgm:ptLst>
  <dgm:cxnLst>
    <dgm:cxn modelId="{BAF06F05-DD24-4FCD-A888-82BADEE51188}" srcId="{E2A91543-6E91-43C4-860C-D23A719B78A3}" destId="{E1875F84-8B17-4B45-B0BA-0ECAEC95B0D1}" srcOrd="5" destOrd="0" parTransId="{911DF5BF-10B0-4392-8218-DAD026302156}" sibTransId="{50231E73-A006-4BB2-BC81-6856D5FEACC1}"/>
    <dgm:cxn modelId="{0ED2A214-203B-47BD-9E43-CF30A34668C3}" srcId="{E2A91543-6E91-43C4-860C-D23A719B78A3}" destId="{B6D62DE3-14B0-49AA-8751-45906621B313}" srcOrd="4" destOrd="0" parTransId="{173E64BC-0D90-488F-9CC5-1AF30DEE1DE7}" sibTransId="{E688C65C-CE07-4CDD-BF63-51A8D2489F65}"/>
    <dgm:cxn modelId="{72E50F1A-4E3A-484B-9D80-FAFD5F2497FA}" srcId="{E2A91543-6E91-43C4-860C-D23A719B78A3}" destId="{48858605-84DE-4EC9-B751-2A21982FE926}" srcOrd="7" destOrd="0" parTransId="{E7FD4CDF-C712-4DA5-B733-7D75CD6F8EFC}" sibTransId="{55F807BF-2486-4EA7-8C18-9A4A1613D9D5}"/>
    <dgm:cxn modelId="{AFC8FB1D-CBEB-4DF0-A4E7-4E0781A21E10}" srcId="{E2A91543-6E91-43C4-860C-D23A719B78A3}" destId="{E7001440-CBC5-4409-ABD5-245B7F0997ED}" srcOrd="3" destOrd="0" parTransId="{417CBAB9-6FCA-4824-A1B5-23A7F19C9DA4}" sibTransId="{14EB70E8-D1D5-44CE-A7D5-A37FC0AC7035}"/>
    <dgm:cxn modelId="{A31A8B22-DD61-0D4F-8944-AB6B89327D41}" type="presOf" srcId="{71DA9182-9C58-41C6-A5B5-0217D8E81972}" destId="{6B0364E8-CF6D-6F46-9E75-5026843AF192}" srcOrd="0" destOrd="0" presId="urn:microsoft.com/office/officeart/2005/8/layout/default"/>
    <dgm:cxn modelId="{0BE3E822-2742-244D-A44E-FA3B73EA2C8E}" type="presOf" srcId="{B6D62DE3-14B0-49AA-8751-45906621B313}" destId="{041B5FBD-33B8-CC41-8436-B615574A3B6B}" srcOrd="0" destOrd="0" presId="urn:microsoft.com/office/officeart/2005/8/layout/default"/>
    <dgm:cxn modelId="{965BA62A-7B30-0446-AF5C-D80380D75F0F}" type="presOf" srcId="{2A08821B-2093-4F7B-8ACE-0EE2249824FA}" destId="{2646022B-FE84-2C40-83E4-71223266432F}" srcOrd="0" destOrd="0" presId="urn:microsoft.com/office/officeart/2005/8/layout/default"/>
    <dgm:cxn modelId="{09BD9B5E-559E-4B64-9902-39727FB984FC}" srcId="{E2A91543-6E91-43C4-860C-D23A719B78A3}" destId="{71DA9182-9C58-41C6-A5B5-0217D8E81972}" srcOrd="6" destOrd="0" parTransId="{E48AF1B9-3611-46D5-ABA4-919CE045769A}" sibTransId="{E60E4E12-E731-4BEA-AE66-4B1A4769F191}"/>
    <dgm:cxn modelId="{9DF37C48-4AE6-48CF-B0C6-8FA304137CFD}" srcId="{E2A91543-6E91-43C4-860C-D23A719B78A3}" destId="{5C5FFBDC-AAA4-47EA-88B8-4EA4FE0B3E91}" srcOrd="2" destOrd="0" parTransId="{245565DA-747F-490D-A983-ECF87721D682}" sibTransId="{F094FB60-7D83-4837-99D6-5C1AC2B5F2D9}"/>
    <dgm:cxn modelId="{B516BD77-CC78-9A4A-BC87-6BAFB9B7E504}" type="presOf" srcId="{E7001440-CBC5-4409-ABD5-245B7F0997ED}" destId="{AE48D619-E819-0B43-B06D-B4D1809814D1}" srcOrd="0" destOrd="0" presId="urn:microsoft.com/office/officeart/2005/8/layout/default"/>
    <dgm:cxn modelId="{B611407D-16EF-0147-8B71-88DC7491D170}" type="presOf" srcId="{74BCB426-A148-42E0-9210-8DAA8371AEA1}" destId="{9E446DA4-7E4A-2049-BCAA-6594DFB7720D}" srcOrd="0" destOrd="0" presId="urn:microsoft.com/office/officeart/2005/8/layout/default"/>
    <dgm:cxn modelId="{8F613C8C-AD51-4908-A9DA-943102788BF3}" srcId="{E2A91543-6E91-43C4-860C-D23A719B78A3}" destId="{74BCB426-A148-42E0-9210-8DAA8371AEA1}" srcOrd="0" destOrd="0" parTransId="{F5E5A279-78AC-4441-BB78-E152FB8500B1}" sibTransId="{D5B7E1CB-CD93-4DE9-A4D6-CEB3C32B1BBA}"/>
    <dgm:cxn modelId="{B0F90E8D-1570-4A42-A52B-1EAB65C0EB4A}" type="presOf" srcId="{E2A91543-6E91-43C4-860C-D23A719B78A3}" destId="{55F2E1CF-31B2-994E-ADF2-9920328FF8E1}" srcOrd="0" destOrd="0" presId="urn:microsoft.com/office/officeart/2005/8/layout/default"/>
    <dgm:cxn modelId="{00DC8CB7-CBA0-4B28-A3C2-6470291FD8AB}" srcId="{E2A91543-6E91-43C4-860C-D23A719B78A3}" destId="{2A08821B-2093-4F7B-8ACE-0EE2249824FA}" srcOrd="1" destOrd="0" parTransId="{6C926DA5-476C-41A1-8DB2-C11C25F00EE5}" sibTransId="{ECFEF607-7795-46C9-8EBF-561565EDF341}"/>
    <dgm:cxn modelId="{E093C3B9-673A-A44C-AB96-A9DD5233C000}" type="presOf" srcId="{E1875F84-8B17-4B45-B0BA-0ECAEC95B0D1}" destId="{A9425D91-D80E-D149-BB21-F169A5D0336E}" srcOrd="0" destOrd="0" presId="urn:microsoft.com/office/officeart/2005/8/layout/default"/>
    <dgm:cxn modelId="{1C192EC3-2B9F-634A-A2C2-17A953724956}" type="presOf" srcId="{48858605-84DE-4EC9-B751-2A21982FE926}" destId="{54A67E62-1B0E-1F42-9422-EEBECEC23447}" srcOrd="0" destOrd="0" presId="urn:microsoft.com/office/officeart/2005/8/layout/default"/>
    <dgm:cxn modelId="{C8A27BFD-20D3-8A43-BB04-0ADC19A0618A}" type="presOf" srcId="{5C5FFBDC-AAA4-47EA-88B8-4EA4FE0B3E91}" destId="{67A2205A-5D30-0945-9156-54150E431C6A}" srcOrd="0" destOrd="0" presId="urn:microsoft.com/office/officeart/2005/8/layout/default"/>
    <dgm:cxn modelId="{2AEBF4C8-B017-C54A-A0D8-E4EF11BD22EB}" type="presParOf" srcId="{55F2E1CF-31B2-994E-ADF2-9920328FF8E1}" destId="{9E446DA4-7E4A-2049-BCAA-6594DFB7720D}" srcOrd="0" destOrd="0" presId="urn:microsoft.com/office/officeart/2005/8/layout/default"/>
    <dgm:cxn modelId="{E49DB6DA-85AE-8F4F-B77C-86190C1B94A8}" type="presParOf" srcId="{55F2E1CF-31B2-994E-ADF2-9920328FF8E1}" destId="{F2578121-4A99-B247-A935-A130B03C1A8B}" srcOrd="1" destOrd="0" presId="urn:microsoft.com/office/officeart/2005/8/layout/default"/>
    <dgm:cxn modelId="{2822F7EA-9B13-0A43-82C1-6BC043E314C8}" type="presParOf" srcId="{55F2E1CF-31B2-994E-ADF2-9920328FF8E1}" destId="{2646022B-FE84-2C40-83E4-71223266432F}" srcOrd="2" destOrd="0" presId="urn:microsoft.com/office/officeart/2005/8/layout/default"/>
    <dgm:cxn modelId="{DCD23890-50BB-EB46-B9AF-F9232E016644}" type="presParOf" srcId="{55F2E1CF-31B2-994E-ADF2-9920328FF8E1}" destId="{5ADE67DC-F7E7-1244-A370-89190543656D}" srcOrd="3" destOrd="0" presId="urn:microsoft.com/office/officeart/2005/8/layout/default"/>
    <dgm:cxn modelId="{54A7769C-D979-D84F-8118-7D53C5DA9343}" type="presParOf" srcId="{55F2E1CF-31B2-994E-ADF2-9920328FF8E1}" destId="{67A2205A-5D30-0945-9156-54150E431C6A}" srcOrd="4" destOrd="0" presId="urn:microsoft.com/office/officeart/2005/8/layout/default"/>
    <dgm:cxn modelId="{D566BCA8-BD85-574A-88F0-47540F4B9E4F}" type="presParOf" srcId="{55F2E1CF-31B2-994E-ADF2-9920328FF8E1}" destId="{B0BEDF5C-4EF0-0D4B-8060-1EF42C2A4AC6}" srcOrd="5" destOrd="0" presId="urn:microsoft.com/office/officeart/2005/8/layout/default"/>
    <dgm:cxn modelId="{FADBB48A-3C4F-D84E-8D84-13E0D21D3841}" type="presParOf" srcId="{55F2E1CF-31B2-994E-ADF2-9920328FF8E1}" destId="{AE48D619-E819-0B43-B06D-B4D1809814D1}" srcOrd="6" destOrd="0" presId="urn:microsoft.com/office/officeart/2005/8/layout/default"/>
    <dgm:cxn modelId="{72FE7B44-4342-7841-9C9A-1C518E4AC381}" type="presParOf" srcId="{55F2E1CF-31B2-994E-ADF2-9920328FF8E1}" destId="{D8CD9E44-6B17-704E-B3A3-6EBEE44BD3A3}" srcOrd="7" destOrd="0" presId="urn:microsoft.com/office/officeart/2005/8/layout/default"/>
    <dgm:cxn modelId="{B60EF0DF-76A3-9F41-A267-6CEE06586C61}" type="presParOf" srcId="{55F2E1CF-31B2-994E-ADF2-9920328FF8E1}" destId="{041B5FBD-33B8-CC41-8436-B615574A3B6B}" srcOrd="8" destOrd="0" presId="urn:microsoft.com/office/officeart/2005/8/layout/default"/>
    <dgm:cxn modelId="{E3DA0C61-8482-8840-82A4-A430802E0B38}" type="presParOf" srcId="{55F2E1CF-31B2-994E-ADF2-9920328FF8E1}" destId="{E8E4B49B-4D6D-9E4D-965E-FE8E869F8C80}" srcOrd="9" destOrd="0" presId="urn:microsoft.com/office/officeart/2005/8/layout/default"/>
    <dgm:cxn modelId="{8D790C19-0891-CB47-987D-F3E3BE0CE925}" type="presParOf" srcId="{55F2E1CF-31B2-994E-ADF2-9920328FF8E1}" destId="{A9425D91-D80E-D149-BB21-F169A5D0336E}" srcOrd="10" destOrd="0" presId="urn:microsoft.com/office/officeart/2005/8/layout/default"/>
    <dgm:cxn modelId="{C8AB9187-5C4E-144B-AF0A-72CA8EE05817}" type="presParOf" srcId="{55F2E1CF-31B2-994E-ADF2-9920328FF8E1}" destId="{B195E863-6BB1-4141-AFEA-705AED6C2D75}" srcOrd="11" destOrd="0" presId="urn:microsoft.com/office/officeart/2005/8/layout/default"/>
    <dgm:cxn modelId="{A96C893D-594B-7F40-A875-732E92ED43A1}" type="presParOf" srcId="{55F2E1CF-31B2-994E-ADF2-9920328FF8E1}" destId="{6B0364E8-CF6D-6F46-9E75-5026843AF192}" srcOrd="12" destOrd="0" presId="urn:microsoft.com/office/officeart/2005/8/layout/default"/>
    <dgm:cxn modelId="{F2DC232B-4259-2E47-A0F3-1A6ECAD7B7C0}" type="presParOf" srcId="{55F2E1CF-31B2-994E-ADF2-9920328FF8E1}" destId="{7A3F5E06-1470-D043-AAC8-4389EF93092F}" srcOrd="13" destOrd="0" presId="urn:microsoft.com/office/officeart/2005/8/layout/default"/>
    <dgm:cxn modelId="{215272FF-5E55-5C4D-92D6-0E1A52FA9785}" type="presParOf" srcId="{55F2E1CF-31B2-994E-ADF2-9920328FF8E1}" destId="{54A67E62-1B0E-1F42-9422-EEBECEC2344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3ED5BEB-E7B3-4513-851A-67EB768546B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8255DA9-D485-417C-88F9-E994AC3E1CA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/>
            <a:t>Are we teaching the student that anxiety can be normal?</a:t>
          </a:r>
        </a:p>
      </dgm:t>
    </dgm:pt>
    <dgm:pt modelId="{A9ABFD2A-7EBB-4322-8EB6-7847A440A158}" type="parTrans" cxnId="{21FE54B2-E180-47C6-8BF9-B2E2C5D0F9C2}">
      <dgm:prSet/>
      <dgm:spPr/>
      <dgm:t>
        <a:bodyPr/>
        <a:lstStyle/>
        <a:p>
          <a:endParaRPr lang="en-US"/>
        </a:p>
      </dgm:t>
    </dgm:pt>
    <dgm:pt modelId="{EA067943-F84C-42E2-9C4E-F43CAEA09AC4}" type="sibTrans" cxnId="{21FE54B2-E180-47C6-8BF9-B2E2C5D0F9C2}">
      <dgm:prSet/>
      <dgm:spPr/>
      <dgm:t>
        <a:bodyPr/>
        <a:lstStyle/>
        <a:p>
          <a:endParaRPr lang="en-US"/>
        </a:p>
      </dgm:t>
    </dgm:pt>
    <dgm:pt modelId="{0FAA8E45-8A18-4674-B4D7-AED0D274202A}">
      <dgm:prSet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dirty="0"/>
            <a:t>Are we teaching the student to expect anxiety?</a:t>
          </a:r>
        </a:p>
      </dgm:t>
    </dgm:pt>
    <dgm:pt modelId="{BE21A35A-0E5B-40E5-9F84-D145A09CEFCB}" type="parTrans" cxnId="{9508A9E7-13E4-42BD-A9C3-F5E3744E4203}">
      <dgm:prSet/>
      <dgm:spPr/>
      <dgm:t>
        <a:bodyPr/>
        <a:lstStyle/>
        <a:p>
          <a:endParaRPr lang="en-US"/>
        </a:p>
      </dgm:t>
    </dgm:pt>
    <dgm:pt modelId="{9B76A17B-DFCB-4EC6-938F-A574B77EC331}" type="sibTrans" cxnId="{9508A9E7-13E4-42BD-A9C3-F5E3744E4203}">
      <dgm:prSet/>
      <dgm:spPr/>
      <dgm:t>
        <a:bodyPr/>
        <a:lstStyle/>
        <a:p>
          <a:endParaRPr lang="en-US"/>
        </a:p>
      </dgm:t>
    </dgm:pt>
    <dgm:pt modelId="{B3F824D0-86E5-4FD1-A0C6-1A60A6EF351A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/>
            <a:t>Are we teaching the student skills?</a:t>
          </a:r>
        </a:p>
      </dgm:t>
    </dgm:pt>
    <dgm:pt modelId="{BE54AF00-9BBF-4BF2-9CA0-987F09871E6D}" type="parTrans" cxnId="{A6C2F07C-846A-4B00-B0FB-6DE045ECE139}">
      <dgm:prSet/>
      <dgm:spPr/>
      <dgm:t>
        <a:bodyPr/>
        <a:lstStyle/>
        <a:p>
          <a:endParaRPr lang="en-US"/>
        </a:p>
      </dgm:t>
    </dgm:pt>
    <dgm:pt modelId="{55A443D5-4D9C-4580-B538-5AB3F5E7A1D4}" type="sibTrans" cxnId="{A6C2F07C-846A-4B00-B0FB-6DE045ECE139}">
      <dgm:prSet/>
      <dgm:spPr/>
      <dgm:t>
        <a:bodyPr/>
        <a:lstStyle/>
        <a:p>
          <a:endParaRPr lang="en-US"/>
        </a:p>
      </dgm:t>
    </dgm:pt>
    <dgm:pt modelId="{D260D514-17C7-E344-912D-8DCB3E95B2BF}" type="pres">
      <dgm:prSet presAssocID="{C3ED5BEB-E7B3-4513-851A-67EB768546B0}" presName="outerComposite" presStyleCnt="0">
        <dgm:presLayoutVars>
          <dgm:chMax val="5"/>
          <dgm:dir/>
          <dgm:resizeHandles val="exact"/>
        </dgm:presLayoutVars>
      </dgm:prSet>
      <dgm:spPr/>
    </dgm:pt>
    <dgm:pt modelId="{1AB4E2B3-EFFC-E94D-B126-5B995CB30731}" type="pres">
      <dgm:prSet presAssocID="{C3ED5BEB-E7B3-4513-851A-67EB768546B0}" presName="dummyMaxCanvas" presStyleCnt="0">
        <dgm:presLayoutVars/>
      </dgm:prSet>
      <dgm:spPr/>
    </dgm:pt>
    <dgm:pt modelId="{5B3CAC7B-8B3D-6A40-85A2-A298DE4630C1}" type="pres">
      <dgm:prSet presAssocID="{C3ED5BEB-E7B3-4513-851A-67EB768546B0}" presName="ThreeNodes_1" presStyleLbl="node1" presStyleIdx="0" presStyleCnt="3">
        <dgm:presLayoutVars>
          <dgm:bulletEnabled val="1"/>
        </dgm:presLayoutVars>
      </dgm:prSet>
      <dgm:spPr/>
    </dgm:pt>
    <dgm:pt modelId="{E5F77067-D255-194F-B625-9C889B2AEDFE}" type="pres">
      <dgm:prSet presAssocID="{C3ED5BEB-E7B3-4513-851A-67EB768546B0}" presName="ThreeNodes_2" presStyleLbl="node1" presStyleIdx="1" presStyleCnt="3">
        <dgm:presLayoutVars>
          <dgm:bulletEnabled val="1"/>
        </dgm:presLayoutVars>
      </dgm:prSet>
      <dgm:spPr/>
    </dgm:pt>
    <dgm:pt modelId="{D5A50055-0E44-AE41-B099-705F7C6BEEBD}" type="pres">
      <dgm:prSet presAssocID="{C3ED5BEB-E7B3-4513-851A-67EB768546B0}" presName="ThreeNodes_3" presStyleLbl="node1" presStyleIdx="2" presStyleCnt="3">
        <dgm:presLayoutVars>
          <dgm:bulletEnabled val="1"/>
        </dgm:presLayoutVars>
      </dgm:prSet>
      <dgm:spPr/>
    </dgm:pt>
    <dgm:pt modelId="{8110CA75-C2B6-2A43-A1BA-CEC0E7F7A629}" type="pres">
      <dgm:prSet presAssocID="{C3ED5BEB-E7B3-4513-851A-67EB768546B0}" presName="ThreeConn_1-2" presStyleLbl="fgAccFollowNode1" presStyleIdx="0" presStyleCnt="2">
        <dgm:presLayoutVars>
          <dgm:bulletEnabled val="1"/>
        </dgm:presLayoutVars>
      </dgm:prSet>
      <dgm:spPr/>
    </dgm:pt>
    <dgm:pt modelId="{D93F857E-5975-1F4F-8DD7-A4D35A5814DA}" type="pres">
      <dgm:prSet presAssocID="{C3ED5BEB-E7B3-4513-851A-67EB768546B0}" presName="ThreeConn_2-3" presStyleLbl="fgAccFollowNode1" presStyleIdx="1" presStyleCnt="2">
        <dgm:presLayoutVars>
          <dgm:bulletEnabled val="1"/>
        </dgm:presLayoutVars>
      </dgm:prSet>
      <dgm:spPr/>
    </dgm:pt>
    <dgm:pt modelId="{2CBFE656-8B7C-DE46-A494-9977D2F71AFD}" type="pres">
      <dgm:prSet presAssocID="{C3ED5BEB-E7B3-4513-851A-67EB768546B0}" presName="ThreeNodes_1_text" presStyleLbl="node1" presStyleIdx="2" presStyleCnt="3">
        <dgm:presLayoutVars>
          <dgm:bulletEnabled val="1"/>
        </dgm:presLayoutVars>
      </dgm:prSet>
      <dgm:spPr/>
    </dgm:pt>
    <dgm:pt modelId="{D7E1BFD7-EB4B-0648-B567-C853C727496F}" type="pres">
      <dgm:prSet presAssocID="{C3ED5BEB-E7B3-4513-851A-67EB768546B0}" presName="ThreeNodes_2_text" presStyleLbl="node1" presStyleIdx="2" presStyleCnt="3">
        <dgm:presLayoutVars>
          <dgm:bulletEnabled val="1"/>
        </dgm:presLayoutVars>
      </dgm:prSet>
      <dgm:spPr/>
    </dgm:pt>
    <dgm:pt modelId="{036EE060-0700-CA44-AB57-BAEF76EEF0D8}" type="pres">
      <dgm:prSet presAssocID="{C3ED5BEB-E7B3-4513-851A-67EB768546B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DF1B75C-C14F-B745-BECB-8E61203BF9B1}" type="presOf" srcId="{B3F824D0-86E5-4FD1-A0C6-1A60A6EF351A}" destId="{D5A50055-0E44-AE41-B099-705F7C6BEEBD}" srcOrd="0" destOrd="0" presId="urn:microsoft.com/office/officeart/2005/8/layout/vProcess5"/>
    <dgm:cxn modelId="{A3083371-54CF-3947-9F30-C3D55957F783}" type="presOf" srcId="{28255DA9-D485-417C-88F9-E994AC3E1CAB}" destId="{5B3CAC7B-8B3D-6A40-85A2-A298DE4630C1}" srcOrd="0" destOrd="0" presId="urn:microsoft.com/office/officeart/2005/8/layout/vProcess5"/>
    <dgm:cxn modelId="{9B2DBF5A-3793-A34E-A069-36165D0D86B1}" type="presOf" srcId="{9B76A17B-DFCB-4EC6-938F-A574B77EC331}" destId="{D93F857E-5975-1F4F-8DD7-A4D35A5814DA}" srcOrd="0" destOrd="0" presId="urn:microsoft.com/office/officeart/2005/8/layout/vProcess5"/>
    <dgm:cxn modelId="{A6C2F07C-846A-4B00-B0FB-6DE045ECE139}" srcId="{C3ED5BEB-E7B3-4513-851A-67EB768546B0}" destId="{B3F824D0-86E5-4FD1-A0C6-1A60A6EF351A}" srcOrd="2" destOrd="0" parTransId="{BE54AF00-9BBF-4BF2-9CA0-987F09871E6D}" sibTransId="{55A443D5-4D9C-4580-B538-5AB3F5E7A1D4}"/>
    <dgm:cxn modelId="{011CE892-6E80-4D48-B0EB-B1F2C2E7378C}" type="presOf" srcId="{28255DA9-D485-417C-88F9-E994AC3E1CAB}" destId="{2CBFE656-8B7C-DE46-A494-9977D2F71AFD}" srcOrd="1" destOrd="0" presId="urn:microsoft.com/office/officeart/2005/8/layout/vProcess5"/>
    <dgm:cxn modelId="{8C2320AC-23A6-C24C-99AF-22C3147C4BED}" type="presOf" srcId="{B3F824D0-86E5-4FD1-A0C6-1A60A6EF351A}" destId="{036EE060-0700-CA44-AB57-BAEF76EEF0D8}" srcOrd="1" destOrd="0" presId="urn:microsoft.com/office/officeart/2005/8/layout/vProcess5"/>
    <dgm:cxn modelId="{21FE54B2-E180-47C6-8BF9-B2E2C5D0F9C2}" srcId="{C3ED5BEB-E7B3-4513-851A-67EB768546B0}" destId="{28255DA9-D485-417C-88F9-E994AC3E1CAB}" srcOrd="0" destOrd="0" parTransId="{A9ABFD2A-7EBB-4322-8EB6-7847A440A158}" sibTransId="{EA067943-F84C-42E2-9C4E-F43CAEA09AC4}"/>
    <dgm:cxn modelId="{15F577B9-6BD3-1B41-8372-263FB965F660}" type="presOf" srcId="{EA067943-F84C-42E2-9C4E-F43CAEA09AC4}" destId="{8110CA75-C2B6-2A43-A1BA-CEC0E7F7A629}" srcOrd="0" destOrd="0" presId="urn:microsoft.com/office/officeart/2005/8/layout/vProcess5"/>
    <dgm:cxn modelId="{7EF47AD6-3F69-5D49-8B91-24A7CF1A4DC9}" type="presOf" srcId="{0FAA8E45-8A18-4674-B4D7-AED0D274202A}" destId="{E5F77067-D255-194F-B625-9C889B2AEDFE}" srcOrd="0" destOrd="0" presId="urn:microsoft.com/office/officeart/2005/8/layout/vProcess5"/>
    <dgm:cxn modelId="{9508A9E7-13E4-42BD-A9C3-F5E3744E4203}" srcId="{C3ED5BEB-E7B3-4513-851A-67EB768546B0}" destId="{0FAA8E45-8A18-4674-B4D7-AED0D274202A}" srcOrd="1" destOrd="0" parTransId="{BE21A35A-0E5B-40E5-9F84-D145A09CEFCB}" sibTransId="{9B76A17B-DFCB-4EC6-938F-A574B77EC331}"/>
    <dgm:cxn modelId="{399607EF-7CD0-F141-87F1-3EF9842E247A}" type="presOf" srcId="{0FAA8E45-8A18-4674-B4D7-AED0D274202A}" destId="{D7E1BFD7-EB4B-0648-B567-C853C727496F}" srcOrd="1" destOrd="0" presId="urn:microsoft.com/office/officeart/2005/8/layout/vProcess5"/>
    <dgm:cxn modelId="{BD69C2FB-784A-1F4C-9106-E0063DE846D1}" type="presOf" srcId="{C3ED5BEB-E7B3-4513-851A-67EB768546B0}" destId="{D260D514-17C7-E344-912D-8DCB3E95B2BF}" srcOrd="0" destOrd="0" presId="urn:microsoft.com/office/officeart/2005/8/layout/vProcess5"/>
    <dgm:cxn modelId="{0C89E5F5-9E8A-124A-812B-A6C86E0B66FB}" type="presParOf" srcId="{D260D514-17C7-E344-912D-8DCB3E95B2BF}" destId="{1AB4E2B3-EFFC-E94D-B126-5B995CB30731}" srcOrd="0" destOrd="0" presId="urn:microsoft.com/office/officeart/2005/8/layout/vProcess5"/>
    <dgm:cxn modelId="{C23AE416-857B-CF46-A231-E075CBC25CDD}" type="presParOf" srcId="{D260D514-17C7-E344-912D-8DCB3E95B2BF}" destId="{5B3CAC7B-8B3D-6A40-85A2-A298DE4630C1}" srcOrd="1" destOrd="0" presId="urn:microsoft.com/office/officeart/2005/8/layout/vProcess5"/>
    <dgm:cxn modelId="{96475BA8-3AE5-7748-9AF2-99486F418FBE}" type="presParOf" srcId="{D260D514-17C7-E344-912D-8DCB3E95B2BF}" destId="{E5F77067-D255-194F-B625-9C889B2AEDFE}" srcOrd="2" destOrd="0" presId="urn:microsoft.com/office/officeart/2005/8/layout/vProcess5"/>
    <dgm:cxn modelId="{99EF2ADF-DAD4-4F4F-A322-E4C373ED2A89}" type="presParOf" srcId="{D260D514-17C7-E344-912D-8DCB3E95B2BF}" destId="{D5A50055-0E44-AE41-B099-705F7C6BEEBD}" srcOrd="3" destOrd="0" presId="urn:microsoft.com/office/officeart/2005/8/layout/vProcess5"/>
    <dgm:cxn modelId="{011F3F6E-EA3E-B14C-8091-501F05809B85}" type="presParOf" srcId="{D260D514-17C7-E344-912D-8DCB3E95B2BF}" destId="{8110CA75-C2B6-2A43-A1BA-CEC0E7F7A629}" srcOrd="4" destOrd="0" presId="urn:microsoft.com/office/officeart/2005/8/layout/vProcess5"/>
    <dgm:cxn modelId="{C0FBCF05-A7BC-484D-9DEA-8131F9589EB6}" type="presParOf" srcId="{D260D514-17C7-E344-912D-8DCB3E95B2BF}" destId="{D93F857E-5975-1F4F-8DD7-A4D35A5814DA}" srcOrd="5" destOrd="0" presId="urn:microsoft.com/office/officeart/2005/8/layout/vProcess5"/>
    <dgm:cxn modelId="{7CCED87C-02E7-8C43-966C-A5B888AD77AA}" type="presParOf" srcId="{D260D514-17C7-E344-912D-8DCB3E95B2BF}" destId="{2CBFE656-8B7C-DE46-A494-9977D2F71AFD}" srcOrd="6" destOrd="0" presId="urn:microsoft.com/office/officeart/2005/8/layout/vProcess5"/>
    <dgm:cxn modelId="{3F7E68F1-F110-EC43-B008-09C6559CD90F}" type="presParOf" srcId="{D260D514-17C7-E344-912D-8DCB3E95B2BF}" destId="{D7E1BFD7-EB4B-0648-B567-C853C727496F}" srcOrd="7" destOrd="0" presId="urn:microsoft.com/office/officeart/2005/8/layout/vProcess5"/>
    <dgm:cxn modelId="{0DB4EB7F-A11E-F941-AD60-2A12397FC1EE}" type="presParOf" srcId="{D260D514-17C7-E344-912D-8DCB3E95B2BF}" destId="{036EE060-0700-CA44-AB57-BAEF76EEF0D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FDF1B0B-327D-43C4-9DCA-2CCA74BA49F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E7A53F-0BFA-42AC-BC36-A9E3A1E2D1A0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Seeking too much reassurance?</a:t>
          </a:r>
        </a:p>
      </dgm:t>
    </dgm:pt>
    <dgm:pt modelId="{F95F7336-C65D-46E3-ACE1-29E4BFC17895}" type="parTrans" cxnId="{2CD189EA-FEA7-45BF-A78E-F423E3426DC7}">
      <dgm:prSet/>
      <dgm:spPr/>
      <dgm:t>
        <a:bodyPr/>
        <a:lstStyle/>
        <a:p>
          <a:endParaRPr lang="en-US"/>
        </a:p>
      </dgm:t>
    </dgm:pt>
    <dgm:pt modelId="{CC528CCE-ED40-4006-8F37-41F9B575913B}" type="sibTrans" cxnId="{2CD189EA-FEA7-45BF-A78E-F423E3426DC7}">
      <dgm:prSet/>
      <dgm:spPr/>
      <dgm:t>
        <a:bodyPr/>
        <a:lstStyle/>
        <a:p>
          <a:endParaRPr lang="en-US"/>
        </a:p>
      </dgm:t>
    </dgm:pt>
    <dgm:pt modelId="{4FFDC9C1-4A00-4769-9620-6C3164922D0C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Wish</a:t>
          </a:r>
          <a:r>
            <a:rPr lang="en-US" baseline="0" dirty="0"/>
            <a:t> to leave class?</a:t>
          </a:r>
          <a:endParaRPr lang="en-US" dirty="0"/>
        </a:p>
      </dgm:t>
    </dgm:pt>
    <dgm:pt modelId="{F7664011-A7F3-457D-AE3B-1CDF14D44085}" type="parTrans" cxnId="{4BD0014B-D136-40B7-9040-DE88F161C96E}">
      <dgm:prSet/>
      <dgm:spPr/>
      <dgm:t>
        <a:bodyPr/>
        <a:lstStyle/>
        <a:p>
          <a:endParaRPr lang="en-US"/>
        </a:p>
      </dgm:t>
    </dgm:pt>
    <dgm:pt modelId="{BFABC9A8-BC46-40A2-BD3B-6641BA54680A}" type="sibTrans" cxnId="{4BD0014B-D136-40B7-9040-DE88F161C96E}">
      <dgm:prSet/>
      <dgm:spPr/>
      <dgm:t>
        <a:bodyPr/>
        <a:lstStyle/>
        <a:p>
          <a:endParaRPr lang="en-US"/>
        </a:p>
      </dgm:t>
    </dgm:pt>
    <dgm:pt modelId="{425902BC-D472-46C5-A436-3AE474A73B86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Fear of germs?</a:t>
          </a:r>
        </a:p>
      </dgm:t>
    </dgm:pt>
    <dgm:pt modelId="{6A478666-0260-4490-8269-CC5DA8C6ACBF}" type="parTrans" cxnId="{BC7F96B4-8CCC-479B-BB79-A70F1A897C58}">
      <dgm:prSet/>
      <dgm:spPr/>
      <dgm:t>
        <a:bodyPr/>
        <a:lstStyle/>
        <a:p>
          <a:endParaRPr lang="en-US"/>
        </a:p>
      </dgm:t>
    </dgm:pt>
    <dgm:pt modelId="{75F8ADDC-8A5A-4124-97BD-862C81E80BB6}" type="sibTrans" cxnId="{BC7F96B4-8CCC-479B-BB79-A70F1A897C58}">
      <dgm:prSet/>
      <dgm:spPr/>
      <dgm:t>
        <a:bodyPr/>
        <a:lstStyle/>
        <a:p>
          <a:endParaRPr lang="en-US"/>
        </a:p>
      </dgm:t>
    </dgm:pt>
    <dgm:pt modelId="{53AD4ABC-15E2-4881-B4DF-921E25A5080B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 dirty="0"/>
            <a:t>Fear of talking in a group?</a:t>
          </a:r>
        </a:p>
      </dgm:t>
    </dgm:pt>
    <dgm:pt modelId="{462CADD1-A197-4213-A441-BF388C669852}" type="parTrans" cxnId="{1BA295F2-E4F7-4931-BA29-39B702B59A45}">
      <dgm:prSet/>
      <dgm:spPr/>
      <dgm:t>
        <a:bodyPr/>
        <a:lstStyle/>
        <a:p>
          <a:endParaRPr lang="en-US"/>
        </a:p>
      </dgm:t>
    </dgm:pt>
    <dgm:pt modelId="{838ABC3F-D8C3-4BA1-9F53-A5F0C41CFDBB}" type="sibTrans" cxnId="{1BA295F2-E4F7-4931-BA29-39B702B59A45}">
      <dgm:prSet/>
      <dgm:spPr/>
      <dgm:t>
        <a:bodyPr/>
        <a:lstStyle/>
        <a:p>
          <a:endParaRPr lang="en-US"/>
        </a:p>
      </dgm:t>
    </dgm:pt>
    <dgm:pt modelId="{21EAFF2A-7605-4B0A-8D0C-119BF248E59B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Overthinking HW?</a:t>
          </a:r>
        </a:p>
      </dgm:t>
    </dgm:pt>
    <dgm:pt modelId="{6DC62A8B-3B7C-4237-A3FA-58F2FC066CC2}" type="parTrans" cxnId="{18C302DF-5D74-4691-9568-63723855DF45}">
      <dgm:prSet/>
      <dgm:spPr/>
      <dgm:t>
        <a:bodyPr/>
        <a:lstStyle/>
        <a:p>
          <a:endParaRPr lang="en-US"/>
        </a:p>
      </dgm:t>
    </dgm:pt>
    <dgm:pt modelId="{E263F461-7107-4F3B-AAEA-47FF0141B2C3}" type="sibTrans" cxnId="{18C302DF-5D74-4691-9568-63723855DF45}">
      <dgm:prSet/>
      <dgm:spPr/>
      <dgm:t>
        <a:bodyPr/>
        <a:lstStyle/>
        <a:p>
          <a:endParaRPr lang="en-US"/>
        </a:p>
      </dgm:t>
    </dgm:pt>
    <dgm:pt modelId="{88961D9A-46A0-6F4F-8DC3-285F522D1715}" type="pres">
      <dgm:prSet presAssocID="{7FDF1B0B-327D-43C4-9DCA-2CCA74BA49FB}" presName="diagram" presStyleCnt="0">
        <dgm:presLayoutVars>
          <dgm:dir/>
          <dgm:resizeHandles val="exact"/>
        </dgm:presLayoutVars>
      </dgm:prSet>
      <dgm:spPr/>
    </dgm:pt>
    <dgm:pt modelId="{4F9DD61F-E082-5648-A483-6DF0E2E18A2B}" type="pres">
      <dgm:prSet presAssocID="{ACE7A53F-0BFA-42AC-BC36-A9E3A1E2D1A0}" presName="node" presStyleLbl="node1" presStyleIdx="0" presStyleCnt="5">
        <dgm:presLayoutVars>
          <dgm:bulletEnabled val="1"/>
        </dgm:presLayoutVars>
      </dgm:prSet>
      <dgm:spPr/>
    </dgm:pt>
    <dgm:pt modelId="{00833D24-B109-E541-9B29-D58B90342CB0}" type="pres">
      <dgm:prSet presAssocID="{CC528CCE-ED40-4006-8F37-41F9B575913B}" presName="sibTrans" presStyleCnt="0"/>
      <dgm:spPr/>
    </dgm:pt>
    <dgm:pt modelId="{CB34EA1A-EE90-5841-8A88-D90E04BAA339}" type="pres">
      <dgm:prSet presAssocID="{4FFDC9C1-4A00-4769-9620-6C3164922D0C}" presName="node" presStyleLbl="node1" presStyleIdx="1" presStyleCnt="5">
        <dgm:presLayoutVars>
          <dgm:bulletEnabled val="1"/>
        </dgm:presLayoutVars>
      </dgm:prSet>
      <dgm:spPr/>
    </dgm:pt>
    <dgm:pt modelId="{B4D88F2B-14CB-0A40-9240-E30D282749F3}" type="pres">
      <dgm:prSet presAssocID="{BFABC9A8-BC46-40A2-BD3B-6641BA54680A}" presName="sibTrans" presStyleCnt="0"/>
      <dgm:spPr/>
    </dgm:pt>
    <dgm:pt modelId="{450FCF89-7A20-8743-B167-A0991980B892}" type="pres">
      <dgm:prSet presAssocID="{425902BC-D472-46C5-A436-3AE474A73B86}" presName="node" presStyleLbl="node1" presStyleIdx="2" presStyleCnt="5">
        <dgm:presLayoutVars>
          <dgm:bulletEnabled val="1"/>
        </dgm:presLayoutVars>
      </dgm:prSet>
      <dgm:spPr/>
    </dgm:pt>
    <dgm:pt modelId="{D2E7CD65-658A-3047-AC83-BE4AC2A9E0EC}" type="pres">
      <dgm:prSet presAssocID="{75F8ADDC-8A5A-4124-97BD-862C81E80BB6}" presName="sibTrans" presStyleCnt="0"/>
      <dgm:spPr/>
    </dgm:pt>
    <dgm:pt modelId="{50D19E3B-8FB4-2149-8D32-4897A579CD38}" type="pres">
      <dgm:prSet presAssocID="{53AD4ABC-15E2-4881-B4DF-921E25A5080B}" presName="node" presStyleLbl="node1" presStyleIdx="3" presStyleCnt="5">
        <dgm:presLayoutVars>
          <dgm:bulletEnabled val="1"/>
        </dgm:presLayoutVars>
      </dgm:prSet>
      <dgm:spPr/>
    </dgm:pt>
    <dgm:pt modelId="{4EA220F3-E2A3-0A4E-906E-68319334C06F}" type="pres">
      <dgm:prSet presAssocID="{838ABC3F-D8C3-4BA1-9F53-A5F0C41CFDBB}" presName="sibTrans" presStyleCnt="0"/>
      <dgm:spPr/>
    </dgm:pt>
    <dgm:pt modelId="{3BB53053-097A-A54E-A101-690CEA629B4B}" type="pres">
      <dgm:prSet presAssocID="{21EAFF2A-7605-4B0A-8D0C-119BF248E59B}" presName="node" presStyleLbl="node1" presStyleIdx="4" presStyleCnt="5">
        <dgm:presLayoutVars>
          <dgm:bulletEnabled val="1"/>
        </dgm:presLayoutVars>
      </dgm:prSet>
      <dgm:spPr/>
    </dgm:pt>
  </dgm:ptLst>
  <dgm:cxnLst>
    <dgm:cxn modelId="{8B5A7030-E806-6745-80AD-09C86985F9AE}" type="presOf" srcId="{425902BC-D472-46C5-A436-3AE474A73B86}" destId="{450FCF89-7A20-8743-B167-A0991980B892}" srcOrd="0" destOrd="0" presId="urn:microsoft.com/office/officeart/2005/8/layout/default"/>
    <dgm:cxn modelId="{8DBC735B-50EC-E849-8B19-52BEF4407E85}" type="presOf" srcId="{53AD4ABC-15E2-4881-B4DF-921E25A5080B}" destId="{50D19E3B-8FB4-2149-8D32-4897A579CD38}" srcOrd="0" destOrd="0" presId="urn:microsoft.com/office/officeart/2005/8/layout/default"/>
    <dgm:cxn modelId="{DD75EF6A-1F35-7545-B802-B670B32C8502}" type="presOf" srcId="{ACE7A53F-0BFA-42AC-BC36-A9E3A1E2D1A0}" destId="{4F9DD61F-E082-5648-A483-6DF0E2E18A2B}" srcOrd="0" destOrd="0" presId="urn:microsoft.com/office/officeart/2005/8/layout/default"/>
    <dgm:cxn modelId="{4BD0014B-D136-40B7-9040-DE88F161C96E}" srcId="{7FDF1B0B-327D-43C4-9DCA-2CCA74BA49FB}" destId="{4FFDC9C1-4A00-4769-9620-6C3164922D0C}" srcOrd="1" destOrd="0" parTransId="{F7664011-A7F3-457D-AE3B-1CDF14D44085}" sibTransId="{BFABC9A8-BC46-40A2-BD3B-6641BA54680A}"/>
    <dgm:cxn modelId="{A0A35C89-31B5-2C4D-A303-D6C8D944BE68}" type="presOf" srcId="{4FFDC9C1-4A00-4769-9620-6C3164922D0C}" destId="{CB34EA1A-EE90-5841-8A88-D90E04BAA339}" srcOrd="0" destOrd="0" presId="urn:microsoft.com/office/officeart/2005/8/layout/default"/>
    <dgm:cxn modelId="{C969038B-5441-0847-BE7F-10B2B87C7123}" type="presOf" srcId="{7FDF1B0B-327D-43C4-9DCA-2CCA74BA49FB}" destId="{88961D9A-46A0-6F4F-8DC3-285F522D1715}" srcOrd="0" destOrd="0" presId="urn:microsoft.com/office/officeart/2005/8/layout/default"/>
    <dgm:cxn modelId="{AA4540AC-0169-0F49-B8B5-44AF7E2DDA98}" type="presOf" srcId="{21EAFF2A-7605-4B0A-8D0C-119BF248E59B}" destId="{3BB53053-097A-A54E-A101-690CEA629B4B}" srcOrd="0" destOrd="0" presId="urn:microsoft.com/office/officeart/2005/8/layout/default"/>
    <dgm:cxn modelId="{BC7F96B4-8CCC-479B-BB79-A70F1A897C58}" srcId="{7FDF1B0B-327D-43C4-9DCA-2CCA74BA49FB}" destId="{425902BC-D472-46C5-A436-3AE474A73B86}" srcOrd="2" destOrd="0" parTransId="{6A478666-0260-4490-8269-CC5DA8C6ACBF}" sibTransId="{75F8ADDC-8A5A-4124-97BD-862C81E80BB6}"/>
    <dgm:cxn modelId="{18C302DF-5D74-4691-9568-63723855DF45}" srcId="{7FDF1B0B-327D-43C4-9DCA-2CCA74BA49FB}" destId="{21EAFF2A-7605-4B0A-8D0C-119BF248E59B}" srcOrd="4" destOrd="0" parTransId="{6DC62A8B-3B7C-4237-A3FA-58F2FC066CC2}" sibTransId="{E263F461-7107-4F3B-AAEA-47FF0141B2C3}"/>
    <dgm:cxn modelId="{2CD189EA-FEA7-45BF-A78E-F423E3426DC7}" srcId="{7FDF1B0B-327D-43C4-9DCA-2CCA74BA49FB}" destId="{ACE7A53F-0BFA-42AC-BC36-A9E3A1E2D1A0}" srcOrd="0" destOrd="0" parTransId="{F95F7336-C65D-46E3-ACE1-29E4BFC17895}" sibTransId="{CC528CCE-ED40-4006-8F37-41F9B575913B}"/>
    <dgm:cxn modelId="{1BA295F2-E4F7-4931-BA29-39B702B59A45}" srcId="{7FDF1B0B-327D-43C4-9DCA-2CCA74BA49FB}" destId="{53AD4ABC-15E2-4881-B4DF-921E25A5080B}" srcOrd="3" destOrd="0" parTransId="{462CADD1-A197-4213-A441-BF388C669852}" sibTransId="{838ABC3F-D8C3-4BA1-9F53-A5F0C41CFDBB}"/>
    <dgm:cxn modelId="{2CE8C80B-3919-9446-A1F1-D8063C45CE7C}" type="presParOf" srcId="{88961D9A-46A0-6F4F-8DC3-285F522D1715}" destId="{4F9DD61F-E082-5648-A483-6DF0E2E18A2B}" srcOrd="0" destOrd="0" presId="urn:microsoft.com/office/officeart/2005/8/layout/default"/>
    <dgm:cxn modelId="{4686D116-FFF2-8C41-9FE3-3C5C43E5D6FC}" type="presParOf" srcId="{88961D9A-46A0-6F4F-8DC3-285F522D1715}" destId="{00833D24-B109-E541-9B29-D58B90342CB0}" srcOrd="1" destOrd="0" presId="urn:microsoft.com/office/officeart/2005/8/layout/default"/>
    <dgm:cxn modelId="{11C3A4BC-C0BD-2649-8AB1-D5A3E658957C}" type="presParOf" srcId="{88961D9A-46A0-6F4F-8DC3-285F522D1715}" destId="{CB34EA1A-EE90-5841-8A88-D90E04BAA339}" srcOrd="2" destOrd="0" presId="urn:microsoft.com/office/officeart/2005/8/layout/default"/>
    <dgm:cxn modelId="{F8121813-E74A-AB4C-8EBD-BE9B93664774}" type="presParOf" srcId="{88961D9A-46A0-6F4F-8DC3-285F522D1715}" destId="{B4D88F2B-14CB-0A40-9240-E30D282749F3}" srcOrd="3" destOrd="0" presId="urn:microsoft.com/office/officeart/2005/8/layout/default"/>
    <dgm:cxn modelId="{3E2E5EAB-E207-A54D-9768-E263E346818E}" type="presParOf" srcId="{88961D9A-46A0-6F4F-8DC3-285F522D1715}" destId="{450FCF89-7A20-8743-B167-A0991980B892}" srcOrd="4" destOrd="0" presId="urn:microsoft.com/office/officeart/2005/8/layout/default"/>
    <dgm:cxn modelId="{6FDA76C2-A7EC-F843-BCEC-8F21826827D9}" type="presParOf" srcId="{88961D9A-46A0-6F4F-8DC3-285F522D1715}" destId="{D2E7CD65-658A-3047-AC83-BE4AC2A9E0EC}" srcOrd="5" destOrd="0" presId="urn:microsoft.com/office/officeart/2005/8/layout/default"/>
    <dgm:cxn modelId="{06C307A6-D40B-564E-8723-6E2434D750C9}" type="presParOf" srcId="{88961D9A-46A0-6F4F-8DC3-285F522D1715}" destId="{50D19E3B-8FB4-2149-8D32-4897A579CD38}" srcOrd="6" destOrd="0" presId="urn:microsoft.com/office/officeart/2005/8/layout/default"/>
    <dgm:cxn modelId="{9CA4B1B2-748D-5846-AC1D-47CBE8BF7BAC}" type="presParOf" srcId="{88961D9A-46A0-6F4F-8DC3-285F522D1715}" destId="{4EA220F3-E2A3-0A4E-906E-68319334C06F}" srcOrd="7" destOrd="0" presId="urn:microsoft.com/office/officeart/2005/8/layout/default"/>
    <dgm:cxn modelId="{7B866D0C-1529-B440-A55A-44E97011B5B8}" type="presParOf" srcId="{88961D9A-46A0-6F4F-8DC3-285F522D1715}" destId="{3BB53053-097A-A54E-A101-690CEA629B4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C7431FF-EFDE-40F6-8DC2-6F71C19D11A7}" type="doc">
      <dgm:prSet loTypeId="urn:microsoft.com/office/officeart/2005/8/layout/vList2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177A4C1-6539-4EB1-8F8F-748FFB92C87D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24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When a student with an IEP violates the school’s code of conduct and is removed from school, it is considered a change of placement.</a:t>
          </a:r>
        </a:p>
      </dgm:t>
    </dgm:pt>
    <dgm:pt modelId="{2D5FCFC0-E313-4D2D-8C2B-9F8A2B928AD4}" type="parTrans" cxnId="{73A8CE1F-E4E1-4B8B-AC07-A3F6839B557C}">
      <dgm:prSet/>
      <dgm:spPr/>
      <dgm:t>
        <a:bodyPr/>
        <a:lstStyle/>
        <a:p>
          <a:endParaRPr lang="en-US"/>
        </a:p>
      </dgm:t>
    </dgm:pt>
    <dgm:pt modelId="{1CE23B2F-1528-478F-90E2-069F533DF0B9}" type="sibTrans" cxnId="{73A8CE1F-E4E1-4B8B-AC07-A3F6839B557C}">
      <dgm:prSet/>
      <dgm:spPr/>
      <dgm:t>
        <a:bodyPr/>
        <a:lstStyle/>
        <a:p>
          <a:endParaRPr lang="en-US"/>
        </a:p>
      </dgm:t>
    </dgm:pt>
    <dgm:pt modelId="{E0DC28B4-3BB0-435D-B65D-FA56CB5EFDB8}">
      <dgm:prSet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10 days (do not have to be sequential)</a:t>
          </a:r>
        </a:p>
      </dgm:t>
    </dgm:pt>
    <dgm:pt modelId="{115EEE73-6B2A-4157-B61F-55473D70A955}" type="parTrans" cxnId="{8BAEDDCC-266E-4528-A2F0-D2649BE605FA}">
      <dgm:prSet/>
      <dgm:spPr/>
      <dgm:t>
        <a:bodyPr/>
        <a:lstStyle/>
        <a:p>
          <a:endParaRPr lang="en-US"/>
        </a:p>
      </dgm:t>
    </dgm:pt>
    <dgm:pt modelId="{32B938A2-CC83-4001-A8C4-F9AB1077C596}" type="sibTrans" cxnId="{8BAEDDCC-266E-4528-A2F0-D2649BE605FA}">
      <dgm:prSet/>
      <dgm:spPr/>
      <dgm:t>
        <a:bodyPr/>
        <a:lstStyle/>
        <a:p>
          <a:endParaRPr lang="en-US"/>
        </a:p>
      </dgm:t>
    </dgm:pt>
    <dgm:pt modelId="{FED49EB1-B996-438D-BBAB-BEAB504F1471}">
      <dgm:prSet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15 total days in a school year</a:t>
          </a:r>
        </a:p>
      </dgm:t>
    </dgm:pt>
    <dgm:pt modelId="{63956185-3015-43BA-A92F-66D6B2B40B7E}" type="parTrans" cxnId="{FBE40800-DAE6-477F-8053-7FB0CB865DDA}">
      <dgm:prSet/>
      <dgm:spPr/>
      <dgm:t>
        <a:bodyPr/>
        <a:lstStyle/>
        <a:p>
          <a:endParaRPr lang="en-US"/>
        </a:p>
      </dgm:t>
    </dgm:pt>
    <dgm:pt modelId="{9A79B453-3EE2-4AA5-9E48-3D9A38174A00}" type="sibTrans" cxnId="{FBE40800-DAE6-477F-8053-7FB0CB865DDA}">
      <dgm:prSet/>
      <dgm:spPr/>
      <dgm:t>
        <a:bodyPr/>
        <a:lstStyle/>
        <a:p>
          <a:endParaRPr lang="en-US"/>
        </a:p>
      </dgm:t>
    </dgm:pt>
    <dgm:pt modelId="{CC66AD6E-CD09-4102-86E7-DDC7EF72F4FA}">
      <dgm:prSet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If there is a pattern of exclusion</a:t>
          </a:r>
        </a:p>
      </dgm:t>
    </dgm:pt>
    <dgm:pt modelId="{669556A6-A08D-4EC7-8BB0-B0F4CC467557}" type="parTrans" cxnId="{FA6921F3-DC83-4A78-9170-0CD803B9013C}">
      <dgm:prSet/>
      <dgm:spPr/>
      <dgm:t>
        <a:bodyPr/>
        <a:lstStyle/>
        <a:p>
          <a:endParaRPr lang="en-US"/>
        </a:p>
      </dgm:t>
    </dgm:pt>
    <dgm:pt modelId="{A493D803-7A9C-48E6-BC2B-DEA982ECE501}" type="sibTrans" cxnId="{FA6921F3-DC83-4A78-9170-0CD803B9013C}">
      <dgm:prSet/>
      <dgm:spPr/>
      <dgm:t>
        <a:bodyPr/>
        <a:lstStyle/>
        <a:p>
          <a:endParaRPr lang="en-US"/>
        </a:p>
      </dgm:t>
    </dgm:pt>
    <dgm:pt modelId="{33CD8DCD-C159-4AE1-8B7B-942A89F7DB3A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The IEP team must hold a Manifestation Determination Review within 10 days of the change of placement to decide if the behavior is a result of the student’s disability</a:t>
          </a:r>
          <a:r>
            <a:rPr lang="en-US" dirty="0">
              <a:solidFill>
                <a:schemeClr val="tx1"/>
              </a:solidFill>
              <a:latin typeface="+mn-lt"/>
            </a:rPr>
            <a:t>.</a:t>
          </a:r>
        </a:p>
      </dgm:t>
    </dgm:pt>
    <dgm:pt modelId="{715EAFB9-ABAA-4F88-A94B-2FF0FF11A0FE}" type="parTrans" cxnId="{B35908B3-41BC-4598-A8FB-818C4CEBD096}">
      <dgm:prSet/>
      <dgm:spPr/>
      <dgm:t>
        <a:bodyPr/>
        <a:lstStyle/>
        <a:p>
          <a:endParaRPr lang="en-US"/>
        </a:p>
      </dgm:t>
    </dgm:pt>
    <dgm:pt modelId="{E21A1BB3-23CD-4393-B763-66ECF4E1EFCF}" type="sibTrans" cxnId="{B35908B3-41BC-4598-A8FB-818C4CEBD096}">
      <dgm:prSet/>
      <dgm:spPr/>
      <dgm:t>
        <a:bodyPr/>
        <a:lstStyle/>
        <a:p>
          <a:endParaRPr lang="en-US"/>
        </a:p>
      </dgm:t>
    </dgm:pt>
    <dgm:pt modelId="{84AC995D-55E7-CD4E-9CE5-3570EC3C1806}" type="pres">
      <dgm:prSet presAssocID="{EC7431FF-EFDE-40F6-8DC2-6F71C19D11A7}" presName="linear" presStyleCnt="0">
        <dgm:presLayoutVars>
          <dgm:animLvl val="lvl"/>
          <dgm:resizeHandles val="exact"/>
        </dgm:presLayoutVars>
      </dgm:prSet>
      <dgm:spPr/>
    </dgm:pt>
    <dgm:pt modelId="{84D46975-C099-BD4F-AFE5-97E7291E26CA}" type="pres">
      <dgm:prSet presAssocID="{8177A4C1-6539-4EB1-8F8F-748FFB92C8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1DF49E-AB2B-6147-9F7D-D0F8530EA70B}" type="pres">
      <dgm:prSet presAssocID="{8177A4C1-6539-4EB1-8F8F-748FFB92C87D}" presName="childText" presStyleLbl="revTx" presStyleIdx="0" presStyleCnt="1">
        <dgm:presLayoutVars>
          <dgm:bulletEnabled val="1"/>
        </dgm:presLayoutVars>
      </dgm:prSet>
      <dgm:spPr/>
    </dgm:pt>
    <dgm:pt modelId="{44F66A3F-3129-8747-B09E-11C838417C75}" type="pres">
      <dgm:prSet presAssocID="{33CD8DCD-C159-4AE1-8B7B-942A89F7DB3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BE40800-DAE6-477F-8053-7FB0CB865DDA}" srcId="{8177A4C1-6539-4EB1-8F8F-748FFB92C87D}" destId="{FED49EB1-B996-438D-BBAB-BEAB504F1471}" srcOrd="1" destOrd="0" parTransId="{63956185-3015-43BA-A92F-66D6B2B40B7E}" sibTransId="{9A79B453-3EE2-4AA5-9E48-3D9A38174A00}"/>
    <dgm:cxn modelId="{73A8CE1F-E4E1-4B8B-AC07-A3F6839B557C}" srcId="{EC7431FF-EFDE-40F6-8DC2-6F71C19D11A7}" destId="{8177A4C1-6539-4EB1-8F8F-748FFB92C87D}" srcOrd="0" destOrd="0" parTransId="{2D5FCFC0-E313-4D2D-8C2B-9F8A2B928AD4}" sibTransId="{1CE23B2F-1528-478F-90E2-069F533DF0B9}"/>
    <dgm:cxn modelId="{7DAA224A-0CA5-9448-90AA-35D867DE1A13}" type="presOf" srcId="{E0DC28B4-3BB0-435D-B65D-FA56CB5EFDB8}" destId="{AE1DF49E-AB2B-6147-9F7D-D0F8530EA70B}" srcOrd="0" destOrd="0" presId="urn:microsoft.com/office/officeart/2005/8/layout/vList2"/>
    <dgm:cxn modelId="{4FF51951-87FF-B443-97A7-53C5B0FF9260}" type="presOf" srcId="{FED49EB1-B996-438D-BBAB-BEAB504F1471}" destId="{AE1DF49E-AB2B-6147-9F7D-D0F8530EA70B}" srcOrd="0" destOrd="1" presId="urn:microsoft.com/office/officeart/2005/8/layout/vList2"/>
    <dgm:cxn modelId="{31942371-8507-AC4B-87F4-2FBCCA2954E5}" type="presOf" srcId="{33CD8DCD-C159-4AE1-8B7B-942A89F7DB3A}" destId="{44F66A3F-3129-8747-B09E-11C838417C75}" srcOrd="0" destOrd="0" presId="urn:microsoft.com/office/officeart/2005/8/layout/vList2"/>
    <dgm:cxn modelId="{69EDE6A6-CD85-6643-A40F-0D59FA7B1A08}" type="presOf" srcId="{8177A4C1-6539-4EB1-8F8F-748FFB92C87D}" destId="{84D46975-C099-BD4F-AFE5-97E7291E26CA}" srcOrd="0" destOrd="0" presId="urn:microsoft.com/office/officeart/2005/8/layout/vList2"/>
    <dgm:cxn modelId="{B35908B3-41BC-4598-A8FB-818C4CEBD096}" srcId="{EC7431FF-EFDE-40F6-8DC2-6F71C19D11A7}" destId="{33CD8DCD-C159-4AE1-8B7B-942A89F7DB3A}" srcOrd="1" destOrd="0" parTransId="{715EAFB9-ABAA-4F88-A94B-2FF0FF11A0FE}" sibTransId="{E21A1BB3-23CD-4393-B763-66ECF4E1EFCF}"/>
    <dgm:cxn modelId="{11F2F5B9-E720-7945-BB48-D60417F7AA8B}" type="presOf" srcId="{CC66AD6E-CD09-4102-86E7-DDC7EF72F4FA}" destId="{AE1DF49E-AB2B-6147-9F7D-D0F8530EA70B}" srcOrd="0" destOrd="2" presId="urn:microsoft.com/office/officeart/2005/8/layout/vList2"/>
    <dgm:cxn modelId="{8BAEDDCC-266E-4528-A2F0-D2649BE605FA}" srcId="{8177A4C1-6539-4EB1-8F8F-748FFB92C87D}" destId="{E0DC28B4-3BB0-435D-B65D-FA56CB5EFDB8}" srcOrd="0" destOrd="0" parTransId="{115EEE73-6B2A-4157-B61F-55473D70A955}" sibTransId="{32B938A2-CC83-4001-A8C4-F9AB1077C596}"/>
    <dgm:cxn modelId="{FA6921F3-DC83-4A78-9170-0CD803B9013C}" srcId="{8177A4C1-6539-4EB1-8F8F-748FFB92C87D}" destId="{CC66AD6E-CD09-4102-86E7-DDC7EF72F4FA}" srcOrd="2" destOrd="0" parTransId="{669556A6-A08D-4EC7-8BB0-B0F4CC467557}" sibTransId="{A493D803-7A9C-48E6-BC2B-DEA982ECE501}"/>
    <dgm:cxn modelId="{967CE5F9-EDE4-2E49-9CB0-DE72A5A492E6}" type="presOf" srcId="{EC7431FF-EFDE-40F6-8DC2-6F71C19D11A7}" destId="{84AC995D-55E7-CD4E-9CE5-3570EC3C1806}" srcOrd="0" destOrd="0" presId="urn:microsoft.com/office/officeart/2005/8/layout/vList2"/>
    <dgm:cxn modelId="{C2739050-6005-FC4B-A466-51E076E8C1D3}" type="presParOf" srcId="{84AC995D-55E7-CD4E-9CE5-3570EC3C1806}" destId="{84D46975-C099-BD4F-AFE5-97E7291E26CA}" srcOrd="0" destOrd="0" presId="urn:microsoft.com/office/officeart/2005/8/layout/vList2"/>
    <dgm:cxn modelId="{81E901CA-13C8-CA45-952C-9617114535BF}" type="presParOf" srcId="{84AC995D-55E7-CD4E-9CE5-3570EC3C1806}" destId="{AE1DF49E-AB2B-6147-9F7D-D0F8530EA70B}" srcOrd="1" destOrd="0" presId="urn:microsoft.com/office/officeart/2005/8/layout/vList2"/>
    <dgm:cxn modelId="{B3C81B07-4D3C-2E4A-9731-C3681602F276}" type="presParOf" srcId="{84AC995D-55E7-CD4E-9CE5-3570EC3C1806}" destId="{44F66A3F-3129-8747-B09E-11C838417C7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8C09F8C-E9E9-C24D-B6B6-331032FF352A}" type="doc">
      <dgm:prSet loTypeId="urn:microsoft.com/office/officeart/2005/8/layout/arrow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93ABA78-B819-0244-8DC7-E7290D56004B}">
      <dgm:prSet phldrT="[Text]" custT="1"/>
      <dgm:spPr/>
      <dgm:t>
        <a:bodyPr/>
        <a:lstStyle/>
        <a:p>
          <a:r>
            <a:rPr lang="en-US" sz="2800" dirty="0">
              <a:latin typeface="+mn-lt"/>
              <a:cs typeface="Times New Roman" panose="02020603050405020304" pitchFamily="18" charset="0"/>
            </a:rPr>
            <a:t>The behavior in question is caused by or has a relationship to the student’s identified disability</a:t>
          </a:r>
          <a:endParaRPr lang="en-US" sz="2800" dirty="0">
            <a:latin typeface="+mn-lt"/>
          </a:endParaRPr>
        </a:p>
      </dgm:t>
    </dgm:pt>
    <dgm:pt modelId="{44C17FF2-3641-644C-A124-9B72192EAAC0}" type="parTrans" cxnId="{50EC3A4D-8FDC-5843-B483-B606F0FD016E}">
      <dgm:prSet/>
      <dgm:spPr/>
      <dgm:t>
        <a:bodyPr/>
        <a:lstStyle/>
        <a:p>
          <a:endParaRPr lang="en-US"/>
        </a:p>
      </dgm:t>
    </dgm:pt>
    <dgm:pt modelId="{8AAE7E14-7E58-CC4B-BBA5-98CE744E4DC1}" type="sibTrans" cxnId="{50EC3A4D-8FDC-5843-B483-B606F0FD016E}">
      <dgm:prSet/>
      <dgm:spPr/>
      <dgm:t>
        <a:bodyPr/>
        <a:lstStyle/>
        <a:p>
          <a:endParaRPr lang="en-US"/>
        </a:p>
      </dgm:t>
    </dgm:pt>
    <dgm:pt modelId="{E01D7D79-4D1E-3F40-819B-74EE95D4997E}">
      <dgm:prSet phldrT="[Text]" custT="1"/>
      <dgm:spPr/>
      <dgm:t>
        <a:bodyPr/>
        <a:lstStyle/>
        <a:p>
          <a:r>
            <a:rPr lang="en-US" sz="2800" dirty="0">
              <a:latin typeface="+mn-lt"/>
              <a:cs typeface="Times New Roman" panose="02020603050405020304" pitchFamily="18" charset="0"/>
            </a:rPr>
            <a:t>The school has failed to implement fully the student’s IEP</a:t>
          </a:r>
          <a:endParaRPr lang="en-US" sz="2800" dirty="0">
            <a:latin typeface="+mn-lt"/>
          </a:endParaRPr>
        </a:p>
      </dgm:t>
    </dgm:pt>
    <dgm:pt modelId="{2899E89A-8CC6-5844-B1C8-EC3A1830AF2D}" type="parTrans" cxnId="{074D2BE4-1EB6-F94D-9254-25E3627E8CC5}">
      <dgm:prSet/>
      <dgm:spPr/>
      <dgm:t>
        <a:bodyPr/>
        <a:lstStyle/>
        <a:p>
          <a:endParaRPr lang="en-US"/>
        </a:p>
      </dgm:t>
    </dgm:pt>
    <dgm:pt modelId="{D96D6AD5-483E-3B47-B0DF-43884E21E347}" type="sibTrans" cxnId="{074D2BE4-1EB6-F94D-9254-25E3627E8CC5}">
      <dgm:prSet/>
      <dgm:spPr/>
      <dgm:t>
        <a:bodyPr/>
        <a:lstStyle/>
        <a:p>
          <a:endParaRPr lang="en-US"/>
        </a:p>
      </dgm:t>
    </dgm:pt>
    <dgm:pt modelId="{4D2FE9F9-39E7-CB4C-A3DF-81B1E955B7E6}" type="pres">
      <dgm:prSet presAssocID="{C8C09F8C-E9E9-C24D-B6B6-331032FF352A}" presName="compositeShape" presStyleCnt="0">
        <dgm:presLayoutVars>
          <dgm:chMax val="2"/>
          <dgm:dir/>
          <dgm:resizeHandles val="exact"/>
        </dgm:presLayoutVars>
      </dgm:prSet>
      <dgm:spPr/>
    </dgm:pt>
    <dgm:pt modelId="{1C65E346-39B4-8E4A-B874-5A530700E64B}" type="pres">
      <dgm:prSet presAssocID="{C8C09F8C-E9E9-C24D-B6B6-331032FF352A}" presName="divider" presStyleLbl="fgShp" presStyleIdx="0" presStyleCnt="1"/>
      <dgm:spPr>
        <a:solidFill>
          <a:schemeClr val="accent2"/>
        </a:solidFill>
      </dgm:spPr>
    </dgm:pt>
    <dgm:pt modelId="{1D34F19D-EF60-AA43-BEAA-D3EB00862B7B}" type="pres">
      <dgm:prSet presAssocID="{B93ABA78-B819-0244-8DC7-E7290D56004B}" presName="downArrow" presStyleLbl="node1" presStyleIdx="0" presStyleCnt="2"/>
      <dgm:spPr>
        <a:solidFill>
          <a:schemeClr val="bg1">
            <a:lumMod val="75000"/>
          </a:schemeClr>
        </a:solidFill>
      </dgm:spPr>
    </dgm:pt>
    <dgm:pt modelId="{AC7D5335-20BE-B649-B0AB-51354734E6E5}" type="pres">
      <dgm:prSet presAssocID="{B93ABA78-B819-0244-8DC7-E7290D56004B}" presName="downArrowText" presStyleLbl="revTx" presStyleIdx="0" presStyleCnt="2" custScaleX="159410">
        <dgm:presLayoutVars>
          <dgm:bulletEnabled val="1"/>
        </dgm:presLayoutVars>
      </dgm:prSet>
      <dgm:spPr/>
    </dgm:pt>
    <dgm:pt modelId="{9669CCA4-D004-3742-93B5-DF762EF17AC3}" type="pres">
      <dgm:prSet presAssocID="{E01D7D79-4D1E-3F40-819B-74EE95D4997E}" presName="upArrow" presStyleLbl="node1" presStyleIdx="1" presStyleCnt="2"/>
      <dgm:spPr>
        <a:solidFill>
          <a:schemeClr val="accent5">
            <a:lumMod val="60000"/>
            <a:lumOff val="40000"/>
          </a:schemeClr>
        </a:solidFill>
      </dgm:spPr>
    </dgm:pt>
    <dgm:pt modelId="{C6EEC4CD-1A9C-3A4E-AE6C-678800C2C59C}" type="pres">
      <dgm:prSet presAssocID="{E01D7D79-4D1E-3F40-819B-74EE95D4997E}" presName="upArrowText" presStyleLbl="revTx" presStyleIdx="1" presStyleCnt="2" custScaleX="118750">
        <dgm:presLayoutVars>
          <dgm:bulletEnabled val="1"/>
        </dgm:presLayoutVars>
      </dgm:prSet>
      <dgm:spPr/>
    </dgm:pt>
  </dgm:ptLst>
  <dgm:cxnLst>
    <dgm:cxn modelId="{50EC3A4D-8FDC-5843-B483-B606F0FD016E}" srcId="{C8C09F8C-E9E9-C24D-B6B6-331032FF352A}" destId="{B93ABA78-B819-0244-8DC7-E7290D56004B}" srcOrd="0" destOrd="0" parTransId="{44C17FF2-3641-644C-A124-9B72192EAAC0}" sibTransId="{8AAE7E14-7E58-CC4B-BBA5-98CE744E4DC1}"/>
    <dgm:cxn modelId="{3467D44F-9A62-B541-BC34-2D8BE4C327F0}" type="presOf" srcId="{E01D7D79-4D1E-3F40-819B-74EE95D4997E}" destId="{C6EEC4CD-1A9C-3A4E-AE6C-678800C2C59C}" srcOrd="0" destOrd="0" presId="urn:microsoft.com/office/officeart/2005/8/layout/arrow3"/>
    <dgm:cxn modelId="{AC826974-8059-2E46-B259-2CEDA081B478}" type="presOf" srcId="{C8C09F8C-E9E9-C24D-B6B6-331032FF352A}" destId="{4D2FE9F9-39E7-CB4C-A3DF-81B1E955B7E6}" srcOrd="0" destOrd="0" presId="urn:microsoft.com/office/officeart/2005/8/layout/arrow3"/>
    <dgm:cxn modelId="{73D60957-03F2-A741-865E-E66A3C6C438D}" type="presOf" srcId="{B93ABA78-B819-0244-8DC7-E7290D56004B}" destId="{AC7D5335-20BE-B649-B0AB-51354734E6E5}" srcOrd="0" destOrd="0" presId="urn:microsoft.com/office/officeart/2005/8/layout/arrow3"/>
    <dgm:cxn modelId="{074D2BE4-1EB6-F94D-9254-25E3627E8CC5}" srcId="{C8C09F8C-E9E9-C24D-B6B6-331032FF352A}" destId="{E01D7D79-4D1E-3F40-819B-74EE95D4997E}" srcOrd="1" destOrd="0" parTransId="{2899E89A-8CC6-5844-B1C8-EC3A1830AF2D}" sibTransId="{D96D6AD5-483E-3B47-B0DF-43884E21E347}"/>
    <dgm:cxn modelId="{3ED75FAC-F29F-E74D-866D-0C390FBCB5E7}" type="presParOf" srcId="{4D2FE9F9-39E7-CB4C-A3DF-81B1E955B7E6}" destId="{1C65E346-39B4-8E4A-B874-5A530700E64B}" srcOrd="0" destOrd="0" presId="urn:microsoft.com/office/officeart/2005/8/layout/arrow3"/>
    <dgm:cxn modelId="{21C219F6-E468-EC4C-AF37-CDCD12F3F0DB}" type="presParOf" srcId="{4D2FE9F9-39E7-CB4C-A3DF-81B1E955B7E6}" destId="{1D34F19D-EF60-AA43-BEAA-D3EB00862B7B}" srcOrd="1" destOrd="0" presId="urn:microsoft.com/office/officeart/2005/8/layout/arrow3"/>
    <dgm:cxn modelId="{901D382F-7633-F042-8AAF-C84D82B66B43}" type="presParOf" srcId="{4D2FE9F9-39E7-CB4C-A3DF-81B1E955B7E6}" destId="{AC7D5335-20BE-B649-B0AB-51354734E6E5}" srcOrd="2" destOrd="0" presId="urn:microsoft.com/office/officeart/2005/8/layout/arrow3"/>
    <dgm:cxn modelId="{B8BF1EE2-4E1B-1246-BDA3-6CF9412D8FA0}" type="presParOf" srcId="{4D2FE9F9-39E7-CB4C-A3DF-81B1E955B7E6}" destId="{9669CCA4-D004-3742-93B5-DF762EF17AC3}" srcOrd="3" destOrd="0" presId="urn:microsoft.com/office/officeart/2005/8/layout/arrow3"/>
    <dgm:cxn modelId="{7A59B8CF-2E32-FF46-9139-47661B91E0E3}" type="presParOf" srcId="{4D2FE9F9-39E7-CB4C-A3DF-81B1E955B7E6}" destId="{C6EEC4CD-1A9C-3A4E-AE6C-678800C2C59C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FD63105-0CA8-B340-B934-2843C5750E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491686-720F-6748-B9BF-F7D935837DFD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/>
            <a:t>Team gathers – introductions</a:t>
          </a:r>
        </a:p>
      </dgm:t>
    </dgm:pt>
    <dgm:pt modelId="{6A78D8E4-33E2-E949-B998-85880A279865}" type="parTrans" cxnId="{A634D0D9-7927-804B-AD8E-79125850DAD7}">
      <dgm:prSet/>
      <dgm:spPr/>
      <dgm:t>
        <a:bodyPr/>
        <a:lstStyle/>
        <a:p>
          <a:endParaRPr lang="en-US"/>
        </a:p>
      </dgm:t>
    </dgm:pt>
    <dgm:pt modelId="{319677D2-1735-AE4F-B4DD-4F29143BA36D}" type="sibTrans" cxnId="{A634D0D9-7927-804B-AD8E-79125850DAD7}">
      <dgm:prSet/>
      <dgm:spPr/>
      <dgm:t>
        <a:bodyPr/>
        <a:lstStyle/>
        <a:p>
          <a:endParaRPr lang="en-US"/>
        </a:p>
      </dgm:t>
    </dgm:pt>
    <dgm:pt modelId="{3B4D249F-0A80-7548-ACD6-5A0362EABD40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Review the incident</a:t>
          </a:r>
        </a:p>
      </dgm:t>
    </dgm:pt>
    <dgm:pt modelId="{FC6960E6-AAF4-2F40-8D48-3604F1AD0388}" type="parTrans" cxnId="{4B2349F8-0233-FC41-8535-CDA8471A4E97}">
      <dgm:prSet/>
      <dgm:spPr/>
      <dgm:t>
        <a:bodyPr/>
        <a:lstStyle/>
        <a:p>
          <a:endParaRPr lang="en-US"/>
        </a:p>
      </dgm:t>
    </dgm:pt>
    <dgm:pt modelId="{4BF93CF4-3703-4E4E-8802-C35856FADFB2}" type="sibTrans" cxnId="{4B2349F8-0233-FC41-8535-CDA8471A4E97}">
      <dgm:prSet/>
      <dgm:spPr/>
      <dgm:t>
        <a:bodyPr/>
        <a:lstStyle/>
        <a:p>
          <a:endParaRPr lang="en-US"/>
        </a:p>
      </dgm:t>
    </dgm:pt>
    <dgm:pt modelId="{FBA46955-63B5-014D-9419-513F579C776D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Review current evaluations</a:t>
          </a:r>
        </a:p>
      </dgm:t>
    </dgm:pt>
    <dgm:pt modelId="{CF5FBC0A-F79F-C444-A5D4-9564C5178441}" type="parTrans" cxnId="{8485B892-02D4-3E4E-8E69-953DA7B1BD4B}">
      <dgm:prSet/>
      <dgm:spPr/>
      <dgm:t>
        <a:bodyPr/>
        <a:lstStyle/>
        <a:p>
          <a:endParaRPr lang="en-US"/>
        </a:p>
      </dgm:t>
    </dgm:pt>
    <dgm:pt modelId="{F5DE57FF-AE37-904B-B728-F2812397B607}" type="sibTrans" cxnId="{8485B892-02D4-3E4E-8E69-953DA7B1BD4B}">
      <dgm:prSet/>
      <dgm:spPr/>
      <dgm:t>
        <a:bodyPr/>
        <a:lstStyle/>
        <a:p>
          <a:endParaRPr lang="en-US"/>
        </a:p>
      </dgm:t>
    </dgm:pt>
    <dgm:pt modelId="{F27FCBE2-F1CD-AE46-99A6-6AA6FC4E8F24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Discuss how student disability is related to the incident</a:t>
          </a:r>
        </a:p>
      </dgm:t>
    </dgm:pt>
    <dgm:pt modelId="{D6230513-313A-FB4B-8127-6B95FD02CC85}" type="parTrans" cxnId="{0193009C-372B-7543-B407-37D4AD3C0FA9}">
      <dgm:prSet/>
      <dgm:spPr/>
      <dgm:t>
        <a:bodyPr/>
        <a:lstStyle/>
        <a:p>
          <a:endParaRPr lang="en-US"/>
        </a:p>
      </dgm:t>
    </dgm:pt>
    <dgm:pt modelId="{313E3BE6-D85F-0F4B-909D-FB6755DE491C}" type="sibTrans" cxnId="{0193009C-372B-7543-B407-37D4AD3C0FA9}">
      <dgm:prSet/>
      <dgm:spPr/>
      <dgm:t>
        <a:bodyPr/>
        <a:lstStyle/>
        <a:p>
          <a:endParaRPr lang="en-US"/>
        </a:p>
      </dgm:t>
    </dgm:pt>
    <dgm:pt modelId="{BB2888C3-A1DD-564A-8A8E-6FCFCBEBCD5F}">
      <dgm:prSet/>
      <dgm:spPr/>
      <dgm:t>
        <a:bodyPr/>
        <a:lstStyle/>
        <a:p>
          <a:r>
            <a:rPr lang="en-US"/>
            <a:t>Did the incident have a direct and substantial relationship to the student’s disability?</a:t>
          </a:r>
        </a:p>
      </dgm:t>
    </dgm:pt>
    <dgm:pt modelId="{30AFD7DB-CB04-8B47-B726-7A17D35D4662}" type="parTrans" cxnId="{27F45273-6BB3-5748-881D-3545AF551BFC}">
      <dgm:prSet/>
      <dgm:spPr/>
      <dgm:t>
        <a:bodyPr/>
        <a:lstStyle/>
        <a:p>
          <a:endParaRPr lang="en-US"/>
        </a:p>
      </dgm:t>
    </dgm:pt>
    <dgm:pt modelId="{4E2FF5E8-F7F9-7347-A428-E0C24A53B982}" type="sibTrans" cxnId="{27F45273-6BB3-5748-881D-3545AF551BFC}">
      <dgm:prSet/>
      <dgm:spPr/>
      <dgm:t>
        <a:bodyPr/>
        <a:lstStyle/>
        <a:p>
          <a:endParaRPr lang="en-US"/>
        </a:p>
      </dgm:t>
    </dgm:pt>
    <dgm:pt modelId="{09D89548-673D-D240-B314-F77F7F347FAD}">
      <dgm:prSet/>
      <dgm:spPr/>
      <dgm:t>
        <a:bodyPr/>
        <a:lstStyle/>
        <a:p>
          <a:r>
            <a:rPr lang="en-US"/>
            <a:t>Was the incident a result of failure to implement the student’s IEP?</a:t>
          </a:r>
        </a:p>
      </dgm:t>
    </dgm:pt>
    <dgm:pt modelId="{923AD949-55FD-FF4E-A11B-BE02040CA95F}" type="parTrans" cxnId="{433C7E90-E8AC-1B4F-9B2E-322484549358}">
      <dgm:prSet/>
      <dgm:spPr/>
      <dgm:t>
        <a:bodyPr/>
        <a:lstStyle/>
        <a:p>
          <a:endParaRPr lang="en-US"/>
        </a:p>
      </dgm:t>
    </dgm:pt>
    <dgm:pt modelId="{10D86A8D-A6C0-2C41-A5CF-B04AC9330F4F}" type="sibTrans" cxnId="{433C7E90-E8AC-1B4F-9B2E-322484549358}">
      <dgm:prSet/>
      <dgm:spPr/>
      <dgm:t>
        <a:bodyPr/>
        <a:lstStyle/>
        <a:p>
          <a:endParaRPr lang="en-US"/>
        </a:p>
      </dgm:t>
    </dgm:pt>
    <dgm:pt modelId="{F5480CA8-651B-5141-91EC-8B1CAD833915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Decide if the incident is a manifestation of students’ disability</a:t>
          </a:r>
        </a:p>
      </dgm:t>
    </dgm:pt>
    <dgm:pt modelId="{889EB16F-D18C-0747-82E8-9926DF0F1E8E}" type="parTrans" cxnId="{8A6C6E26-9632-4C40-8530-A6D5D6A12560}">
      <dgm:prSet/>
      <dgm:spPr/>
      <dgm:t>
        <a:bodyPr/>
        <a:lstStyle/>
        <a:p>
          <a:endParaRPr lang="en-US"/>
        </a:p>
      </dgm:t>
    </dgm:pt>
    <dgm:pt modelId="{3F521566-A138-C94C-BD7A-C67D87B7DA6A}" type="sibTrans" cxnId="{8A6C6E26-9632-4C40-8530-A6D5D6A12560}">
      <dgm:prSet/>
      <dgm:spPr/>
      <dgm:t>
        <a:bodyPr/>
        <a:lstStyle/>
        <a:p>
          <a:endParaRPr lang="en-US"/>
        </a:p>
      </dgm:t>
    </dgm:pt>
    <dgm:pt modelId="{C940CD18-730D-E24D-A873-859080F7FCAF}" type="pres">
      <dgm:prSet presAssocID="{1FD63105-0CA8-B340-B934-2843C5750E1A}" presName="linear" presStyleCnt="0">
        <dgm:presLayoutVars>
          <dgm:animLvl val="lvl"/>
          <dgm:resizeHandles val="exact"/>
        </dgm:presLayoutVars>
      </dgm:prSet>
      <dgm:spPr/>
    </dgm:pt>
    <dgm:pt modelId="{CBA52561-827C-3147-A351-4378CE5BAFB4}" type="pres">
      <dgm:prSet presAssocID="{0C491686-720F-6748-B9BF-F7D935837DF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41086C7-01E6-B648-93A6-733CA1DC5993}" type="pres">
      <dgm:prSet presAssocID="{319677D2-1735-AE4F-B4DD-4F29143BA36D}" presName="spacer" presStyleCnt="0"/>
      <dgm:spPr/>
    </dgm:pt>
    <dgm:pt modelId="{BAB9C826-8A55-F14D-B137-A8CC98E9F706}" type="pres">
      <dgm:prSet presAssocID="{3B4D249F-0A80-7548-ACD6-5A0362EABD4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3580110-CFA3-6A47-B41C-CF6336E0E9E0}" type="pres">
      <dgm:prSet presAssocID="{4BF93CF4-3703-4E4E-8802-C35856FADFB2}" presName="spacer" presStyleCnt="0"/>
      <dgm:spPr/>
    </dgm:pt>
    <dgm:pt modelId="{D5ED3202-DE61-D040-B1DD-4019DA967086}" type="pres">
      <dgm:prSet presAssocID="{FBA46955-63B5-014D-9419-513F579C776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1EAD5B4-FA1F-B049-B7EA-2806A4BF9D90}" type="pres">
      <dgm:prSet presAssocID="{F5DE57FF-AE37-904B-B728-F2812397B607}" presName="spacer" presStyleCnt="0"/>
      <dgm:spPr/>
    </dgm:pt>
    <dgm:pt modelId="{8CA38DFE-9261-DC47-93C6-021186B59FE4}" type="pres">
      <dgm:prSet presAssocID="{F27FCBE2-F1CD-AE46-99A6-6AA6FC4E8F2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6A7E57B-F467-3243-84B7-27C8843AAE26}" type="pres">
      <dgm:prSet presAssocID="{F27FCBE2-F1CD-AE46-99A6-6AA6FC4E8F24}" presName="childText" presStyleLbl="revTx" presStyleIdx="0" presStyleCnt="1">
        <dgm:presLayoutVars>
          <dgm:bulletEnabled val="1"/>
        </dgm:presLayoutVars>
      </dgm:prSet>
      <dgm:spPr/>
    </dgm:pt>
    <dgm:pt modelId="{AB4D6D3D-3BCD-E347-AA4C-5F948B76629E}" type="pres">
      <dgm:prSet presAssocID="{F5480CA8-651B-5141-91EC-8B1CAD83391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6218309-AB4C-9640-9F38-71C9DC01EDAA}" type="presOf" srcId="{F27FCBE2-F1CD-AE46-99A6-6AA6FC4E8F24}" destId="{8CA38DFE-9261-DC47-93C6-021186B59FE4}" srcOrd="0" destOrd="0" presId="urn:microsoft.com/office/officeart/2005/8/layout/vList2"/>
    <dgm:cxn modelId="{5DB54613-D6BD-4548-AF81-8C0973E922D8}" type="presOf" srcId="{09D89548-673D-D240-B314-F77F7F347FAD}" destId="{26A7E57B-F467-3243-84B7-27C8843AAE26}" srcOrd="0" destOrd="1" presId="urn:microsoft.com/office/officeart/2005/8/layout/vList2"/>
    <dgm:cxn modelId="{8A6C6E26-9632-4C40-8530-A6D5D6A12560}" srcId="{1FD63105-0CA8-B340-B934-2843C5750E1A}" destId="{F5480CA8-651B-5141-91EC-8B1CAD833915}" srcOrd="4" destOrd="0" parTransId="{889EB16F-D18C-0747-82E8-9926DF0F1E8E}" sibTransId="{3F521566-A138-C94C-BD7A-C67D87B7DA6A}"/>
    <dgm:cxn modelId="{6901A549-3AA3-5F44-882C-B32F8E0FCECF}" type="presOf" srcId="{0C491686-720F-6748-B9BF-F7D935837DFD}" destId="{CBA52561-827C-3147-A351-4378CE5BAFB4}" srcOrd="0" destOrd="0" presId="urn:microsoft.com/office/officeart/2005/8/layout/vList2"/>
    <dgm:cxn modelId="{8ACA784D-8CD8-8646-B562-D4E8D6557933}" type="presOf" srcId="{F5480CA8-651B-5141-91EC-8B1CAD833915}" destId="{AB4D6D3D-3BCD-E347-AA4C-5F948B76629E}" srcOrd="0" destOrd="0" presId="urn:microsoft.com/office/officeart/2005/8/layout/vList2"/>
    <dgm:cxn modelId="{27F45273-6BB3-5748-881D-3545AF551BFC}" srcId="{F27FCBE2-F1CD-AE46-99A6-6AA6FC4E8F24}" destId="{BB2888C3-A1DD-564A-8A8E-6FCFCBEBCD5F}" srcOrd="0" destOrd="0" parTransId="{30AFD7DB-CB04-8B47-B726-7A17D35D4662}" sibTransId="{4E2FF5E8-F7F9-7347-A428-E0C24A53B982}"/>
    <dgm:cxn modelId="{D16F1087-E0E1-094F-AC4E-8E6B44935118}" type="presOf" srcId="{1FD63105-0CA8-B340-B934-2843C5750E1A}" destId="{C940CD18-730D-E24D-A873-859080F7FCAF}" srcOrd="0" destOrd="0" presId="urn:microsoft.com/office/officeart/2005/8/layout/vList2"/>
    <dgm:cxn modelId="{433C7E90-E8AC-1B4F-9B2E-322484549358}" srcId="{F27FCBE2-F1CD-AE46-99A6-6AA6FC4E8F24}" destId="{09D89548-673D-D240-B314-F77F7F347FAD}" srcOrd="1" destOrd="0" parTransId="{923AD949-55FD-FF4E-A11B-BE02040CA95F}" sibTransId="{10D86A8D-A6C0-2C41-A5CF-B04AC9330F4F}"/>
    <dgm:cxn modelId="{8485B892-02D4-3E4E-8E69-953DA7B1BD4B}" srcId="{1FD63105-0CA8-B340-B934-2843C5750E1A}" destId="{FBA46955-63B5-014D-9419-513F579C776D}" srcOrd="2" destOrd="0" parTransId="{CF5FBC0A-F79F-C444-A5D4-9564C5178441}" sibTransId="{F5DE57FF-AE37-904B-B728-F2812397B607}"/>
    <dgm:cxn modelId="{F6F8FA97-75BB-6041-946D-76D338D00BFB}" type="presOf" srcId="{BB2888C3-A1DD-564A-8A8E-6FCFCBEBCD5F}" destId="{26A7E57B-F467-3243-84B7-27C8843AAE26}" srcOrd="0" destOrd="0" presId="urn:microsoft.com/office/officeart/2005/8/layout/vList2"/>
    <dgm:cxn modelId="{0193009C-372B-7543-B407-37D4AD3C0FA9}" srcId="{1FD63105-0CA8-B340-B934-2843C5750E1A}" destId="{F27FCBE2-F1CD-AE46-99A6-6AA6FC4E8F24}" srcOrd="3" destOrd="0" parTransId="{D6230513-313A-FB4B-8127-6B95FD02CC85}" sibTransId="{313E3BE6-D85F-0F4B-909D-FB6755DE491C}"/>
    <dgm:cxn modelId="{FD53B4B2-EFFE-B642-A984-EE6859087E9A}" type="presOf" srcId="{FBA46955-63B5-014D-9419-513F579C776D}" destId="{D5ED3202-DE61-D040-B1DD-4019DA967086}" srcOrd="0" destOrd="0" presId="urn:microsoft.com/office/officeart/2005/8/layout/vList2"/>
    <dgm:cxn modelId="{A634D0D9-7927-804B-AD8E-79125850DAD7}" srcId="{1FD63105-0CA8-B340-B934-2843C5750E1A}" destId="{0C491686-720F-6748-B9BF-F7D935837DFD}" srcOrd="0" destOrd="0" parTransId="{6A78D8E4-33E2-E949-B998-85880A279865}" sibTransId="{319677D2-1735-AE4F-B4DD-4F29143BA36D}"/>
    <dgm:cxn modelId="{FE18FFE3-7D5B-3F41-AF9D-3B242694EBEE}" type="presOf" srcId="{3B4D249F-0A80-7548-ACD6-5A0362EABD40}" destId="{BAB9C826-8A55-F14D-B137-A8CC98E9F706}" srcOrd="0" destOrd="0" presId="urn:microsoft.com/office/officeart/2005/8/layout/vList2"/>
    <dgm:cxn modelId="{4B2349F8-0233-FC41-8535-CDA8471A4E97}" srcId="{1FD63105-0CA8-B340-B934-2843C5750E1A}" destId="{3B4D249F-0A80-7548-ACD6-5A0362EABD40}" srcOrd="1" destOrd="0" parTransId="{FC6960E6-AAF4-2F40-8D48-3604F1AD0388}" sibTransId="{4BF93CF4-3703-4E4E-8802-C35856FADFB2}"/>
    <dgm:cxn modelId="{C2CC8BAB-2811-A54D-8A3A-0C3B137CD517}" type="presParOf" srcId="{C940CD18-730D-E24D-A873-859080F7FCAF}" destId="{CBA52561-827C-3147-A351-4378CE5BAFB4}" srcOrd="0" destOrd="0" presId="urn:microsoft.com/office/officeart/2005/8/layout/vList2"/>
    <dgm:cxn modelId="{7C5875C3-84A5-7C4F-B121-5C8D4873180C}" type="presParOf" srcId="{C940CD18-730D-E24D-A873-859080F7FCAF}" destId="{F41086C7-01E6-B648-93A6-733CA1DC5993}" srcOrd="1" destOrd="0" presId="urn:microsoft.com/office/officeart/2005/8/layout/vList2"/>
    <dgm:cxn modelId="{EB8DCA51-F309-964F-896E-D7C7305E23E8}" type="presParOf" srcId="{C940CD18-730D-E24D-A873-859080F7FCAF}" destId="{BAB9C826-8A55-F14D-B137-A8CC98E9F706}" srcOrd="2" destOrd="0" presId="urn:microsoft.com/office/officeart/2005/8/layout/vList2"/>
    <dgm:cxn modelId="{3381FFEE-C478-8644-9041-6FC89F7A5EAB}" type="presParOf" srcId="{C940CD18-730D-E24D-A873-859080F7FCAF}" destId="{D3580110-CFA3-6A47-B41C-CF6336E0E9E0}" srcOrd="3" destOrd="0" presId="urn:microsoft.com/office/officeart/2005/8/layout/vList2"/>
    <dgm:cxn modelId="{441DA6DD-5C60-9941-978C-F37B1586EE22}" type="presParOf" srcId="{C940CD18-730D-E24D-A873-859080F7FCAF}" destId="{D5ED3202-DE61-D040-B1DD-4019DA967086}" srcOrd="4" destOrd="0" presId="urn:microsoft.com/office/officeart/2005/8/layout/vList2"/>
    <dgm:cxn modelId="{C432EFEB-ECCB-3344-B615-8B3F99ADE9CE}" type="presParOf" srcId="{C940CD18-730D-E24D-A873-859080F7FCAF}" destId="{F1EAD5B4-FA1F-B049-B7EA-2806A4BF9D90}" srcOrd="5" destOrd="0" presId="urn:microsoft.com/office/officeart/2005/8/layout/vList2"/>
    <dgm:cxn modelId="{B4B6DAB2-9F13-8F43-90B8-6A917997E03B}" type="presParOf" srcId="{C940CD18-730D-E24D-A873-859080F7FCAF}" destId="{8CA38DFE-9261-DC47-93C6-021186B59FE4}" srcOrd="6" destOrd="0" presId="urn:microsoft.com/office/officeart/2005/8/layout/vList2"/>
    <dgm:cxn modelId="{D8EB892B-1E8E-004D-A10C-A4ACC5155B1F}" type="presParOf" srcId="{C940CD18-730D-E24D-A873-859080F7FCAF}" destId="{26A7E57B-F467-3243-84B7-27C8843AAE26}" srcOrd="7" destOrd="0" presId="urn:microsoft.com/office/officeart/2005/8/layout/vList2"/>
    <dgm:cxn modelId="{757DD7FF-2599-A248-BEB6-56E681C93C35}" type="presParOf" srcId="{C940CD18-730D-E24D-A873-859080F7FCAF}" destId="{AB4D6D3D-3BCD-E347-AA4C-5F948B76629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FDFE5A6-C91F-4BC4-86A4-9C9157C8475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0E93E0-85C6-4CBE-B685-D6DADCCF0B67}">
      <dgm:prSet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Carries or brings a weapon to school or a school-related event.</a:t>
          </a:r>
        </a:p>
      </dgm:t>
    </dgm:pt>
    <dgm:pt modelId="{D3EB96E4-3115-4447-892F-5049328DEDA6}" type="parTrans" cxnId="{0C77FCB0-1BE1-4B04-8A93-9D8B34D680B9}">
      <dgm:prSet/>
      <dgm:spPr/>
      <dgm:t>
        <a:bodyPr/>
        <a:lstStyle/>
        <a:p>
          <a:endParaRPr lang="en-US"/>
        </a:p>
      </dgm:t>
    </dgm:pt>
    <dgm:pt modelId="{E2429CFA-8B4B-4804-B2D7-16457FCBCF61}" type="sibTrans" cxnId="{0C77FCB0-1BE1-4B04-8A93-9D8B34D680B9}">
      <dgm:prSet/>
      <dgm:spPr/>
      <dgm:t>
        <a:bodyPr/>
        <a:lstStyle/>
        <a:p>
          <a:endParaRPr lang="en-US"/>
        </a:p>
      </dgm:t>
    </dgm:pt>
    <dgm:pt modelId="{DE0DFCB9-7039-46E8-B5E3-5C1AA66FEA72}">
      <dgm:prSet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Possession, use or distribution of controlled substances at school or a school-related event.</a:t>
          </a:r>
        </a:p>
      </dgm:t>
    </dgm:pt>
    <dgm:pt modelId="{F37FD2BE-156A-4DB1-973E-18208E56CC97}" type="parTrans" cxnId="{14037DFC-D0DB-48A5-9C4A-7209D88DF56E}">
      <dgm:prSet/>
      <dgm:spPr/>
      <dgm:t>
        <a:bodyPr/>
        <a:lstStyle/>
        <a:p>
          <a:endParaRPr lang="en-US"/>
        </a:p>
      </dgm:t>
    </dgm:pt>
    <dgm:pt modelId="{9E7555FE-4D0A-48FB-898C-1785FEECF711}" type="sibTrans" cxnId="{14037DFC-D0DB-48A5-9C4A-7209D88DF56E}">
      <dgm:prSet/>
      <dgm:spPr/>
      <dgm:t>
        <a:bodyPr/>
        <a:lstStyle/>
        <a:p>
          <a:endParaRPr lang="en-US"/>
        </a:p>
      </dgm:t>
    </dgm:pt>
    <dgm:pt modelId="{8C27FDBF-732A-40A4-AB39-270C2D7074E2}">
      <dgm:prSet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Inflicts bodily harm/injury to another person at school or a school-related event.</a:t>
          </a:r>
        </a:p>
      </dgm:t>
    </dgm:pt>
    <dgm:pt modelId="{403D638E-74CA-44F7-BBC0-E30F1A117E9B}" type="parTrans" cxnId="{3CCAF0F7-C4C8-48CB-BAB5-3B2F85DD21BC}">
      <dgm:prSet/>
      <dgm:spPr/>
      <dgm:t>
        <a:bodyPr/>
        <a:lstStyle/>
        <a:p>
          <a:endParaRPr lang="en-US"/>
        </a:p>
      </dgm:t>
    </dgm:pt>
    <dgm:pt modelId="{BD542491-8E89-445B-BE7F-1D3BCCB6AC15}" type="sibTrans" cxnId="{3CCAF0F7-C4C8-48CB-BAB5-3B2F85DD21BC}">
      <dgm:prSet/>
      <dgm:spPr/>
      <dgm:t>
        <a:bodyPr/>
        <a:lstStyle/>
        <a:p>
          <a:endParaRPr lang="en-US"/>
        </a:p>
      </dgm:t>
    </dgm:pt>
    <dgm:pt modelId="{46D1E493-E89B-4666-A199-6D536E478C49}">
      <dgm:prSet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LEA can issue a 45-day alternative placement</a:t>
          </a:r>
        </a:p>
      </dgm:t>
    </dgm:pt>
    <dgm:pt modelId="{E6BBC6F7-8671-41A8-824B-0B6B9469FCA2}" type="parTrans" cxnId="{C57360AA-861F-429E-B6BD-7E6FDC899E85}">
      <dgm:prSet/>
      <dgm:spPr/>
      <dgm:t>
        <a:bodyPr/>
        <a:lstStyle/>
        <a:p>
          <a:endParaRPr lang="en-US"/>
        </a:p>
      </dgm:t>
    </dgm:pt>
    <dgm:pt modelId="{6E31C311-5C30-4856-ACE8-4AC17C120BE7}" type="sibTrans" cxnId="{C57360AA-861F-429E-B6BD-7E6FDC899E85}">
      <dgm:prSet/>
      <dgm:spPr/>
      <dgm:t>
        <a:bodyPr/>
        <a:lstStyle/>
        <a:p>
          <a:endParaRPr lang="en-US"/>
        </a:p>
      </dgm:t>
    </dgm:pt>
    <dgm:pt modelId="{8FE7E8FB-6B46-E841-B9DE-3655F230E121}" type="pres">
      <dgm:prSet presAssocID="{4FDFE5A6-C91F-4BC4-86A4-9C9157C84755}" presName="vert0" presStyleCnt="0">
        <dgm:presLayoutVars>
          <dgm:dir/>
          <dgm:animOne val="branch"/>
          <dgm:animLvl val="lvl"/>
        </dgm:presLayoutVars>
      </dgm:prSet>
      <dgm:spPr/>
    </dgm:pt>
    <dgm:pt modelId="{AA50210C-1F79-024D-8CB1-D4F58EB69FC8}" type="pres">
      <dgm:prSet presAssocID="{0F0E93E0-85C6-4CBE-B685-D6DADCCF0B67}" presName="thickLine" presStyleLbl="alignNode1" presStyleIdx="0" presStyleCnt="4"/>
      <dgm:spPr/>
    </dgm:pt>
    <dgm:pt modelId="{3ADAEF8E-3AB4-F543-B15D-DBE37AA7A9B3}" type="pres">
      <dgm:prSet presAssocID="{0F0E93E0-85C6-4CBE-B685-D6DADCCF0B67}" presName="horz1" presStyleCnt="0"/>
      <dgm:spPr/>
    </dgm:pt>
    <dgm:pt modelId="{2CF46E3F-1F69-6444-AAC7-8810DAA81BDC}" type="pres">
      <dgm:prSet presAssocID="{0F0E93E0-85C6-4CBE-B685-D6DADCCF0B67}" presName="tx1" presStyleLbl="revTx" presStyleIdx="0" presStyleCnt="4" custScaleY="307514"/>
      <dgm:spPr/>
    </dgm:pt>
    <dgm:pt modelId="{5EC1CAA8-6014-2C4B-8ECD-607098A362F6}" type="pres">
      <dgm:prSet presAssocID="{0F0E93E0-85C6-4CBE-B685-D6DADCCF0B67}" presName="vert1" presStyleCnt="0"/>
      <dgm:spPr/>
    </dgm:pt>
    <dgm:pt modelId="{BCC01ABC-D996-8543-874D-0331C66EAF02}" type="pres">
      <dgm:prSet presAssocID="{DE0DFCB9-7039-46E8-B5E3-5C1AA66FEA72}" presName="thickLine" presStyleLbl="alignNode1" presStyleIdx="1" presStyleCnt="4"/>
      <dgm:spPr/>
    </dgm:pt>
    <dgm:pt modelId="{C8809F4C-2B5E-4E48-8F9B-9CDE4F1BC339}" type="pres">
      <dgm:prSet presAssocID="{DE0DFCB9-7039-46E8-B5E3-5C1AA66FEA72}" presName="horz1" presStyleCnt="0"/>
      <dgm:spPr/>
    </dgm:pt>
    <dgm:pt modelId="{8E1A51E4-22F5-6342-8AF5-5B7D2EBAEE6E}" type="pres">
      <dgm:prSet presAssocID="{DE0DFCB9-7039-46E8-B5E3-5C1AA66FEA72}" presName="tx1" presStyleLbl="revTx" presStyleIdx="1" presStyleCnt="4" custScaleY="307514"/>
      <dgm:spPr/>
    </dgm:pt>
    <dgm:pt modelId="{B097D2AC-4891-CE4E-9C7A-5B225B87F5F4}" type="pres">
      <dgm:prSet presAssocID="{DE0DFCB9-7039-46E8-B5E3-5C1AA66FEA72}" presName="vert1" presStyleCnt="0"/>
      <dgm:spPr/>
    </dgm:pt>
    <dgm:pt modelId="{823A9B39-526D-3345-A1C1-9CD9B8206507}" type="pres">
      <dgm:prSet presAssocID="{8C27FDBF-732A-40A4-AB39-270C2D7074E2}" presName="thickLine" presStyleLbl="alignNode1" presStyleIdx="2" presStyleCnt="4"/>
      <dgm:spPr/>
    </dgm:pt>
    <dgm:pt modelId="{F3084218-F441-B748-ABDA-676B127372DB}" type="pres">
      <dgm:prSet presAssocID="{8C27FDBF-732A-40A4-AB39-270C2D7074E2}" presName="horz1" presStyleCnt="0"/>
      <dgm:spPr/>
    </dgm:pt>
    <dgm:pt modelId="{6B386EBF-DE2C-C245-8F4A-7B986B03F463}" type="pres">
      <dgm:prSet presAssocID="{8C27FDBF-732A-40A4-AB39-270C2D7074E2}" presName="tx1" presStyleLbl="revTx" presStyleIdx="2" presStyleCnt="4" custScaleY="307514"/>
      <dgm:spPr/>
    </dgm:pt>
    <dgm:pt modelId="{6A84AE61-5C2A-3949-802D-854955FB2A3A}" type="pres">
      <dgm:prSet presAssocID="{8C27FDBF-732A-40A4-AB39-270C2D7074E2}" presName="vert1" presStyleCnt="0"/>
      <dgm:spPr/>
    </dgm:pt>
    <dgm:pt modelId="{26E821C5-C8AB-A54E-8135-2F9D2D9BA6D4}" type="pres">
      <dgm:prSet presAssocID="{46D1E493-E89B-4666-A199-6D536E478C49}" presName="thickLine" presStyleLbl="alignNode1" presStyleIdx="3" presStyleCnt="4"/>
      <dgm:spPr/>
    </dgm:pt>
    <dgm:pt modelId="{E82432BC-72FD-E749-B947-F107249BE8B3}" type="pres">
      <dgm:prSet presAssocID="{46D1E493-E89B-4666-A199-6D536E478C49}" presName="horz1" presStyleCnt="0"/>
      <dgm:spPr/>
    </dgm:pt>
    <dgm:pt modelId="{0EE6B804-A312-DC48-9868-8F38248EEFAC}" type="pres">
      <dgm:prSet presAssocID="{46D1E493-E89B-4666-A199-6D536E478C49}" presName="tx1" presStyleLbl="revTx" presStyleIdx="3" presStyleCnt="4" custScaleY="307514"/>
      <dgm:spPr/>
    </dgm:pt>
    <dgm:pt modelId="{63EB9C81-A259-4A4A-97E3-08E26F30574E}" type="pres">
      <dgm:prSet presAssocID="{46D1E493-E89B-4666-A199-6D536E478C49}" presName="vert1" presStyleCnt="0"/>
      <dgm:spPr/>
    </dgm:pt>
  </dgm:ptLst>
  <dgm:cxnLst>
    <dgm:cxn modelId="{FBDE5369-C199-1749-893F-3AFDF18C3504}" type="presOf" srcId="{8C27FDBF-732A-40A4-AB39-270C2D7074E2}" destId="{6B386EBF-DE2C-C245-8F4A-7B986B03F463}" srcOrd="0" destOrd="0" presId="urn:microsoft.com/office/officeart/2008/layout/LinedList"/>
    <dgm:cxn modelId="{C6CE1054-14CD-9141-A176-1C26062546F9}" type="presOf" srcId="{46D1E493-E89B-4666-A199-6D536E478C49}" destId="{0EE6B804-A312-DC48-9868-8F38248EEFAC}" srcOrd="0" destOrd="0" presId="urn:microsoft.com/office/officeart/2008/layout/LinedList"/>
    <dgm:cxn modelId="{BE446C77-0CF5-F74E-8A65-0675F2A50417}" type="presOf" srcId="{DE0DFCB9-7039-46E8-B5E3-5C1AA66FEA72}" destId="{8E1A51E4-22F5-6342-8AF5-5B7D2EBAEE6E}" srcOrd="0" destOrd="0" presId="urn:microsoft.com/office/officeart/2008/layout/LinedList"/>
    <dgm:cxn modelId="{EABF7F8F-CA3D-634B-815D-C86117FA8E18}" type="presOf" srcId="{4FDFE5A6-C91F-4BC4-86A4-9C9157C84755}" destId="{8FE7E8FB-6B46-E841-B9DE-3655F230E121}" srcOrd="0" destOrd="0" presId="urn:microsoft.com/office/officeart/2008/layout/LinedList"/>
    <dgm:cxn modelId="{C57360AA-861F-429E-B6BD-7E6FDC899E85}" srcId="{4FDFE5A6-C91F-4BC4-86A4-9C9157C84755}" destId="{46D1E493-E89B-4666-A199-6D536E478C49}" srcOrd="3" destOrd="0" parTransId="{E6BBC6F7-8671-41A8-824B-0B6B9469FCA2}" sibTransId="{6E31C311-5C30-4856-ACE8-4AC17C120BE7}"/>
    <dgm:cxn modelId="{0C77FCB0-1BE1-4B04-8A93-9D8B34D680B9}" srcId="{4FDFE5A6-C91F-4BC4-86A4-9C9157C84755}" destId="{0F0E93E0-85C6-4CBE-B685-D6DADCCF0B67}" srcOrd="0" destOrd="0" parTransId="{D3EB96E4-3115-4447-892F-5049328DEDA6}" sibTransId="{E2429CFA-8B4B-4804-B2D7-16457FCBCF61}"/>
    <dgm:cxn modelId="{C7C8A5D4-2B38-C446-9C2A-68A280D48E67}" type="presOf" srcId="{0F0E93E0-85C6-4CBE-B685-D6DADCCF0B67}" destId="{2CF46E3F-1F69-6444-AAC7-8810DAA81BDC}" srcOrd="0" destOrd="0" presId="urn:microsoft.com/office/officeart/2008/layout/LinedList"/>
    <dgm:cxn modelId="{3CCAF0F7-C4C8-48CB-BAB5-3B2F85DD21BC}" srcId="{4FDFE5A6-C91F-4BC4-86A4-9C9157C84755}" destId="{8C27FDBF-732A-40A4-AB39-270C2D7074E2}" srcOrd="2" destOrd="0" parTransId="{403D638E-74CA-44F7-BBC0-E30F1A117E9B}" sibTransId="{BD542491-8E89-445B-BE7F-1D3BCCB6AC15}"/>
    <dgm:cxn modelId="{14037DFC-D0DB-48A5-9C4A-7209D88DF56E}" srcId="{4FDFE5A6-C91F-4BC4-86A4-9C9157C84755}" destId="{DE0DFCB9-7039-46E8-B5E3-5C1AA66FEA72}" srcOrd="1" destOrd="0" parTransId="{F37FD2BE-156A-4DB1-973E-18208E56CC97}" sibTransId="{9E7555FE-4D0A-48FB-898C-1785FEECF711}"/>
    <dgm:cxn modelId="{F3F2EC34-C6B8-6C46-AF32-BFF33FAE2F28}" type="presParOf" srcId="{8FE7E8FB-6B46-E841-B9DE-3655F230E121}" destId="{AA50210C-1F79-024D-8CB1-D4F58EB69FC8}" srcOrd="0" destOrd="0" presId="urn:microsoft.com/office/officeart/2008/layout/LinedList"/>
    <dgm:cxn modelId="{62D6E7D0-0FE7-5B4B-9D59-7E8401BF1094}" type="presParOf" srcId="{8FE7E8FB-6B46-E841-B9DE-3655F230E121}" destId="{3ADAEF8E-3AB4-F543-B15D-DBE37AA7A9B3}" srcOrd="1" destOrd="0" presId="urn:microsoft.com/office/officeart/2008/layout/LinedList"/>
    <dgm:cxn modelId="{B94FC25B-5D94-2546-8BEA-DEA6A150C1C3}" type="presParOf" srcId="{3ADAEF8E-3AB4-F543-B15D-DBE37AA7A9B3}" destId="{2CF46E3F-1F69-6444-AAC7-8810DAA81BDC}" srcOrd="0" destOrd="0" presId="urn:microsoft.com/office/officeart/2008/layout/LinedList"/>
    <dgm:cxn modelId="{61AB94E6-30F7-6847-96A9-F0A12CB3A58B}" type="presParOf" srcId="{3ADAEF8E-3AB4-F543-B15D-DBE37AA7A9B3}" destId="{5EC1CAA8-6014-2C4B-8ECD-607098A362F6}" srcOrd="1" destOrd="0" presId="urn:microsoft.com/office/officeart/2008/layout/LinedList"/>
    <dgm:cxn modelId="{FB32A2AE-5A1F-0349-BFB1-1000E6B0C6DF}" type="presParOf" srcId="{8FE7E8FB-6B46-E841-B9DE-3655F230E121}" destId="{BCC01ABC-D996-8543-874D-0331C66EAF02}" srcOrd="2" destOrd="0" presId="urn:microsoft.com/office/officeart/2008/layout/LinedList"/>
    <dgm:cxn modelId="{1D160FCC-EE0F-034B-B010-12AA3650553E}" type="presParOf" srcId="{8FE7E8FB-6B46-E841-B9DE-3655F230E121}" destId="{C8809F4C-2B5E-4E48-8F9B-9CDE4F1BC339}" srcOrd="3" destOrd="0" presId="urn:microsoft.com/office/officeart/2008/layout/LinedList"/>
    <dgm:cxn modelId="{CB0E55B6-982E-DB40-B311-4A7A477417D8}" type="presParOf" srcId="{C8809F4C-2B5E-4E48-8F9B-9CDE4F1BC339}" destId="{8E1A51E4-22F5-6342-8AF5-5B7D2EBAEE6E}" srcOrd="0" destOrd="0" presId="urn:microsoft.com/office/officeart/2008/layout/LinedList"/>
    <dgm:cxn modelId="{1C72A721-0AEF-6F41-9982-1833A27D1876}" type="presParOf" srcId="{C8809F4C-2B5E-4E48-8F9B-9CDE4F1BC339}" destId="{B097D2AC-4891-CE4E-9C7A-5B225B87F5F4}" srcOrd="1" destOrd="0" presId="urn:microsoft.com/office/officeart/2008/layout/LinedList"/>
    <dgm:cxn modelId="{3160E931-334B-EB46-BE09-610A6192EAF7}" type="presParOf" srcId="{8FE7E8FB-6B46-E841-B9DE-3655F230E121}" destId="{823A9B39-526D-3345-A1C1-9CD9B8206507}" srcOrd="4" destOrd="0" presId="urn:microsoft.com/office/officeart/2008/layout/LinedList"/>
    <dgm:cxn modelId="{E96A332E-B4F2-9543-AF4A-2FF46E6C8EF0}" type="presParOf" srcId="{8FE7E8FB-6B46-E841-B9DE-3655F230E121}" destId="{F3084218-F441-B748-ABDA-676B127372DB}" srcOrd="5" destOrd="0" presId="urn:microsoft.com/office/officeart/2008/layout/LinedList"/>
    <dgm:cxn modelId="{7CE6CE17-7F87-4147-AEC2-531A33433783}" type="presParOf" srcId="{F3084218-F441-B748-ABDA-676B127372DB}" destId="{6B386EBF-DE2C-C245-8F4A-7B986B03F463}" srcOrd="0" destOrd="0" presId="urn:microsoft.com/office/officeart/2008/layout/LinedList"/>
    <dgm:cxn modelId="{B446F418-D0AD-6F49-8329-2786A1BE9C89}" type="presParOf" srcId="{F3084218-F441-B748-ABDA-676B127372DB}" destId="{6A84AE61-5C2A-3949-802D-854955FB2A3A}" srcOrd="1" destOrd="0" presId="urn:microsoft.com/office/officeart/2008/layout/LinedList"/>
    <dgm:cxn modelId="{D3F00471-F8D9-7A41-8009-CD05BC45377F}" type="presParOf" srcId="{8FE7E8FB-6B46-E841-B9DE-3655F230E121}" destId="{26E821C5-C8AB-A54E-8135-2F9D2D9BA6D4}" srcOrd="6" destOrd="0" presId="urn:microsoft.com/office/officeart/2008/layout/LinedList"/>
    <dgm:cxn modelId="{0B0C1919-F1F3-5D4D-ABA2-8A594368146E}" type="presParOf" srcId="{8FE7E8FB-6B46-E841-B9DE-3655F230E121}" destId="{E82432BC-72FD-E749-B947-F107249BE8B3}" srcOrd="7" destOrd="0" presId="urn:microsoft.com/office/officeart/2008/layout/LinedList"/>
    <dgm:cxn modelId="{51C124AF-E11E-7E44-91A6-85EB5E190201}" type="presParOf" srcId="{E82432BC-72FD-E749-B947-F107249BE8B3}" destId="{0EE6B804-A312-DC48-9868-8F38248EEFAC}" srcOrd="0" destOrd="0" presId="urn:microsoft.com/office/officeart/2008/layout/LinedList"/>
    <dgm:cxn modelId="{3553A33A-C2E5-6D45-BA6A-5D57CC836EEC}" type="presParOf" srcId="{E82432BC-72FD-E749-B947-F107249BE8B3}" destId="{63EB9C81-A259-4A4A-97E3-08E26F3057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7DF0A-556F-FC49-B4CF-0A15FA605EA8}">
      <dsp:nvSpPr>
        <dsp:cNvPr id="0" name=""/>
        <dsp:cNvSpPr/>
      </dsp:nvSpPr>
      <dsp:spPr>
        <a:xfrm>
          <a:off x="0" y="165575"/>
          <a:ext cx="10653713" cy="4261485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DB23B-52C7-AB45-B6E6-E1F3C07DEE28}">
      <dsp:nvSpPr>
        <dsp:cNvPr id="0" name=""/>
        <dsp:cNvSpPr/>
      </dsp:nvSpPr>
      <dsp:spPr>
        <a:xfrm>
          <a:off x="1278445" y="911335"/>
          <a:ext cx="3515725" cy="208812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2024" rIns="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Meaningful</a:t>
          </a:r>
        </a:p>
      </dsp:txBody>
      <dsp:txXfrm>
        <a:off x="1278445" y="911335"/>
        <a:ext cx="3515725" cy="2088127"/>
      </dsp:txXfrm>
    </dsp:sp>
    <dsp:sp modelId="{8F4FE136-2223-4C48-9AD0-6733F08B1029}">
      <dsp:nvSpPr>
        <dsp:cNvPr id="0" name=""/>
        <dsp:cNvSpPr/>
      </dsp:nvSpPr>
      <dsp:spPr>
        <a:xfrm>
          <a:off x="5326856" y="1593173"/>
          <a:ext cx="4154948" cy="208812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2024" rIns="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Measurable</a:t>
          </a:r>
        </a:p>
      </dsp:txBody>
      <dsp:txXfrm>
        <a:off x="5326856" y="1593173"/>
        <a:ext cx="4154948" cy="20881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73333-506F-EF4B-82B6-3EF465C8B10F}">
      <dsp:nvSpPr>
        <dsp:cNvPr id="0" name=""/>
        <dsp:cNvSpPr/>
      </dsp:nvSpPr>
      <dsp:spPr>
        <a:xfrm>
          <a:off x="2193054" y="550"/>
          <a:ext cx="5938891" cy="3563334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If a student needs social work services for a limited time…</a:t>
          </a:r>
        </a:p>
      </dsp:txBody>
      <dsp:txXfrm>
        <a:off x="2193054" y="550"/>
        <a:ext cx="5938891" cy="35633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F7822-5483-D043-A9CE-6BA797494573}">
      <dsp:nvSpPr>
        <dsp:cNvPr id="0" name=""/>
        <dsp:cNvSpPr/>
      </dsp:nvSpPr>
      <dsp:spPr>
        <a:xfrm>
          <a:off x="0" y="3508"/>
          <a:ext cx="10653579" cy="55165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Purpose – To prepare for further education, independent living, employment</a:t>
          </a:r>
        </a:p>
      </dsp:txBody>
      <dsp:txXfrm>
        <a:off x="26930" y="30438"/>
        <a:ext cx="10599719" cy="497795"/>
      </dsp:txXfrm>
    </dsp:sp>
    <dsp:sp modelId="{97F584ED-33EA-914D-A560-D7FD27A55DB9}">
      <dsp:nvSpPr>
        <dsp:cNvPr id="0" name=""/>
        <dsp:cNvSpPr/>
      </dsp:nvSpPr>
      <dsp:spPr>
        <a:xfrm>
          <a:off x="0" y="621403"/>
          <a:ext cx="10653579" cy="55165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Every area of need must have a goal</a:t>
          </a:r>
        </a:p>
      </dsp:txBody>
      <dsp:txXfrm>
        <a:off x="26930" y="648333"/>
        <a:ext cx="10599719" cy="497795"/>
      </dsp:txXfrm>
    </dsp:sp>
    <dsp:sp modelId="{74BD2F88-6200-7347-A8E5-1CE370F7320A}">
      <dsp:nvSpPr>
        <dsp:cNvPr id="0" name=""/>
        <dsp:cNvSpPr/>
      </dsp:nvSpPr>
      <dsp:spPr>
        <a:xfrm>
          <a:off x="0" y="1239298"/>
          <a:ext cx="10653579" cy="55165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Present Levels of Performance – goals must be connected to PLOP (PLAFP)</a:t>
          </a:r>
        </a:p>
      </dsp:txBody>
      <dsp:txXfrm>
        <a:off x="26930" y="1266228"/>
        <a:ext cx="10599719" cy="497795"/>
      </dsp:txXfrm>
    </dsp:sp>
    <dsp:sp modelId="{99179D41-4E02-254C-A771-4447C3311317}">
      <dsp:nvSpPr>
        <dsp:cNvPr id="0" name=""/>
        <dsp:cNvSpPr/>
      </dsp:nvSpPr>
      <dsp:spPr>
        <a:xfrm>
          <a:off x="0" y="1857193"/>
          <a:ext cx="10653579" cy="55165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Essential components</a:t>
          </a:r>
        </a:p>
      </dsp:txBody>
      <dsp:txXfrm>
        <a:off x="26930" y="1884123"/>
        <a:ext cx="10599719" cy="497795"/>
      </dsp:txXfrm>
    </dsp:sp>
    <dsp:sp modelId="{CFA0BB63-6826-ED44-9B8F-951A17B3B21E}">
      <dsp:nvSpPr>
        <dsp:cNvPr id="0" name=""/>
        <dsp:cNvSpPr/>
      </dsp:nvSpPr>
      <dsp:spPr>
        <a:xfrm>
          <a:off x="0" y="2408848"/>
          <a:ext cx="10653579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Conditions (Given…a prompt, a redirect, anger, trigger, etc)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Criteria to measure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Level of mastery (how generalized)</a:t>
          </a:r>
        </a:p>
      </dsp:txBody>
      <dsp:txXfrm>
        <a:off x="0" y="2408848"/>
        <a:ext cx="10653579" cy="928395"/>
      </dsp:txXfrm>
    </dsp:sp>
    <dsp:sp modelId="{F108672D-588E-7943-94BC-00B288E379DF}">
      <dsp:nvSpPr>
        <dsp:cNvPr id="0" name=""/>
        <dsp:cNvSpPr/>
      </dsp:nvSpPr>
      <dsp:spPr>
        <a:xfrm>
          <a:off x="0" y="3337243"/>
          <a:ext cx="10653579" cy="55165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Criteria choices </a:t>
          </a:r>
        </a:p>
      </dsp:txBody>
      <dsp:txXfrm>
        <a:off x="26930" y="3364173"/>
        <a:ext cx="10599719" cy="497795"/>
      </dsp:txXfrm>
    </dsp:sp>
    <dsp:sp modelId="{7FF298D9-5941-234C-8362-3FA807A7AD66}">
      <dsp:nvSpPr>
        <dsp:cNvPr id="0" name=""/>
        <dsp:cNvSpPr/>
      </dsp:nvSpPr>
      <dsp:spPr>
        <a:xfrm>
          <a:off x="0" y="3888898"/>
          <a:ext cx="10653579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Level or accuracy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Level of assistance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Level of task understanding</a:t>
          </a:r>
        </a:p>
      </dsp:txBody>
      <dsp:txXfrm>
        <a:off x="0" y="3888898"/>
        <a:ext cx="10653579" cy="9283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FD55D-0308-CD48-A492-C4DEAC4B8BB8}">
      <dsp:nvSpPr>
        <dsp:cNvPr id="0" name=""/>
        <dsp:cNvSpPr/>
      </dsp:nvSpPr>
      <dsp:spPr>
        <a:xfrm>
          <a:off x="0" y="18291"/>
          <a:ext cx="10453817" cy="505439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0" i="0" kern="1200" dirty="0">
              <a:solidFill>
                <a:schemeClr val="tx1"/>
              </a:solidFill>
            </a:rPr>
            <a:t>Given</a:t>
          </a:r>
          <a:r>
            <a:rPr lang="en-US" sz="4800" b="0" i="0" kern="1200" dirty="0"/>
            <a:t> </a:t>
          </a:r>
          <a:r>
            <a:rPr lang="en-US" sz="4800" b="1" i="0" kern="1200" dirty="0">
              <a:solidFill>
                <a:srgbClr val="FF0000"/>
              </a:solidFill>
            </a:rPr>
            <a:t>(situation or task with relevant support)</a:t>
          </a:r>
          <a:r>
            <a:rPr lang="en-US" sz="4800" b="0" i="0" kern="1200" dirty="0"/>
            <a:t>, </a:t>
          </a:r>
          <a:r>
            <a:rPr lang="en-US" sz="4800" b="0" i="0" kern="1200" dirty="0">
              <a:solidFill>
                <a:schemeClr val="tx1"/>
              </a:solidFill>
            </a:rPr>
            <a:t>student will </a:t>
          </a:r>
          <a:r>
            <a:rPr lang="en-US" sz="4800" b="1" i="0" kern="1200" dirty="0">
              <a:solidFill>
                <a:srgbClr val="FF0000"/>
              </a:solidFill>
            </a:rPr>
            <a:t>(what will they do) </a:t>
          </a:r>
          <a:r>
            <a:rPr lang="en-US" sz="4800" b="0" i="0" kern="1200" dirty="0">
              <a:solidFill>
                <a:schemeClr val="tx1"/>
              </a:solidFill>
            </a:rPr>
            <a:t>with</a:t>
          </a:r>
          <a:r>
            <a:rPr lang="en-US" sz="4800" b="0" i="0" kern="1200" dirty="0"/>
            <a:t> </a:t>
          </a:r>
          <a:r>
            <a:rPr lang="en-US" sz="4800" b="1" i="0" kern="1200" dirty="0">
              <a:solidFill>
                <a:srgbClr val="FF0000"/>
              </a:solidFill>
            </a:rPr>
            <a:t>(level of accuracy)</a:t>
          </a:r>
          <a:r>
            <a:rPr lang="en-US" sz="4800" b="0" i="0" kern="1200" dirty="0"/>
            <a:t> </a:t>
          </a:r>
          <a:r>
            <a:rPr lang="en-US" sz="4800" b="0" i="0" kern="1200" dirty="0">
              <a:solidFill>
                <a:schemeClr val="tx1"/>
              </a:solidFill>
            </a:rPr>
            <a:t>in </a:t>
          </a:r>
          <a:r>
            <a:rPr lang="en-US" sz="4800" b="1" i="0" kern="1200" dirty="0">
              <a:solidFill>
                <a:srgbClr val="FF0000"/>
              </a:solidFill>
            </a:rPr>
            <a:t>(number of times until goal is met) </a:t>
          </a:r>
          <a:r>
            <a:rPr lang="en-US" sz="4800" b="0" i="0" kern="1200" dirty="0">
              <a:solidFill>
                <a:schemeClr val="tx1"/>
              </a:solidFill>
            </a:rPr>
            <a:t>as measured by </a:t>
          </a:r>
          <a:r>
            <a:rPr lang="en-US" sz="4800" b="1" i="0" kern="1200" dirty="0">
              <a:solidFill>
                <a:srgbClr val="FF0000"/>
              </a:solidFill>
            </a:rPr>
            <a:t>(criteria student must meet)</a:t>
          </a:r>
          <a:endParaRPr lang="en-US" sz="4800" b="1" kern="1200" dirty="0">
            <a:solidFill>
              <a:srgbClr val="FF0000"/>
            </a:solidFill>
          </a:endParaRPr>
        </a:p>
      </dsp:txBody>
      <dsp:txXfrm>
        <a:off x="246735" y="265026"/>
        <a:ext cx="9960347" cy="45609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10E2E-F3D8-4B7D-A43B-3E00AC4AE171}">
      <dsp:nvSpPr>
        <dsp:cNvPr id="0" name=""/>
        <dsp:cNvSpPr/>
      </dsp:nvSpPr>
      <dsp:spPr>
        <a:xfrm>
          <a:off x="0" y="1571"/>
          <a:ext cx="9186529" cy="6697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BD5BE-483A-42AC-8AC8-C79EF6833ED9}">
      <dsp:nvSpPr>
        <dsp:cNvPr id="0" name=""/>
        <dsp:cNvSpPr/>
      </dsp:nvSpPr>
      <dsp:spPr>
        <a:xfrm>
          <a:off x="202609" y="152273"/>
          <a:ext cx="368381" cy="3683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7A9E5-ED2A-4CB6-B12D-938EDE7A811C}">
      <dsp:nvSpPr>
        <dsp:cNvPr id="0" name=""/>
        <dsp:cNvSpPr/>
      </dsp:nvSpPr>
      <dsp:spPr>
        <a:xfrm>
          <a:off x="773600" y="1571"/>
          <a:ext cx="8412928" cy="66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85" tIns="70885" rIns="70885" bIns="708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“in session with social worker”</a:t>
          </a:r>
          <a:endParaRPr lang="en-US" sz="1900" kern="1200"/>
        </a:p>
      </dsp:txBody>
      <dsp:txXfrm>
        <a:off x="773600" y="1571"/>
        <a:ext cx="8412928" cy="669784"/>
      </dsp:txXfrm>
    </dsp:sp>
    <dsp:sp modelId="{B45129E3-9DF3-4109-ADEA-FE487AC886ED}">
      <dsp:nvSpPr>
        <dsp:cNvPr id="0" name=""/>
        <dsp:cNvSpPr/>
      </dsp:nvSpPr>
      <dsp:spPr>
        <a:xfrm>
          <a:off x="0" y="838801"/>
          <a:ext cx="9186529" cy="6697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F9AD7-5262-4F55-B738-DBD94C9784DA}">
      <dsp:nvSpPr>
        <dsp:cNvPr id="0" name=""/>
        <dsp:cNvSpPr/>
      </dsp:nvSpPr>
      <dsp:spPr>
        <a:xfrm>
          <a:off x="202609" y="989503"/>
          <a:ext cx="368381" cy="3683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0CF71-054C-4042-ABD9-F6C8DF340965}">
      <dsp:nvSpPr>
        <dsp:cNvPr id="0" name=""/>
        <dsp:cNvSpPr/>
      </dsp:nvSpPr>
      <dsp:spPr>
        <a:xfrm>
          <a:off x="773600" y="838801"/>
          <a:ext cx="8412928" cy="66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85" tIns="70885" rIns="70885" bIns="708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”in session with social worker and peers”</a:t>
          </a:r>
          <a:endParaRPr lang="en-US" sz="1900" kern="1200" dirty="0"/>
        </a:p>
      </dsp:txBody>
      <dsp:txXfrm>
        <a:off x="773600" y="838801"/>
        <a:ext cx="8412928" cy="669784"/>
      </dsp:txXfrm>
    </dsp:sp>
    <dsp:sp modelId="{E0462662-7650-457A-817B-57F95B86F73B}">
      <dsp:nvSpPr>
        <dsp:cNvPr id="0" name=""/>
        <dsp:cNvSpPr/>
      </dsp:nvSpPr>
      <dsp:spPr>
        <a:xfrm>
          <a:off x="0" y="1676031"/>
          <a:ext cx="9186529" cy="6697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1E24E-3D37-46C3-AA00-702B19D5A9C1}">
      <dsp:nvSpPr>
        <dsp:cNvPr id="0" name=""/>
        <dsp:cNvSpPr/>
      </dsp:nvSpPr>
      <dsp:spPr>
        <a:xfrm>
          <a:off x="202609" y="1826733"/>
          <a:ext cx="368381" cy="3683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AE06D-FDAB-44DF-B0E1-120E07A36FF5}">
      <dsp:nvSpPr>
        <dsp:cNvPr id="0" name=""/>
        <dsp:cNvSpPr/>
      </dsp:nvSpPr>
      <dsp:spPr>
        <a:xfrm>
          <a:off x="773600" y="1676031"/>
          <a:ext cx="8412928" cy="66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85" tIns="70885" rIns="70885" bIns="708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“in the _______  environment”</a:t>
          </a:r>
          <a:endParaRPr lang="en-US" sz="1900" kern="1200"/>
        </a:p>
      </dsp:txBody>
      <dsp:txXfrm>
        <a:off x="773600" y="1676031"/>
        <a:ext cx="8412928" cy="669784"/>
      </dsp:txXfrm>
    </dsp:sp>
    <dsp:sp modelId="{37249D10-7E3C-4059-99BB-2B8717A18878}">
      <dsp:nvSpPr>
        <dsp:cNvPr id="0" name=""/>
        <dsp:cNvSpPr/>
      </dsp:nvSpPr>
      <dsp:spPr>
        <a:xfrm>
          <a:off x="0" y="2513262"/>
          <a:ext cx="9186529" cy="6697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FBB46-FF78-438D-BFBE-938FECEFA57A}">
      <dsp:nvSpPr>
        <dsp:cNvPr id="0" name=""/>
        <dsp:cNvSpPr/>
      </dsp:nvSpPr>
      <dsp:spPr>
        <a:xfrm>
          <a:off x="202609" y="2663963"/>
          <a:ext cx="368381" cy="3683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91CED5-4F65-47F9-838E-56C8B93B3477}">
      <dsp:nvSpPr>
        <dsp:cNvPr id="0" name=""/>
        <dsp:cNvSpPr/>
      </dsp:nvSpPr>
      <dsp:spPr>
        <a:xfrm>
          <a:off x="773600" y="2513262"/>
          <a:ext cx="8412928" cy="66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85" tIns="70885" rIns="70885" bIns="708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“when given a frustrating/anxiety producing situation”</a:t>
          </a:r>
          <a:endParaRPr lang="en-US" sz="1900" kern="1200"/>
        </a:p>
      </dsp:txBody>
      <dsp:txXfrm>
        <a:off x="773600" y="2513262"/>
        <a:ext cx="8412928" cy="669784"/>
      </dsp:txXfrm>
    </dsp:sp>
    <dsp:sp modelId="{DDAEB41B-C97A-44D1-A42F-734B75DCF643}">
      <dsp:nvSpPr>
        <dsp:cNvPr id="0" name=""/>
        <dsp:cNvSpPr/>
      </dsp:nvSpPr>
      <dsp:spPr>
        <a:xfrm>
          <a:off x="0" y="3350492"/>
          <a:ext cx="9186529" cy="6697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B3BE9A-3D9B-4E58-BFE9-1C243480EF36}">
      <dsp:nvSpPr>
        <dsp:cNvPr id="0" name=""/>
        <dsp:cNvSpPr/>
      </dsp:nvSpPr>
      <dsp:spPr>
        <a:xfrm>
          <a:off x="202609" y="3501193"/>
          <a:ext cx="368381" cy="36838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21205-76ED-4911-92CE-E87E8D6518C6}">
      <dsp:nvSpPr>
        <dsp:cNvPr id="0" name=""/>
        <dsp:cNvSpPr/>
      </dsp:nvSpPr>
      <dsp:spPr>
        <a:xfrm>
          <a:off x="773600" y="3350492"/>
          <a:ext cx="8412928" cy="66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85" tIns="70885" rIns="70885" bIns="708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“when presented with a situation (name) will use ______ skill”</a:t>
          </a:r>
          <a:endParaRPr lang="en-US" sz="1900" kern="1200" dirty="0"/>
        </a:p>
      </dsp:txBody>
      <dsp:txXfrm>
        <a:off x="773600" y="3350492"/>
        <a:ext cx="8412928" cy="669784"/>
      </dsp:txXfrm>
    </dsp:sp>
    <dsp:sp modelId="{41BEFA60-5779-4463-B67F-A62C5C35A495}">
      <dsp:nvSpPr>
        <dsp:cNvPr id="0" name=""/>
        <dsp:cNvSpPr/>
      </dsp:nvSpPr>
      <dsp:spPr>
        <a:xfrm>
          <a:off x="0" y="4187722"/>
          <a:ext cx="9186529" cy="6697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78F2ED-8CA6-4E0E-8A7B-C3D90B28947A}">
      <dsp:nvSpPr>
        <dsp:cNvPr id="0" name=""/>
        <dsp:cNvSpPr/>
      </dsp:nvSpPr>
      <dsp:spPr>
        <a:xfrm>
          <a:off x="202609" y="4338423"/>
          <a:ext cx="368381" cy="36838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7FF63-AB9F-4BF2-8A72-C82CF112B9CD}">
      <dsp:nvSpPr>
        <dsp:cNvPr id="0" name=""/>
        <dsp:cNvSpPr/>
      </dsp:nvSpPr>
      <dsp:spPr>
        <a:xfrm>
          <a:off x="773600" y="4187722"/>
          <a:ext cx="8412928" cy="66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85" tIns="70885" rIns="70885" bIns="708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“(name) will demonstrate _______ behavior”</a:t>
          </a:r>
          <a:endParaRPr lang="en-US" sz="1900" kern="1200"/>
        </a:p>
      </dsp:txBody>
      <dsp:txXfrm>
        <a:off x="773600" y="4187722"/>
        <a:ext cx="8412928" cy="6697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54171-1AFD-014A-A7B6-31A48E1B4B27}">
      <dsp:nvSpPr>
        <dsp:cNvPr id="0" name=""/>
        <dsp:cNvSpPr/>
      </dsp:nvSpPr>
      <dsp:spPr>
        <a:xfrm>
          <a:off x="0" y="623633"/>
          <a:ext cx="10653579" cy="767520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Using 80% as the “standard”</a:t>
          </a:r>
        </a:p>
      </dsp:txBody>
      <dsp:txXfrm>
        <a:off x="37467" y="661100"/>
        <a:ext cx="10578645" cy="692586"/>
      </dsp:txXfrm>
    </dsp:sp>
    <dsp:sp modelId="{CBBFF052-7349-4049-8808-1069588E01B6}">
      <dsp:nvSpPr>
        <dsp:cNvPr id="0" name=""/>
        <dsp:cNvSpPr/>
      </dsp:nvSpPr>
      <dsp:spPr>
        <a:xfrm>
          <a:off x="0" y="1483313"/>
          <a:ext cx="10653579" cy="767520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Using words that you cannot measure </a:t>
          </a:r>
        </a:p>
      </dsp:txBody>
      <dsp:txXfrm>
        <a:off x="37467" y="1520780"/>
        <a:ext cx="10578645" cy="692586"/>
      </dsp:txXfrm>
    </dsp:sp>
    <dsp:sp modelId="{18BEF65F-4196-674C-B016-04B83D9B7025}">
      <dsp:nvSpPr>
        <dsp:cNvPr id="0" name=""/>
        <dsp:cNvSpPr/>
      </dsp:nvSpPr>
      <dsp:spPr>
        <a:xfrm>
          <a:off x="0" y="2342994"/>
          <a:ext cx="10653579" cy="767520"/>
        </a:xfrm>
        <a:prstGeom prst="roundRect">
          <a:avLst/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Measuring activities instead of outcomes</a:t>
          </a:r>
        </a:p>
      </dsp:txBody>
      <dsp:txXfrm>
        <a:off x="37467" y="2380461"/>
        <a:ext cx="10578645" cy="692586"/>
      </dsp:txXfrm>
    </dsp:sp>
    <dsp:sp modelId="{E88444D6-32C2-DC49-84B8-8D12EE259379}">
      <dsp:nvSpPr>
        <dsp:cNvPr id="0" name=""/>
        <dsp:cNvSpPr/>
      </dsp:nvSpPr>
      <dsp:spPr>
        <a:xfrm>
          <a:off x="0" y="3202674"/>
          <a:ext cx="10653579" cy="76752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Writing goal for the professional instead of the student</a:t>
          </a:r>
        </a:p>
      </dsp:txBody>
      <dsp:txXfrm>
        <a:off x="37467" y="3240141"/>
        <a:ext cx="10578645" cy="6925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46DA4-7E4A-2049-BCAA-6594DFB7720D}">
      <dsp:nvSpPr>
        <dsp:cNvPr id="0" name=""/>
        <dsp:cNvSpPr/>
      </dsp:nvSpPr>
      <dsp:spPr>
        <a:xfrm>
          <a:off x="155350" y="1519"/>
          <a:ext cx="2519345" cy="1511607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Extra time on tests/HW</a:t>
          </a:r>
        </a:p>
      </dsp:txBody>
      <dsp:txXfrm>
        <a:off x="155350" y="1519"/>
        <a:ext cx="2519345" cy="1511607"/>
      </dsp:txXfrm>
    </dsp:sp>
    <dsp:sp modelId="{2646022B-FE84-2C40-83E4-71223266432F}">
      <dsp:nvSpPr>
        <dsp:cNvPr id="0" name=""/>
        <dsp:cNvSpPr/>
      </dsp:nvSpPr>
      <dsp:spPr>
        <a:xfrm>
          <a:off x="2926630" y="1519"/>
          <a:ext cx="2519345" cy="1511607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Preferential seating</a:t>
          </a:r>
        </a:p>
      </dsp:txBody>
      <dsp:txXfrm>
        <a:off x="2926630" y="1519"/>
        <a:ext cx="2519345" cy="1511607"/>
      </dsp:txXfrm>
    </dsp:sp>
    <dsp:sp modelId="{67A2205A-5D30-0945-9156-54150E431C6A}">
      <dsp:nvSpPr>
        <dsp:cNvPr id="0" name=""/>
        <dsp:cNvSpPr/>
      </dsp:nvSpPr>
      <dsp:spPr>
        <a:xfrm>
          <a:off x="5697910" y="1519"/>
          <a:ext cx="2519345" cy="1511607"/>
        </a:xfrm>
        <a:prstGeom prst="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Clearly stated directions</a:t>
          </a:r>
        </a:p>
      </dsp:txBody>
      <dsp:txXfrm>
        <a:off x="5697910" y="1519"/>
        <a:ext cx="2519345" cy="1511607"/>
      </dsp:txXfrm>
    </dsp:sp>
    <dsp:sp modelId="{AE48D619-E819-0B43-B06D-B4D1809814D1}">
      <dsp:nvSpPr>
        <dsp:cNvPr id="0" name=""/>
        <dsp:cNvSpPr/>
      </dsp:nvSpPr>
      <dsp:spPr>
        <a:xfrm>
          <a:off x="8469190" y="1519"/>
          <a:ext cx="2519345" cy="1511607"/>
        </a:xfrm>
        <a:prstGeom prst="rect">
          <a:avLst/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Frequent check for understanding</a:t>
          </a:r>
        </a:p>
      </dsp:txBody>
      <dsp:txXfrm>
        <a:off x="8469190" y="1519"/>
        <a:ext cx="2519345" cy="1511607"/>
      </dsp:txXfrm>
    </dsp:sp>
    <dsp:sp modelId="{041B5FBD-33B8-CC41-8436-B615574A3B6B}">
      <dsp:nvSpPr>
        <dsp:cNvPr id="0" name=""/>
        <dsp:cNvSpPr/>
      </dsp:nvSpPr>
      <dsp:spPr>
        <a:xfrm>
          <a:off x="155350" y="1765061"/>
          <a:ext cx="2519345" cy="1511607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Warning before transitions</a:t>
          </a:r>
        </a:p>
      </dsp:txBody>
      <dsp:txXfrm>
        <a:off x="155350" y="1765061"/>
        <a:ext cx="2519345" cy="1511607"/>
      </dsp:txXfrm>
    </dsp:sp>
    <dsp:sp modelId="{A9425D91-D80E-D149-BB21-F169A5D0336E}">
      <dsp:nvSpPr>
        <dsp:cNvPr id="0" name=""/>
        <dsp:cNvSpPr/>
      </dsp:nvSpPr>
      <dsp:spPr>
        <a:xfrm>
          <a:off x="2926630" y="1765061"/>
          <a:ext cx="2519345" cy="1511607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Leave class early</a:t>
          </a:r>
        </a:p>
      </dsp:txBody>
      <dsp:txXfrm>
        <a:off x="2926630" y="1765061"/>
        <a:ext cx="2519345" cy="1511607"/>
      </dsp:txXfrm>
    </dsp:sp>
    <dsp:sp modelId="{6B0364E8-CF6D-6F46-9E75-5026843AF192}">
      <dsp:nvSpPr>
        <dsp:cNvPr id="0" name=""/>
        <dsp:cNvSpPr/>
      </dsp:nvSpPr>
      <dsp:spPr>
        <a:xfrm>
          <a:off x="5697910" y="1765061"/>
          <a:ext cx="2519345" cy="1511607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Able to see “safe” adult</a:t>
          </a:r>
        </a:p>
      </dsp:txBody>
      <dsp:txXfrm>
        <a:off x="5697910" y="1765061"/>
        <a:ext cx="2519345" cy="1511607"/>
      </dsp:txXfrm>
    </dsp:sp>
    <dsp:sp modelId="{54A67E62-1B0E-1F42-9422-EEBECEC23447}">
      <dsp:nvSpPr>
        <dsp:cNvPr id="0" name=""/>
        <dsp:cNvSpPr/>
      </dsp:nvSpPr>
      <dsp:spPr>
        <a:xfrm>
          <a:off x="8469190" y="1765061"/>
          <a:ext cx="2519345" cy="1511607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Test in separate room</a:t>
          </a:r>
        </a:p>
      </dsp:txBody>
      <dsp:txXfrm>
        <a:off x="8469190" y="1765061"/>
        <a:ext cx="2519345" cy="15116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CAC7B-8B3D-6A40-85A2-A298DE4630C1}">
      <dsp:nvSpPr>
        <dsp:cNvPr id="0" name=""/>
        <dsp:cNvSpPr/>
      </dsp:nvSpPr>
      <dsp:spPr>
        <a:xfrm>
          <a:off x="0" y="0"/>
          <a:ext cx="9472303" cy="83391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Are we teaching the student that anxiety can be normal?</a:t>
          </a:r>
        </a:p>
      </dsp:txBody>
      <dsp:txXfrm>
        <a:off x="24424" y="24424"/>
        <a:ext cx="8572446" cy="785065"/>
      </dsp:txXfrm>
    </dsp:sp>
    <dsp:sp modelId="{E5F77067-D255-194F-B625-9C889B2AEDFE}">
      <dsp:nvSpPr>
        <dsp:cNvPr id="0" name=""/>
        <dsp:cNvSpPr/>
      </dsp:nvSpPr>
      <dsp:spPr>
        <a:xfrm>
          <a:off x="835791" y="972899"/>
          <a:ext cx="9472303" cy="833913"/>
        </a:xfrm>
        <a:prstGeom prst="roundRect">
          <a:avLst>
            <a:gd name="adj" fmla="val 10000"/>
          </a:avLst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Are we teaching the student to expect anxiety?</a:t>
          </a:r>
        </a:p>
      </dsp:txBody>
      <dsp:txXfrm>
        <a:off x="860215" y="997323"/>
        <a:ext cx="8045620" cy="785065"/>
      </dsp:txXfrm>
    </dsp:sp>
    <dsp:sp modelId="{D5A50055-0E44-AE41-B099-705F7C6BEEBD}">
      <dsp:nvSpPr>
        <dsp:cNvPr id="0" name=""/>
        <dsp:cNvSpPr/>
      </dsp:nvSpPr>
      <dsp:spPr>
        <a:xfrm>
          <a:off x="1671583" y="1945799"/>
          <a:ext cx="9472303" cy="833913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Are we teaching the student skills?</a:t>
          </a:r>
        </a:p>
      </dsp:txBody>
      <dsp:txXfrm>
        <a:off x="1696007" y="1970223"/>
        <a:ext cx="8045620" cy="785065"/>
      </dsp:txXfrm>
    </dsp:sp>
    <dsp:sp modelId="{8110CA75-C2B6-2A43-A1BA-CEC0E7F7A629}">
      <dsp:nvSpPr>
        <dsp:cNvPr id="0" name=""/>
        <dsp:cNvSpPr/>
      </dsp:nvSpPr>
      <dsp:spPr>
        <a:xfrm>
          <a:off x="8930259" y="632384"/>
          <a:ext cx="542044" cy="54204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52219" y="632384"/>
        <a:ext cx="298124" cy="407888"/>
      </dsp:txXfrm>
    </dsp:sp>
    <dsp:sp modelId="{D93F857E-5975-1F4F-8DD7-A4D35A5814DA}">
      <dsp:nvSpPr>
        <dsp:cNvPr id="0" name=""/>
        <dsp:cNvSpPr/>
      </dsp:nvSpPr>
      <dsp:spPr>
        <a:xfrm>
          <a:off x="9766051" y="1599724"/>
          <a:ext cx="542044" cy="54204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888011" y="1599724"/>
        <a:ext cx="298124" cy="4078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DD61F-E082-5648-A483-6DF0E2E18A2B}">
      <dsp:nvSpPr>
        <dsp:cNvPr id="0" name=""/>
        <dsp:cNvSpPr/>
      </dsp:nvSpPr>
      <dsp:spPr>
        <a:xfrm>
          <a:off x="837961" y="1235"/>
          <a:ext cx="2762398" cy="1657439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Seeking too much reassurance?</a:t>
          </a:r>
        </a:p>
      </dsp:txBody>
      <dsp:txXfrm>
        <a:off x="837961" y="1235"/>
        <a:ext cx="2762398" cy="1657439"/>
      </dsp:txXfrm>
    </dsp:sp>
    <dsp:sp modelId="{CB34EA1A-EE90-5841-8A88-D90E04BAA339}">
      <dsp:nvSpPr>
        <dsp:cNvPr id="0" name=""/>
        <dsp:cNvSpPr/>
      </dsp:nvSpPr>
      <dsp:spPr>
        <a:xfrm>
          <a:off x="3876600" y="1235"/>
          <a:ext cx="2762398" cy="1657439"/>
        </a:xfrm>
        <a:prstGeom prst="rect">
          <a:avLst/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Wish</a:t>
          </a:r>
          <a:r>
            <a:rPr lang="en-US" sz="3100" kern="1200" baseline="0" dirty="0"/>
            <a:t> to leave class?</a:t>
          </a:r>
          <a:endParaRPr lang="en-US" sz="3100" kern="1200" dirty="0"/>
        </a:p>
      </dsp:txBody>
      <dsp:txXfrm>
        <a:off x="3876600" y="1235"/>
        <a:ext cx="2762398" cy="1657439"/>
      </dsp:txXfrm>
    </dsp:sp>
    <dsp:sp modelId="{450FCF89-7A20-8743-B167-A0991980B892}">
      <dsp:nvSpPr>
        <dsp:cNvPr id="0" name=""/>
        <dsp:cNvSpPr/>
      </dsp:nvSpPr>
      <dsp:spPr>
        <a:xfrm>
          <a:off x="6915239" y="1235"/>
          <a:ext cx="2762398" cy="1657439"/>
        </a:xfrm>
        <a:prstGeom prst="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Fear of germs?</a:t>
          </a:r>
        </a:p>
      </dsp:txBody>
      <dsp:txXfrm>
        <a:off x="6915239" y="1235"/>
        <a:ext cx="2762398" cy="1657439"/>
      </dsp:txXfrm>
    </dsp:sp>
    <dsp:sp modelId="{50D19E3B-8FB4-2149-8D32-4897A579CD38}">
      <dsp:nvSpPr>
        <dsp:cNvPr id="0" name=""/>
        <dsp:cNvSpPr/>
      </dsp:nvSpPr>
      <dsp:spPr>
        <a:xfrm>
          <a:off x="2357281" y="1934914"/>
          <a:ext cx="2762398" cy="1657439"/>
        </a:xfrm>
        <a:prstGeom prst="rect">
          <a:avLst/>
        </a:prstGeom>
        <a:solidFill>
          <a:schemeClr val="bg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Fear of talking in a group?</a:t>
          </a:r>
        </a:p>
      </dsp:txBody>
      <dsp:txXfrm>
        <a:off x="2357281" y="1934914"/>
        <a:ext cx="2762398" cy="1657439"/>
      </dsp:txXfrm>
    </dsp:sp>
    <dsp:sp modelId="{3BB53053-097A-A54E-A101-690CEA629B4B}">
      <dsp:nvSpPr>
        <dsp:cNvPr id="0" name=""/>
        <dsp:cNvSpPr/>
      </dsp:nvSpPr>
      <dsp:spPr>
        <a:xfrm>
          <a:off x="5395919" y="1934914"/>
          <a:ext cx="2762398" cy="1657439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Overthinking HW?</a:t>
          </a:r>
        </a:p>
      </dsp:txBody>
      <dsp:txXfrm>
        <a:off x="5395919" y="1934914"/>
        <a:ext cx="2762398" cy="16574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46975-C099-BD4F-AFE5-97E7291E26CA}">
      <dsp:nvSpPr>
        <dsp:cNvPr id="0" name=""/>
        <dsp:cNvSpPr/>
      </dsp:nvSpPr>
      <dsp:spPr>
        <a:xfrm>
          <a:off x="0" y="49086"/>
          <a:ext cx="6713552" cy="1712880"/>
        </a:xfrm>
        <a:prstGeom prst="roundRect">
          <a:avLst/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When a student with an IEP violates the school’s code of conduct and is removed from school, it is considered a change of placement.</a:t>
          </a:r>
        </a:p>
      </dsp:txBody>
      <dsp:txXfrm>
        <a:off x="83616" y="132702"/>
        <a:ext cx="6546320" cy="1545648"/>
      </dsp:txXfrm>
    </dsp:sp>
    <dsp:sp modelId="{AE1DF49E-AB2B-6147-9F7D-D0F8530EA70B}">
      <dsp:nvSpPr>
        <dsp:cNvPr id="0" name=""/>
        <dsp:cNvSpPr/>
      </dsp:nvSpPr>
      <dsp:spPr>
        <a:xfrm>
          <a:off x="0" y="1761967"/>
          <a:ext cx="6713552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155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n-lt"/>
              <a:cs typeface="Times New Roman" panose="02020603050405020304" pitchFamily="18" charset="0"/>
            </a:rPr>
            <a:t>10 days (do not have to be sequential)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n-lt"/>
              <a:cs typeface="Times New Roman" panose="02020603050405020304" pitchFamily="18" charset="0"/>
            </a:rPr>
            <a:t>15 total days in a school year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n-lt"/>
              <a:cs typeface="Times New Roman" panose="02020603050405020304" pitchFamily="18" charset="0"/>
            </a:rPr>
            <a:t>If there is a pattern of exclusion</a:t>
          </a:r>
        </a:p>
      </dsp:txBody>
      <dsp:txXfrm>
        <a:off x="0" y="1761967"/>
        <a:ext cx="6713552" cy="993600"/>
      </dsp:txXfrm>
    </dsp:sp>
    <dsp:sp modelId="{44F66A3F-3129-8747-B09E-11C838417C75}">
      <dsp:nvSpPr>
        <dsp:cNvPr id="0" name=""/>
        <dsp:cNvSpPr/>
      </dsp:nvSpPr>
      <dsp:spPr>
        <a:xfrm>
          <a:off x="0" y="2755567"/>
          <a:ext cx="6713552" cy="1712880"/>
        </a:xfrm>
        <a:prstGeom prst="roundRect">
          <a:avLst/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The IEP team must hold a Manifestation Determination Review within 10 days of the change of placement to decide if the behavior is a result of the student’s disability</a:t>
          </a:r>
          <a:r>
            <a:rPr lang="en-US" sz="2400" kern="1200" dirty="0">
              <a:solidFill>
                <a:schemeClr val="tx1"/>
              </a:solidFill>
              <a:latin typeface="+mn-lt"/>
            </a:rPr>
            <a:t>.</a:t>
          </a:r>
        </a:p>
      </dsp:txBody>
      <dsp:txXfrm>
        <a:off x="83616" y="2839183"/>
        <a:ext cx="6546320" cy="15456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5E346-39B4-8E4A-B874-5A530700E64B}">
      <dsp:nvSpPr>
        <dsp:cNvPr id="0" name=""/>
        <dsp:cNvSpPr/>
      </dsp:nvSpPr>
      <dsp:spPr>
        <a:xfrm rot="21300000">
          <a:off x="265199" y="1738873"/>
          <a:ext cx="9985200" cy="873591"/>
        </a:xfrm>
        <a:prstGeom prst="mathMinus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4F19D-EF60-AA43-BEAA-D3EB00862B7B}">
      <dsp:nvSpPr>
        <dsp:cNvPr id="0" name=""/>
        <dsp:cNvSpPr/>
      </dsp:nvSpPr>
      <dsp:spPr>
        <a:xfrm>
          <a:off x="1261872" y="217566"/>
          <a:ext cx="3154680" cy="1740535"/>
        </a:xfrm>
        <a:prstGeom prst="downArrow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D5335-20BE-B649-B0AB-51354734E6E5}">
      <dsp:nvSpPr>
        <dsp:cNvPr id="0" name=""/>
        <dsp:cNvSpPr/>
      </dsp:nvSpPr>
      <dsp:spPr>
        <a:xfrm>
          <a:off x="4573697" y="0"/>
          <a:ext cx="5364133" cy="1827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+mn-lt"/>
              <a:cs typeface="Times New Roman" panose="02020603050405020304" pitchFamily="18" charset="0"/>
            </a:rPr>
            <a:t>The behavior in question is caused by or has a relationship to the student’s identified disability</a:t>
          </a:r>
          <a:endParaRPr lang="en-US" sz="2800" kern="1200" dirty="0">
            <a:latin typeface="+mn-lt"/>
          </a:endParaRPr>
        </a:p>
      </dsp:txBody>
      <dsp:txXfrm>
        <a:off x="4573697" y="0"/>
        <a:ext cx="5364133" cy="1827561"/>
      </dsp:txXfrm>
    </dsp:sp>
    <dsp:sp modelId="{9669CCA4-D004-3742-93B5-DF762EF17AC3}">
      <dsp:nvSpPr>
        <dsp:cNvPr id="0" name=""/>
        <dsp:cNvSpPr/>
      </dsp:nvSpPr>
      <dsp:spPr>
        <a:xfrm>
          <a:off x="6099048" y="2393235"/>
          <a:ext cx="3154680" cy="1740535"/>
        </a:xfrm>
        <a:prstGeom prst="upArrow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EC4CD-1A9C-3A4E-AE6C-678800C2C59C}">
      <dsp:nvSpPr>
        <dsp:cNvPr id="0" name=""/>
        <dsp:cNvSpPr/>
      </dsp:nvSpPr>
      <dsp:spPr>
        <a:xfrm>
          <a:off x="1261872" y="2523776"/>
          <a:ext cx="3995928" cy="1827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+mn-lt"/>
              <a:cs typeface="Times New Roman" panose="02020603050405020304" pitchFamily="18" charset="0"/>
            </a:rPr>
            <a:t>The school has failed to implement fully the student’s IEP</a:t>
          </a:r>
          <a:endParaRPr lang="en-US" sz="2800" kern="1200" dirty="0">
            <a:latin typeface="+mn-lt"/>
          </a:endParaRPr>
        </a:p>
      </dsp:txBody>
      <dsp:txXfrm>
        <a:off x="1261872" y="2523776"/>
        <a:ext cx="3995928" cy="182756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52561-827C-3147-A351-4378CE5BAFB4}">
      <dsp:nvSpPr>
        <dsp:cNvPr id="0" name=""/>
        <dsp:cNvSpPr/>
      </dsp:nvSpPr>
      <dsp:spPr>
        <a:xfrm>
          <a:off x="0" y="44303"/>
          <a:ext cx="10653579" cy="64759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Team gathers – introductions</a:t>
          </a:r>
        </a:p>
      </dsp:txBody>
      <dsp:txXfrm>
        <a:off x="31613" y="75916"/>
        <a:ext cx="10590353" cy="584369"/>
      </dsp:txXfrm>
    </dsp:sp>
    <dsp:sp modelId="{BAB9C826-8A55-F14D-B137-A8CC98E9F706}">
      <dsp:nvSpPr>
        <dsp:cNvPr id="0" name=""/>
        <dsp:cNvSpPr/>
      </dsp:nvSpPr>
      <dsp:spPr>
        <a:xfrm>
          <a:off x="0" y="769658"/>
          <a:ext cx="10653579" cy="64759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Review the incident</a:t>
          </a:r>
        </a:p>
      </dsp:txBody>
      <dsp:txXfrm>
        <a:off x="31613" y="801271"/>
        <a:ext cx="10590353" cy="584369"/>
      </dsp:txXfrm>
    </dsp:sp>
    <dsp:sp modelId="{D5ED3202-DE61-D040-B1DD-4019DA967086}">
      <dsp:nvSpPr>
        <dsp:cNvPr id="0" name=""/>
        <dsp:cNvSpPr/>
      </dsp:nvSpPr>
      <dsp:spPr>
        <a:xfrm>
          <a:off x="0" y="1495014"/>
          <a:ext cx="10653579" cy="64759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Review current evaluations</a:t>
          </a:r>
        </a:p>
      </dsp:txBody>
      <dsp:txXfrm>
        <a:off x="31613" y="1526627"/>
        <a:ext cx="10590353" cy="584369"/>
      </dsp:txXfrm>
    </dsp:sp>
    <dsp:sp modelId="{8CA38DFE-9261-DC47-93C6-021186B59FE4}">
      <dsp:nvSpPr>
        <dsp:cNvPr id="0" name=""/>
        <dsp:cNvSpPr/>
      </dsp:nvSpPr>
      <dsp:spPr>
        <a:xfrm>
          <a:off x="0" y="2220369"/>
          <a:ext cx="10653579" cy="64759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Discuss how student disability is related to the incident</a:t>
          </a:r>
        </a:p>
      </dsp:txBody>
      <dsp:txXfrm>
        <a:off x="31613" y="2251982"/>
        <a:ext cx="10590353" cy="584369"/>
      </dsp:txXfrm>
    </dsp:sp>
    <dsp:sp modelId="{26A7E57B-F467-3243-84B7-27C8843AAE26}">
      <dsp:nvSpPr>
        <dsp:cNvPr id="0" name=""/>
        <dsp:cNvSpPr/>
      </dsp:nvSpPr>
      <dsp:spPr>
        <a:xfrm>
          <a:off x="0" y="2867964"/>
          <a:ext cx="10653579" cy="103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Did the incident have a direct and substantial relationship to the student’s disability?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Was the incident a result of failure to implement the student’s IEP?</a:t>
          </a:r>
        </a:p>
      </dsp:txBody>
      <dsp:txXfrm>
        <a:off x="0" y="2867964"/>
        <a:ext cx="10653579" cy="1033964"/>
      </dsp:txXfrm>
    </dsp:sp>
    <dsp:sp modelId="{AB4D6D3D-3BCD-E347-AA4C-5F948B76629E}">
      <dsp:nvSpPr>
        <dsp:cNvPr id="0" name=""/>
        <dsp:cNvSpPr/>
      </dsp:nvSpPr>
      <dsp:spPr>
        <a:xfrm>
          <a:off x="0" y="3901929"/>
          <a:ext cx="10653579" cy="64759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Decide if the incident is a manifestation of students’ disability</a:t>
          </a:r>
        </a:p>
      </dsp:txBody>
      <dsp:txXfrm>
        <a:off x="31613" y="3933542"/>
        <a:ext cx="10590353" cy="5843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0210C-1F79-024D-8CB1-D4F58EB69FC8}">
      <dsp:nvSpPr>
        <dsp:cNvPr id="0" name=""/>
        <dsp:cNvSpPr/>
      </dsp:nvSpPr>
      <dsp:spPr>
        <a:xfrm>
          <a:off x="0" y="3689"/>
          <a:ext cx="77250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46E3F-1F69-6444-AAC7-8810DAA81BDC}">
      <dsp:nvSpPr>
        <dsp:cNvPr id="0" name=""/>
        <dsp:cNvSpPr/>
      </dsp:nvSpPr>
      <dsp:spPr>
        <a:xfrm>
          <a:off x="0" y="3689"/>
          <a:ext cx="7709947" cy="124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n-lt"/>
              <a:cs typeface="Times New Roman" panose="02020603050405020304" pitchFamily="18" charset="0"/>
            </a:rPr>
            <a:t>Carries or brings a weapon to school or a school-related event.</a:t>
          </a:r>
        </a:p>
      </dsp:txBody>
      <dsp:txXfrm>
        <a:off x="0" y="3689"/>
        <a:ext cx="7709947" cy="1244235"/>
      </dsp:txXfrm>
    </dsp:sp>
    <dsp:sp modelId="{BCC01ABC-D996-8543-874D-0331C66EAF02}">
      <dsp:nvSpPr>
        <dsp:cNvPr id="0" name=""/>
        <dsp:cNvSpPr/>
      </dsp:nvSpPr>
      <dsp:spPr>
        <a:xfrm>
          <a:off x="0" y="1247924"/>
          <a:ext cx="7725028" cy="0"/>
        </a:xfrm>
        <a:prstGeom prst="line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A51E4-22F5-6342-8AF5-5B7D2EBAEE6E}">
      <dsp:nvSpPr>
        <dsp:cNvPr id="0" name=""/>
        <dsp:cNvSpPr/>
      </dsp:nvSpPr>
      <dsp:spPr>
        <a:xfrm>
          <a:off x="0" y="1247924"/>
          <a:ext cx="7717484" cy="124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n-lt"/>
              <a:cs typeface="Times New Roman" panose="02020603050405020304" pitchFamily="18" charset="0"/>
            </a:rPr>
            <a:t>Possession, use or distribution of controlled substances at school or a school-related event.</a:t>
          </a:r>
        </a:p>
      </dsp:txBody>
      <dsp:txXfrm>
        <a:off x="0" y="1247924"/>
        <a:ext cx="7717484" cy="1244235"/>
      </dsp:txXfrm>
    </dsp:sp>
    <dsp:sp modelId="{823A9B39-526D-3345-A1C1-9CD9B8206507}">
      <dsp:nvSpPr>
        <dsp:cNvPr id="0" name=""/>
        <dsp:cNvSpPr/>
      </dsp:nvSpPr>
      <dsp:spPr>
        <a:xfrm>
          <a:off x="0" y="2492160"/>
          <a:ext cx="7725028" cy="0"/>
        </a:xfrm>
        <a:prstGeom prst="line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86EBF-DE2C-C245-8F4A-7B986B03F463}">
      <dsp:nvSpPr>
        <dsp:cNvPr id="0" name=""/>
        <dsp:cNvSpPr/>
      </dsp:nvSpPr>
      <dsp:spPr>
        <a:xfrm>
          <a:off x="0" y="2492160"/>
          <a:ext cx="7717484" cy="124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n-lt"/>
              <a:cs typeface="Times New Roman" panose="02020603050405020304" pitchFamily="18" charset="0"/>
            </a:rPr>
            <a:t>Inflicts bodily harm/injury to another person at school or a school-related event.</a:t>
          </a:r>
        </a:p>
      </dsp:txBody>
      <dsp:txXfrm>
        <a:off x="0" y="2492160"/>
        <a:ext cx="7717484" cy="1244235"/>
      </dsp:txXfrm>
    </dsp:sp>
    <dsp:sp modelId="{26E821C5-C8AB-A54E-8135-2F9D2D9BA6D4}">
      <dsp:nvSpPr>
        <dsp:cNvPr id="0" name=""/>
        <dsp:cNvSpPr/>
      </dsp:nvSpPr>
      <dsp:spPr>
        <a:xfrm>
          <a:off x="0" y="3736395"/>
          <a:ext cx="7725028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6B804-A312-DC48-9868-8F38248EEFAC}">
      <dsp:nvSpPr>
        <dsp:cNvPr id="0" name=""/>
        <dsp:cNvSpPr/>
      </dsp:nvSpPr>
      <dsp:spPr>
        <a:xfrm>
          <a:off x="0" y="3736395"/>
          <a:ext cx="7717484" cy="124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n-lt"/>
              <a:cs typeface="Times New Roman" panose="02020603050405020304" pitchFamily="18" charset="0"/>
            </a:rPr>
            <a:t>LEA can issue a 45-day alternative placement</a:t>
          </a:r>
        </a:p>
      </dsp:txBody>
      <dsp:txXfrm>
        <a:off x="0" y="3736395"/>
        <a:ext cx="7717484" cy="1244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0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1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3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1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5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9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7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3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08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0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61" r:id="rId6"/>
    <p:sldLayoutId id="2147483756" r:id="rId7"/>
    <p:sldLayoutId id="2147483757" r:id="rId8"/>
    <p:sldLayoutId id="2147483758" r:id="rId9"/>
    <p:sldLayoutId id="2147483760" r:id="rId10"/>
    <p:sldLayoutId id="21474837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 wavy concept">
            <a:extLst>
              <a:ext uri="{FF2B5EF4-FFF2-40B4-BE49-F238E27FC236}">
                <a16:creationId xmlns:a16="http://schemas.microsoft.com/office/drawing/2014/main" id="{143222AA-0329-863F-5899-9996597331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4" r="15063" b="-2"/>
          <a:stretch/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516050-4347-3130-3BC0-479FE4E7C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45" y="1174376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en-US" sz="3700" dirty="0"/>
              <a:t>SOWK 609B: School Social Work practice and 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EBAA2-80E8-61AA-10B5-AB6C7F909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045" y="4062940"/>
            <a:ext cx="3509383" cy="139491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Session 4 – Spring 2026</a:t>
            </a:r>
          </a:p>
          <a:p>
            <a:pPr algn="l"/>
            <a:r>
              <a:rPr lang="en-US" dirty="0"/>
              <a:t>Binita M. Donohue, LCSW</a:t>
            </a:r>
          </a:p>
        </p:txBody>
      </p:sp>
    </p:spTree>
    <p:extLst>
      <p:ext uri="{BB962C8B-B14F-4D97-AF65-F5344CB8AC3E}">
        <p14:creationId xmlns:p14="http://schemas.microsoft.com/office/powerpoint/2010/main" val="388736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80EA-3E19-364D-0CB3-C5BB15BB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do you see the tension?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34ED96-43E1-D5AE-12E9-2F2395CFD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381420"/>
              </p:ext>
            </p:extLst>
          </p:nvPr>
        </p:nvGraphicFramePr>
        <p:xfrm>
          <a:off x="612775" y="1716088"/>
          <a:ext cx="10653713" cy="4592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766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BE7C-DE71-47A7-A117-07B81918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 you write a goal?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1FA558-3099-5772-7B88-5A2B6E6F6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908854"/>
              </p:ext>
            </p:extLst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25730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9CB2-50DE-98A5-6CB5-B99FB751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29340"/>
            <a:ext cx="10653578" cy="851558"/>
          </a:xfrm>
        </p:spPr>
        <p:txBody>
          <a:bodyPr/>
          <a:lstStyle/>
          <a:p>
            <a:pPr algn="ctr"/>
            <a:r>
              <a:rPr lang="en-US" dirty="0"/>
              <a:t>Writing Goals for an IEP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55866D-DB73-E5E8-BC23-C02CFD19E7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4465150"/>
              </p:ext>
            </p:extLst>
          </p:nvPr>
        </p:nvGraphicFramePr>
        <p:xfrm>
          <a:off x="612647" y="1488558"/>
          <a:ext cx="10653579" cy="4820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6190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75348D-3376-10BB-E89D-A72720D8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7E2B9-2032-F2F6-DE80-CA7A19B44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7098627" cy="1325236"/>
          </a:xfrm>
        </p:spPr>
        <p:txBody>
          <a:bodyPr anchor="t">
            <a:normAutofit/>
          </a:bodyPr>
          <a:lstStyle/>
          <a:p>
            <a:r>
              <a:rPr lang="en-US" sz="5400" dirty="0"/>
              <a:t>Formula/Template: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AA1D34-25BE-3919-0DCC-01813ADC3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7859938"/>
              </p:ext>
            </p:extLst>
          </p:nvPr>
        </p:nvGraphicFramePr>
        <p:xfrm>
          <a:off x="889685" y="1495168"/>
          <a:ext cx="10453817" cy="509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430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5D3A-31A8-044C-A5C4-4DE890EB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283" y="855086"/>
            <a:ext cx="5706195" cy="761646"/>
          </a:xfrm>
        </p:spPr>
        <p:txBody>
          <a:bodyPr>
            <a:normAutofit/>
          </a:bodyPr>
          <a:lstStyle/>
          <a:p>
            <a:r>
              <a:rPr lang="en-US" dirty="0"/>
              <a:t>Goal writing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DDC0-4B27-B944-9F10-A2B5B015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625" y="1429189"/>
            <a:ext cx="6743683" cy="5085373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 fontAlgn="base"/>
            <a:r>
              <a:rPr lang="en-US" sz="2400" dirty="0"/>
              <a:t>Observable behavior</a:t>
            </a:r>
          </a:p>
          <a:p>
            <a:pPr lvl="1" fontAlgn="base"/>
            <a:r>
              <a:rPr lang="en-US" sz="2400" dirty="0"/>
              <a:t>Percentage of accuracy/frequency </a:t>
            </a:r>
          </a:p>
          <a:p>
            <a:pPr lvl="1" fontAlgn="base"/>
            <a:r>
              <a:rPr lang="en-US" sz="2400" dirty="0"/>
              <a:t>Time frame for goal completion within twelve months</a:t>
            </a:r>
          </a:p>
          <a:p>
            <a:pPr lvl="1" fontAlgn="base"/>
            <a:r>
              <a:rPr lang="en-US" sz="2400" dirty="0"/>
              <a:t>Setting where goal assessment/attainment is expected to occur</a:t>
            </a:r>
          </a:p>
          <a:p>
            <a:pPr lvl="1" fontAlgn="base"/>
            <a:r>
              <a:rPr lang="en-US" sz="2400" dirty="0"/>
              <a:t>Assessment (teacher report, observation, anecdotal report)</a:t>
            </a:r>
          </a:p>
          <a:p>
            <a:endParaRPr lang="en-US" dirty="0"/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5018F640-0EB2-400F-FEA5-9E7E11B9A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78" y="1235909"/>
            <a:ext cx="4412205" cy="441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8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097F-F069-6050-ECE5-315BF199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286" y="441281"/>
            <a:ext cx="6494868" cy="898422"/>
          </a:xfrm>
        </p:spPr>
        <p:txBody>
          <a:bodyPr>
            <a:normAutofit/>
          </a:bodyPr>
          <a:lstStyle/>
          <a:p>
            <a:r>
              <a:rPr lang="en-US" dirty="0"/>
              <a:t>Goal Stems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498267-9119-0556-D65C-F401C4354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355989"/>
              </p:ext>
            </p:extLst>
          </p:nvPr>
        </p:nvGraphicFramePr>
        <p:xfrm>
          <a:off x="1329071" y="1339703"/>
          <a:ext cx="9186529" cy="4859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3707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8DF6-AFC7-EF1F-BD07-71E6B0E31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2"/>
            <a:ext cx="8467203" cy="663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Using the SMART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0C263-ED36-0174-8E89-3A761374A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73" y="1841152"/>
            <a:ext cx="8480904" cy="3791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Identify goals and benchmarks for one of these: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Emotional self-regulation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Independence and self-determination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Social-emotional well being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Time management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Mental health management or coping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Social skills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Organizational skills</a:t>
            </a:r>
          </a:p>
        </p:txBody>
      </p:sp>
      <p:pic>
        <p:nvPicPr>
          <p:cNvPr id="7" name="Graphic 6" descr="Podium">
            <a:extLst>
              <a:ext uri="{FF2B5EF4-FFF2-40B4-BE49-F238E27FC236}">
                <a16:creationId xmlns:a16="http://schemas.microsoft.com/office/drawing/2014/main" id="{F803BCE8-3DCB-5B3B-8B3B-8E811EF59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3035" y="1932308"/>
            <a:ext cx="3455064" cy="345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3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6DF33-B6A9-DB15-797A-CCABF67D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Pitfalls to avoid in writing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577822-65B8-5B35-2880-902F93709A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051015"/>
              </p:ext>
            </p:extLst>
          </p:nvPr>
        </p:nvGraphicFramePr>
        <p:xfrm>
          <a:off x="612648" y="1226434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94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9FC3-E28E-4AC2-E4A6-1954C408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Rewrite the following to be SMART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5765FB-2429-F8D4-40D4-5C4808EF7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940447"/>
              </p:ext>
            </p:extLst>
          </p:nvPr>
        </p:nvGraphicFramePr>
        <p:xfrm>
          <a:off x="612775" y="1403498"/>
          <a:ext cx="10653712" cy="4418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856">
                  <a:extLst>
                    <a:ext uri="{9D8B030D-6E8A-4147-A177-3AD203B41FA5}">
                      <a16:colId xmlns:a16="http://schemas.microsoft.com/office/drawing/2014/main" val="3356964697"/>
                    </a:ext>
                  </a:extLst>
                </a:gridCol>
                <a:gridCol w="5326856">
                  <a:extLst>
                    <a:ext uri="{9D8B030D-6E8A-4147-A177-3AD203B41FA5}">
                      <a16:colId xmlns:a16="http://schemas.microsoft.com/office/drawing/2014/main" val="2420354401"/>
                    </a:ext>
                  </a:extLst>
                </a:gridCol>
              </a:tblGrid>
              <a:tr h="4639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Vague goal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 would you fix it?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825547"/>
                  </a:ext>
                </a:extLst>
              </a:tr>
              <a:tr h="140137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With support from social worker, student will learn and use coping strategies in peer related 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991119"/>
                  </a:ext>
                </a:extLst>
              </a:tr>
              <a:tr h="1144069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Student will decrease anxiety and remain in the classroom in 4/5 trials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67463"/>
                  </a:ext>
                </a:extLst>
              </a:tr>
              <a:tr h="1144069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Student will learn to cope and manage feelings of anger.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8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662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53B1-9660-4328-D71E-A55F4C76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IEP vs 504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6C7048-3D5F-05E9-44D5-F23A3D389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825212"/>
              </p:ext>
            </p:extLst>
          </p:nvPr>
        </p:nvGraphicFramePr>
        <p:xfrm>
          <a:off x="612648" y="1524702"/>
          <a:ext cx="10653712" cy="448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26856">
                  <a:extLst>
                    <a:ext uri="{9D8B030D-6E8A-4147-A177-3AD203B41FA5}">
                      <a16:colId xmlns:a16="http://schemas.microsoft.com/office/drawing/2014/main" val="60004871"/>
                    </a:ext>
                  </a:extLst>
                </a:gridCol>
                <a:gridCol w="5326856">
                  <a:extLst>
                    <a:ext uri="{9D8B030D-6E8A-4147-A177-3AD203B41FA5}">
                      <a16:colId xmlns:a16="http://schemas.microsoft.com/office/drawing/2014/main" val="1561222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504 plan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388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823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Changes </a:t>
                      </a:r>
                      <a:r>
                        <a:rPr lang="en-US" b="1" i="1" dirty="0"/>
                        <a:t>how </a:t>
                      </a:r>
                      <a:r>
                        <a:rPr lang="en-US" dirty="0"/>
                        <a:t>a student learns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Changes </a:t>
                      </a:r>
                      <a:r>
                        <a:rPr lang="en-US" b="1" i="1" dirty="0"/>
                        <a:t>what</a:t>
                      </a:r>
                      <a:r>
                        <a:rPr lang="en-US" dirty="0"/>
                        <a:t> a student learns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26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Qualifies by having a disability that is not specified through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Qualifies by having a disability that is identified through specified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75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need for special evaluation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Must have a special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827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formal goals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formal goals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17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specialized instruction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Specialized instruction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913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84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E4EE-F4A5-8F6F-443D-8F9527E1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238" y="1028188"/>
            <a:ext cx="5818396" cy="1362156"/>
          </a:xfrm>
        </p:spPr>
        <p:txBody>
          <a:bodyPr>
            <a:normAutofit/>
          </a:bodyPr>
          <a:lstStyle/>
          <a:p>
            <a:r>
              <a:rPr lang="en-US" dirty="0"/>
              <a:t>Accommodations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C5EA-94DD-3EA7-CA87-C2967AFE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011502"/>
            <a:ext cx="6666652" cy="440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“practices and procedures in the areas of presentation, response, setting, and timing/scheduling that provide equitable access during instruction and assessment for students with disabilities”</a:t>
            </a: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6CDA4DF0-F86A-8F4C-1EAB-CA69DD7D0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730" y="1407030"/>
            <a:ext cx="4401655" cy="440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6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696B-0131-E8C4-2015-161A8EE6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" y="596901"/>
            <a:ext cx="11145039" cy="8239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Accommodate or Not?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906CEA-A7D1-59BB-3AFD-0F96B18BB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Goals of Accommodations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B89AC-F28D-D4D1-069D-98D846588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r>
              <a:rPr lang="en-US" sz="2400" dirty="0"/>
              <a:t>Address bullying</a:t>
            </a:r>
          </a:p>
          <a:p>
            <a:r>
              <a:rPr lang="en-US" sz="2400" dirty="0"/>
              <a:t>Keep child in school</a:t>
            </a:r>
          </a:p>
          <a:p>
            <a:r>
              <a:rPr lang="en-US" sz="2400" dirty="0"/>
              <a:t>Keep child in classroom</a:t>
            </a:r>
          </a:p>
          <a:p>
            <a:r>
              <a:rPr lang="en-US" sz="2400" dirty="0"/>
              <a:t>Create consistency </a:t>
            </a:r>
          </a:p>
          <a:p>
            <a:r>
              <a:rPr lang="en-US" sz="2400" dirty="0"/>
              <a:t>Help with HW completion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12477E-DC54-EF64-2621-89D1AB9DC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What they often do: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67D057-75BA-73BC-B600-2D3B32C7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r>
              <a:rPr lang="en-US" sz="2400" dirty="0"/>
              <a:t>Increase worries about everything</a:t>
            </a:r>
          </a:p>
          <a:p>
            <a:r>
              <a:rPr lang="en-US" sz="2400" dirty="0"/>
              <a:t>Reinforce reassurance seeking</a:t>
            </a:r>
          </a:p>
          <a:p>
            <a:r>
              <a:rPr lang="en-US" sz="2400" dirty="0"/>
              <a:t>Allow for asking too many questions</a:t>
            </a:r>
          </a:p>
          <a:p>
            <a:r>
              <a:rPr lang="en-US" sz="2400" dirty="0"/>
              <a:t>Increase insecurity</a:t>
            </a:r>
          </a:p>
        </p:txBody>
      </p:sp>
    </p:spTree>
    <p:extLst>
      <p:ext uri="{BB962C8B-B14F-4D97-AF65-F5344CB8AC3E}">
        <p14:creationId xmlns:p14="http://schemas.microsoft.com/office/powerpoint/2010/main" val="106471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91EB-D2D5-4A15-B328-760FA4A5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10361960" cy="106695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Typical Accommodations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0E786C-D97C-7BD6-CCCE-9154275EB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636448"/>
              </p:ext>
            </p:extLst>
          </p:nvPr>
        </p:nvGraphicFramePr>
        <p:xfrm>
          <a:off x="482601" y="2043114"/>
          <a:ext cx="11143887" cy="3278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135168"/>
      </p:ext>
    </p:extLst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C1DE-5336-D659-A9C4-61E3F1D2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10361960" cy="781203"/>
          </a:xfrm>
        </p:spPr>
        <p:txBody>
          <a:bodyPr>
            <a:normAutofit/>
          </a:bodyPr>
          <a:lstStyle/>
          <a:p>
            <a:r>
              <a:rPr lang="en-US" dirty="0"/>
              <a:t>Questions to consider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EF0C9E-17AD-F582-9D9F-4C056A154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189698"/>
              </p:ext>
            </p:extLst>
          </p:nvPr>
        </p:nvGraphicFramePr>
        <p:xfrm>
          <a:off x="524056" y="2490146"/>
          <a:ext cx="11143887" cy="2779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379129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696B-0131-E8C4-2015-161A8EE6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850392"/>
          </a:xfrm>
        </p:spPr>
        <p:txBody>
          <a:bodyPr>
            <a:normAutofit/>
          </a:bodyPr>
          <a:lstStyle/>
          <a:p>
            <a:r>
              <a:rPr lang="en-US" sz="5400" dirty="0"/>
              <a:t>How would you accommodate: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67D057-75BA-73BC-B600-2D3B32C7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88F3457-816E-EFF0-D988-7C09DAFC4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7598458"/>
              </p:ext>
            </p:extLst>
          </p:nvPr>
        </p:nvGraphicFramePr>
        <p:xfrm>
          <a:off x="542036" y="2286001"/>
          <a:ext cx="10515600" cy="3593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4683543"/>
      </p:ext>
    </p:extLst>
  </p:cSld>
  <p:clrMapOvr>
    <a:masterClrMapping/>
  </p:clrMapOvr>
  <p:transition spd="med">
    <p:split orient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DAEC-2706-FF4E-B334-928B69CA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150423"/>
          </a:xfrm>
        </p:spPr>
        <p:txBody>
          <a:bodyPr anchor="b">
            <a:normAutofit/>
          </a:bodyPr>
          <a:lstStyle/>
          <a:p>
            <a:r>
              <a:rPr lang="en-US" sz="5400" dirty="0">
                <a:cs typeface="Times New Roman" panose="02020603050405020304" pitchFamily="18" charset="0"/>
              </a:rPr>
              <a:t>Discipline of IEP Students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B20E2-7FB3-4592-9C40-4364B11032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8" r="37789" b="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4F617E-346F-4AA7-99AA-19487E2F2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535973"/>
              </p:ext>
            </p:extLst>
          </p:nvPr>
        </p:nvGraphicFramePr>
        <p:xfrm>
          <a:off x="572493" y="1672954"/>
          <a:ext cx="6713552" cy="4517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234670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CBE6-A8CF-3B4C-9AFE-8A3C1B4A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>
                <a:cs typeface="Times New Roman" panose="02020603050405020304" pitchFamily="18" charset="0"/>
              </a:rPr>
              <a:t>MDR Process and Decision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BB1DBD-AEB1-8045-95BA-49EB928DE2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675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A1F3-1AA5-091F-6110-B81FF168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MDR Meeting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2A5CC5-E1CD-C0DB-73A1-B7065B9AB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049402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39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E7D9-0370-BA4E-B451-A1587CD81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" y="321735"/>
            <a:ext cx="12500659" cy="113573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Circumstances that are Exceptions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6337A-92B5-4EC9-A5C6-A2BF1227F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638" b="2"/>
          <a:stretch/>
        </p:blipFill>
        <p:spPr>
          <a:xfrm>
            <a:off x="7777393" y="1976277"/>
            <a:ext cx="4414606" cy="4881723"/>
          </a:xfrm>
          <a:custGeom>
            <a:avLst/>
            <a:gdLst/>
            <a:ahLst/>
            <a:cxnLst/>
            <a:rect l="l" t="t" r="r" b="b"/>
            <a:pathLst>
              <a:path w="4414606" h="4881723">
                <a:moveTo>
                  <a:pt x="3151661" y="0"/>
                </a:moveTo>
                <a:lnTo>
                  <a:pt x="4414606" y="1262946"/>
                </a:lnTo>
                <a:lnTo>
                  <a:pt x="4414606" y="4881723"/>
                </a:lnTo>
                <a:lnTo>
                  <a:pt x="1730061" y="4881723"/>
                </a:lnTo>
                <a:lnTo>
                  <a:pt x="0" y="3151662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79EF5A-6697-4B22-B19D-F59D4E2718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2094" y="1597306"/>
          <a:ext cx="7725028" cy="4984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192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11866</TotalTime>
  <Words>844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VanillaVTI</vt:lpstr>
      <vt:lpstr>SOWK 609B: School Social Work practice and Policy</vt:lpstr>
      <vt:lpstr>Where do you see the tension?</vt:lpstr>
      <vt:lpstr>Do you write a goal?</vt:lpstr>
      <vt:lpstr>Writing Goals for an IEP</vt:lpstr>
      <vt:lpstr>Formula/Template:</vt:lpstr>
      <vt:lpstr>Goal writing template</vt:lpstr>
      <vt:lpstr>Goal Stems</vt:lpstr>
      <vt:lpstr>Using the SMART process </vt:lpstr>
      <vt:lpstr>Pitfalls to avoid in writing goals</vt:lpstr>
      <vt:lpstr>Rewrite the following to be SMART GOALS</vt:lpstr>
      <vt:lpstr>IEP vs 504</vt:lpstr>
      <vt:lpstr>Accommodations </vt:lpstr>
      <vt:lpstr>Accommodate or Not?</vt:lpstr>
      <vt:lpstr>Typical Accommodations</vt:lpstr>
      <vt:lpstr>Questions to consider</vt:lpstr>
      <vt:lpstr>How would you accommodate:</vt:lpstr>
      <vt:lpstr>Discipline of IEP Students</vt:lpstr>
      <vt:lpstr>MDR Process and Decision</vt:lpstr>
      <vt:lpstr>Process of MDR Meeting</vt:lpstr>
      <vt:lpstr>Circumstances that are Exceptions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Binita Donohue</dc:creator>
  <cp:lastModifiedBy>Binita Donohue</cp:lastModifiedBy>
  <cp:revision>25</cp:revision>
  <dcterms:created xsi:type="dcterms:W3CDTF">2025-01-31T18:52:49Z</dcterms:created>
  <dcterms:modified xsi:type="dcterms:W3CDTF">2026-02-05T17:50:33Z</dcterms:modified>
</cp:coreProperties>
</file>